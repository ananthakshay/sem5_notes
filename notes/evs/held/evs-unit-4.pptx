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1"/>
  </p:sldMasterIdLst>
  <p:sldIdLst>
    <p:sldId id="35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0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72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0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19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43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9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4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3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93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01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507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6439" y="1642499"/>
            <a:ext cx="795112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1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56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54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12" Type="http://schemas.openxmlformats.org/officeDocument/2006/relationships/image" Target="../media/image30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7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jpg"/><Relationship Id="rId5" Type="http://schemas.openxmlformats.org/officeDocument/2006/relationships/image" Target="../media/image4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g"/><Relationship Id="rId5" Type="http://schemas.openxmlformats.org/officeDocument/2006/relationships/image" Target="../media/image43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8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jpg"/><Relationship Id="rId5" Type="http://schemas.openxmlformats.org/officeDocument/2006/relationships/image" Target="../media/image46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jpg"/><Relationship Id="rId5" Type="http://schemas.openxmlformats.org/officeDocument/2006/relationships/image" Target="../media/image57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g"/><Relationship Id="rId5" Type="http://schemas.openxmlformats.org/officeDocument/2006/relationships/image" Target="../media/image6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g"/><Relationship Id="rId5" Type="http://schemas.openxmlformats.org/officeDocument/2006/relationships/image" Target="../media/image63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jp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jpg"/><Relationship Id="rId4" Type="http://schemas.openxmlformats.org/officeDocument/2006/relationships/image" Target="../media/image7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C1273-38A5-4FB7-8F9D-67DC848D7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43200"/>
            <a:ext cx="7886700" cy="26749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500" b="1" dirty="0"/>
              <a:t>POLLUTION</a:t>
            </a:r>
          </a:p>
        </p:txBody>
      </p:sp>
    </p:spTree>
    <p:extLst>
      <p:ext uri="{BB962C8B-B14F-4D97-AF65-F5344CB8AC3E}">
        <p14:creationId xmlns:p14="http://schemas.microsoft.com/office/powerpoint/2010/main" val="227618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3" name="object 3"/>
            <p:cNvSpPr/>
            <p:nvPr/>
          </p:nvSpPr>
          <p:spPr>
            <a:xfrm>
              <a:off x="8898882" y="6612887"/>
              <a:ext cx="245099" cy="245099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27758" y="6541769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6217" y="0"/>
                  </a:moveTo>
                  <a:lnTo>
                    <a:pt x="0" y="316217"/>
                  </a:lnTo>
                  <a:lnTo>
                    <a:pt x="35547" y="316217"/>
                  </a:lnTo>
                  <a:lnTo>
                    <a:pt x="71120" y="316217"/>
                  </a:lnTo>
                  <a:lnTo>
                    <a:pt x="316217" y="71120"/>
                  </a:lnTo>
                  <a:lnTo>
                    <a:pt x="316217" y="35547"/>
                  </a:lnTo>
                  <a:lnTo>
                    <a:pt x="3162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93457" y="6507461"/>
              <a:ext cx="350520" cy="350520"/>
            </a:xfrm>
            <a:custGeom>
              <a:avLst/>
              <a:gdLst/>
              <a:ahLst/>
              <a:cxnLst/>
              <a:rect l="l" t="t" r="r" b="b"/>
              <a:pathLst>
                <a:path w="350520" h="350520">
                  <a:moveTo>
                    <a:pt x="34299" y="350524"/>
                  </a:moveTo>
                  <a:lnTo>
                    <a:pt x="0" y="350524"/>
                  </a:lnTo>
                  <a:lnTo>
                    <a:pt x="350524" y="0"/>
                  </a:lnTo>
                  <a:lnTo>
                    <a:pt x="350524" y="34299"/>
                  </a:lnTo>
                  <a:lnTo>
                    <a:pt x="34299" y="35052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23604" y="6437617"/>
              <a:ext cx="420370" cy="420370"/>
            </a:xfrm>
            <a:custGeom>
              <a:avLst/>
              <a:gdLst/>
              <a:ahLst/>
              <a:cxnLst/>
              <a:rect l="l" t="t" r="r" b="b"/>
              <a:pathLst>
                <a:path w="420370" h="420370">
                  <a:moveTo>
                    <a:pt x="420370" y="0"/>
                  </a:moveTo>
                  <a:lnTo>
                    <a:pt x="0" y="420370"/>
                  </a:lnTo>
                  <a:lnTo>
                    <a:pt x="34302" y="420370"/>
                  </a:lnTo>
                  <a:lnTo>
                    <a:pt x="69850" y="420370"/>
                  </a:lnTo>
                  <a:lnTo>
                    <a:pt x="420370" y="69850"/>
                  </a:lnTo>
                  <a:lnTo>
                    <a:pt x="420370" y="34302"/>
                  </a:lnTo>
                  <a:lnTo>
                    <a:pt x="4203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52472" y="6366497"/>
              <a:ext cx="492125" cy="491490"/>
            </a:xfrm>
            <a:custGeom>
              <a:avLst/>
              <a:gdLst/>
              <a:ahLst/>
              <a:cxnLst/>
              <a:rect l="l" t="t" r="r" b="b"/>
              <a:pathLst>
                <a:path w="492125" h="491490">
                  <a:moveTo>
                    <a:pt x="491502" y="0"/>
                  </a:moveTo>
                  <a:lnTo>
                    <a:pt x="0" y="491490"/>
                  </a:lnTo>
                  <a:lnTo>
                    <a:pt x="35585" y="491490"/>
                  </a:lnTo>
                  <a:lnTo>
                    <a:pt x="71132" y="491490"/>
                  </a:lnTo>
                  <a:lnTo>
                    <a:pt x="491502" y="71120"/>
                  </a:lnTo>
                  <a:lnTo>
                    <a:pt x="491502" y="35572"/>
                  </a:lnTo>
                  <a:lnTo>
                    <a:pt x="49150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81377" y="6295390"/>
              <a:ext cx="562610" cy="562610"/>
            </a:xfrm>
            <a:custGeom>
              <a:avLst/>
              <a:gdLst/>
              <a:ahLst/>
              <a:cxnLst/>
              <a:rect l="l" t="t" r="r" b="b"/>
              <a:pathLst>
                <a:path w="562609" h="562609">
                  <a:moveTo>
                    <a:pt x="562597" y="0"/>
                  </a:moveTo>
                  <a:lnTo>
                    <a:pt x="0" y="562597"/>
                  </a:lnTo>
                  <a:lnTo>
                    <a:pt x="35547" y="562597"/>
                  </a:lnTo>
                  <a:lnTo>
                    <a:pt x="71094" y="562597"/>
                  </a:lnTo>
                  <a:lnTo>
                    <a:pt x="562597" y="71107"/>
                  </a:lnTo>
                  <a:lnTo>
                    <a:pt x="562597" y="35560"/>
                  </a:lnTo>
                  <a:lnTo>
                    <a:pt x="5625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47082" y="6261087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34299" y="596898"/>
                  </a:moveTo>
                  <a:lnTo>
                    <a:pt x="0" y="596898"/>
                  </a:lnTo>
                  <a:lnTo>
                    <a:pt x="596898" y="0"/>
                  </a:lnTo>
                  <a:lnTo>
                    <a:pt x="596898" y="34299"/>
                  </a:lnTo>
                  <a:lnTo>
                    <a:pt x="34299" y="59689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77225" y="61912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666750" y="0"/>
                  </a:moveTo>
                  <a:lnTo>
                    <a:pt x="0" y="666737"/>
                  </a:lnTo>
                  <a:lnTo>
                    <a:pt x="35547" y="666737"/>
                  </a:lnTo>
                  <a:lnTo>
                    <a:pt x="69850" y="666737"/>
                  </a:lnTo>
                  <a:lnTo>
                    <a:pt x="666750" y="69850"/>
                  </a:lnTo>
                  <a:lnTo>
                    <a:pt x="666750" y="35547"/>
                  </a:lnTo>
                  <a:lnTo>
                    <a:pt x="66675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41683" y="6155687"/>
              <a:ext cx="702310" cy="702310"/>
            </a:xfrm>
            <a:custGeom>
              <a:avLst/>
              <a:gdLst/>
              <a:ahLst/>
              <a:cxnLst/>
              <a:rect l="l" t="t" r="r" b="b"/>
              <a:pathLst>
                <a:path w="702309" h="702309">
                  <a:moveTo>
                    <a:pt x="35549" y="702298"/>
                  </a:moveTo>
                  <a:lnTo>
                    <a:pt x="0" y="702298"/>
                  </a:lnTo>
                  <a:lnTo>
                    <a:pt x="702298" y="0"/>
                  </a:lnTo>
                  <a:lnTo>
                    <a:pt x="702298" y="35549"/>
                  </a:lnTo>
                  <a:lnTo>
                    <a:pt x="35549" y="70229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06107" y="6120112"/>
              <a:ext cx="737870" cy="737870"/>
            </a:xfrm>
            <a:custGeom>
              <a:avLst/>
              <a:gdLst/>
              <a:ahLst/>
              <a:cxnLst/>
              <a:rect l="l" t="t" r="r" b="b"/>
              <a:pathLst>
                <a:path w="737870" h="737870">
                  <a:moveTo>
                    <a:pt x="35574" y="737873"/>
                  </a:moveTo>
                  <a:lnTo>
                    <a:pt x="0" y="737873"/>
                  </a:lnTo>
                  <a:lnTo>
                    <a:pt x="737873" y="0"/>
                  </a:lnTo>
                  <a:lnTo>
                    <a:pt x="737873" y="35574"/>
                  </a:lnTo>
                  <a:lnTo>
                    <a:pt x="35574" y="73787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34972" y="6048997"/>
              <a:ext cx="809625" cy="808990"/>
            </a:xfrm>
            <a:custGeom>
              <a:avLst/>
              <a:gdLst/>
              <a:ahLst/>
              <a:cxnLst/>
              <a:rect l="l" t="t" r="r" b="b"/>
              <a:pathLst>
                <a:path w="809625" h="808990">
                  <a:moveTo>
                    <a:pt x="809002" y="0"/>
                  </a:moveTo>
                  <a:lnTo>
                    <a:pt x="0" y="808990"/>
                  </a:lnTo>
                  <a:lnTo>
                    <a:pt x="35585" y="808990"/>
                  </a:lnTo>
                  <a:lnTo>
                    <a:pt x="71132" y="808990"/>
                  </a:lnTo>
                  <a:lnTo>
                    <a:pt x="809002" y="71120"/>
                  </a:lnTo>
                  <a:lnTo>
                    <a:pt x="809002" y="35572"/>
                  </a:lnTo>
                  <a:lnTo>
                    <a:pt x="80900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00708" y="6014712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79" h="843279">
                  <a:moveTo>
                    <a:pt x="34274" y="843273"/>
                  </a:moveTo>
                  <a:lnTo>
                    <a:pt x="0" y="843273"/>
                  </a:lnTo>
                  <a:lnTo>
                    <a:pt x="843273" y="0"/>
                  </a:lnTo>
                  <a:lnTo>
                    <a:pt x="843273" y="34274"/>
                  </a:lnTo>
                  <a:lnTo>
                    <a:pt x="34274" y="84327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66408" y="5980412"/>
              <a:ext cx="877569" cy="877569"/>
            </a:xfrm>
            <a:custGeom>
              <a:avLst/>
              <a:gdLst/>
              <a:ahLst/>
              <a:cxnLst/>
              <a:rect l="l" t="t" r="r" b="b"/>
              <a:pathLst>
                <a:path w="877570" h="877570">
                  <a:moveTo>
                    <a:pt x="34299" y="877573"/>
                  </a:moveTo>
                  <a:lnTo>
                    <a:pt x="0" y="877573"/>
                  </a:lnTo>
                  <a:lnTo>
                    <a:pt x="877573" y="0"/>
                  </a:lnTo>
                  <a:lnTo>
                    <a:pt x="877573" y="34299"/>
                  </a:lnTo>
                  <a:lnTo>
                    <a:pt x="34299" y="87757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30858" y="5944863"/>
              <a:ext cx="913130" cy="913130"/>
            </a:xfrm>
            <a:custGeom>
              <a:avLst/>
              <a:gdLst/>
              <a:ahLst/>
              <a:cxnLst/>
              <a:rect l="l" t="t" r="r" b="b"/>
              <a:pathLst>
                <a:path w="913129" h="913129">
                  <a:moveTo>
                    <a:pt x="35549" y="913123"/>
                  </a:moveTo>
                  <a:lnTo>
                    <a:pt x="0" y="913123"/>
                  </a:lnTo>
                  <a:lnTo>
                    <a:pt x="913123" y="0"/>
                  </a:lnTo>
                  <a:lnTo>
                    <a:pt x="913123" y="35549"/>
                  </a:lnTo>
                  <a:lnTo>
                    <a:pt x="35549" y="91312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59725" y="5873750"/>
              <a:ext cx="984250" cy="984250"/>
            </a:xfrm>
            <a:custGeom>
              <a:avLst/>
              <a:gdLst/>
              <a:ahLst/>
              <a:cxnLst/>
              <a:rect l="l" t="t" r="r" b="b"/>
              <a:pathLst>
                <a:path w="984250" h="984250">
                  <a:moveTo>
                    <a:pt x="984250" y="0"/>
                  </a:moveTo>
                  <a:lnTo>
                    <a:pt x="0" y="984237"/>
                  </a:lnTo>
                  <a:lnTo>
                    <a:pt x="35547" y="984237"/>
                  </a:lnTo>
                  <a:lnTo>
                    <a:pt x="71132" y="984237"/>
                  </a:lnTo>
                  <a:lnTo>
                    <a:pt x="984250" y="71120"/>
                  </a:lnTo>
                  <a:lnTo>
                    <a:pt x="984250" y="35547"/>
                  </a:lnTo>
                  <a:lnTo>
                    <a:pt x="98425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89875" y="5803900"/>
              <a:ext cx="1054100" cy="1054100"/>
            </a:xfrm>
            <a:custGeom>
              <a:avLst/>
              <a:gdLst/>
              <a:ahLst/>
              <a:cxnLst/>
              <a:rect l="l" t="t" r="r" b="b"/>
              <a:pathLst>
                <a:path w="1054100" h="1054100">
                  <a:moveTo>
                    <a:pt x="1054100" y="0"/>
                  </a:moveTo>
                  <a:lnTo>
                    <a:pt x="0" y="1054087"/>
                  </a:lnTo>
                  <a:lnTo>
                    <a:pt x="34302" y="1054087"/>
                  </a:lnTo>
                  <a:lnTo>
                    <a:pt x="69850" y="1054087"/>
                  </a:lnTo>
                  <a:lnTo>
                    <a:pt x="1054100" y="69850"/>
                  </a:lnTo>
                  <a:lnTo>
                    <a:pt x="1054100" y="34290"/>
                  </a:lnTo>
                  <a:lnTo>
                    <a:pt x="10541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55583" y="5769588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34299" y="1088397"/>
                  </a:moveTo>
                  <a:lnTo>
                    <a:pt x="0" y="1088397"/>
                  </a:lnTo>
                  <a:lnTo>
                    <a:pt x="1088397" y="0"/>
                  </a:lnTo>
                  <a:lnTo>
                    <a:pt x="1088397" y="34299"/>
                  </a:lnTo>
                  <a:lnTo>
                    <a:pt x="34299" y="108839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84477" y="5698489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1159497" y="0"/>
                  </a:moveTo>
                  <a:lnTo>
                    <a:pt x="0" y="1159497"/>
                  </a:lnTo>
                  <a:lnTo>
                    <a:pt x="35547" y="1159497"/>
                  </a:lnTo>
                  <a:lnTo>
                    <a:pt x="71094" y="1159497"/>
                  </a:lnTo>
                  <a:lnTo>
                    <a:pt x="1159497" y="71107"/>
                  </a:lnTo>
                  <a:lnTo>
                    <a:pt x="1159497" y="35560"/>
                  </a:lnTo>
                  <a:lnTo>
                    <a:pt x="11594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13358" y="5627370"/>
              <a:ext cx="1230630" cy="1230630"/>
            </a:xfrm>
            <a:custGeom>
              <a:avLst/>
              <a:gdLst/>
              <a:ahLst/>
              <a:cxnLst/>
              <a:rect l="l" t="t" r="r" b="b"/>
              <a:pathLst>
                <a:path w="1230629" h="1230629">
                  <a:moveTo>
                    <a:pt x="1230617" y="0"/>
                  </a:moveTo>
                  <a:lnTo>
                    <a:pt x="0" y="1230617"/>
                  </a:lnTo>
                  <a:lnTo>
                    <a:pt x="35547" y="1230617"/>
                  </a:lnTo>
                  <a:lnTo>
                    <a:pt x="71120" y="1230617"/>
                  </a:lnTo>
                  <a:lnTo>
                    <a:pt x="1230617" y="71120"/>
                  </a:lnTo>
                  <a:lnTo>
                    <a:pt x="1230617" y="35547"/>
                  </a:lnTo>
                  <a:lnTo>
                    <a:pt x="12306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43507" y="5557520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1300467" y="0"/>
                  </a:moveTo>
                  <a:lnTo>
                    <a:pt x="0" y="1300467"/>
                  </a:lnTo>
                  <a:lnTo>
                    <a:pt x="34264" y="1300467"/>
                  </a:lnTo>
                  <a:lnTo>
                    <a:pt x="69850" y="1300467"/>
                  </a:lnTo>
                  <a:lnTo>
                    <a:pt x="1300467" y="69850"/>
                  </a:lnTo>
                  <a:lnTo>
                    <a:pt x="1300467" y="34277"/>
                  </a:lnTo>
                  <a:lnTo>
                    <a:pt x="13004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09209" y="5523214"/>
              <a:ext cx="1334770" cy="1334770"/>
            </a:xfrm>
            <a:custGeom>
              <a:avLst/>
              <a:gdLst/>
              <a:ahLst/>
              <a:cxnLst/>
              <a:rect l="l" t="t" r="r" b="b"/>
              <a:pathLst>
                <a:path w="1334770" h="1334770">
                  <a:moveTo>
                    <a:pt x="34299" y="1334772"/>
                  </a:moveTo>
                  <a:lnTo>
                    <a:pt x="0" y="1334772"/>
                  </a:lnTo>
                  <a:lnTo>
                    <a:pt x="1334772" y="0"/>
                  </a:lnTo>
                  <a:lnTo>
                    <a:pt x="1334772" y="34299"/>
                  </a:lnTo>
                  <a:lnTo>
                    <a:pt x="34299" y="133477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73659" y="5487663"/>
              <a:ext cx="1370330" cy="1370330"/>
            </a:xfrm>
            <a:custGeom>
              <a:avLst/>
              <a:gdLst/>
              <a:ahLst/>
              <a:cxnLst/>
              <a:rect l="l" t="t" r="r" b="b"/>
              <a:pathLst>
                <a:path w="1370329" h="1370329">
                  <a:moveTo>
                    <a:pt x="35549" y="1370322"/>
                  </a:moveTo>
                  <a:lnTo>
                    <a:pt x="0" y="1370322"/>
                  </a:lnTo>
                  <a:lnTo>
                    <a:pt x="1370322" y="0"/>
                  </a:lnTo>
                  <a:lnTo>
                    <a:pt x="1370322" y="35549"/>
                  </a:lnTo>
                  <a:lnTo>
                    <a:pt x="35549" y="137032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38084" y="5452088"/>
              <a:ext cx="1406525" cy="1406525"/>
            </a:xfrm>
            <a:custGeom>
              <a:avLst/>
              <a:gdLst/>
              <a:ahLst/>
              <a:cxnLst/>
              <a:rect l="l" t="t" r="r" b="b"/>
              <a:pathLst>
                <a:path w="1406525" h="1406525">
                  <a:moveTo>
                    <a:pt x="35574" y="1405897"/>
                  </a:moveTo>
                  <a:lnTo>
                    <a:pt x="0" y="1405897"/>
                  </a:lnTo>
                  <a:lnTo>
                    <a:pt x="1405897" y="0"/>
                  </a:lnTo>
                  <a:lnTo>
                    <a:pt x="1405897" y="35574"/>
                  </a:lnTo>
                  <a:lnTo>
                    <a:pt x="35574" y="140589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02534" y="5416539"/>
              <a:ext cx="1441450" cy="1441450"/>
            </a:xfrm>
            <a:custGeom>
              <a:avLst/>
              <a:gdLst/>
              <a:ahLst/>
              <a:cxnLst/>
              <a:rect l="l" t="t" r="r" b="b"/>
              <a:pathLst>
                <a:path w="1441450" h="1441450">
                  <a:moveTo>
                    <a:pt x="35549" y="1441447"/>
                  </a:moveTo>
                  <a:lnTo>
                    <a:pt x="0" y="1441447"/>
                  </a:lnTo>
                  <a:lnTo>
                    <a:pt x="1441447" y="0"/>
                  </a:lnTo>
                  <a:lnTo>
                    <a:pt x="1441447" y="35549"/>
                  </a:lnTo>
                  <a:lnTo>
                    <a:pt x="35549" y="144144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66984" y="5380988"/>
              <a:ext cx="1477010" cy="1477010"/>
            </a:xfrm>
            <a:custGeom>
              <a:avLst/>
              <a:gdLst/>
              <a:ahLst/>
              <a:cxnLst/>
              <a:rect l="l" t="t" r="r" b="b"/>
              <a:pathLst>
                <a:path w="1477009" h="1477009">
                  <a:moveTo>
                    <a:pt x="35549" y="1476997"/>
                  </a:moveTo>
                  <a:lnTo>
                    <a:pt x="0" y="1476997"/>
                  </a:lnTo>
                  <a:lnTo>
                    <a:pt x="1476997" y="0"/>
                  </a:lnTo>
                  <a:lnTo>
                    <a:pt x="1476997" y="35549"/>
                  </a:lnTo>
                  <a:lnTo>
                    <a:pt x="35549" y="147699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97127" y="5311139"/>
              <a:ext cx="1546860" cy="1546860"/>
            </a:xfrm>
            <a:custGeom>
              <a:avLst/>
              <a:gdLst/>
              <a:ahLst/>
              <a:cxnLst/>
              <a:rect l="l" t="t" r="r" b="b"/>
              <a:pathLst>
                <a:path w="1546859" h="1546859">
                  <a:moveTo>
                    <a:pt x="1546847" y="0"/>
                  </a:moveTo>
                  <a:lnTo>
                    <a:pt x="0" y="1546847"/>
                  </a:lnTo>
                  <a:lnTo>
                    <a:pt x="35547" y="1546847"/>
                  </a:lnTo>
                  <a:lnTo>
                    <a:pt x="69850" y="1546847"/>
                  </a:lnTo>
                  <a:lnTo>
                    <a:pt x="1546847" y="69850"/>
                  </a:lnTo>
                  <a:lnTo>
                    <a:pt x="1546847" y="35560"/>
                  </a:lnTo>
                  <a:lnTo>
                    <a:pt x="154684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27277" y="5241289"/>
              <a:ext cx="1616710" cy="1616710"/>
            </a:xfrm>
            <a:custGeom>
              <a:avLst/>
              <a:gdLst/>
              <a:ahLst/>
              <a:cxnLst/>
              <a:rect l="l" t="t" r="r" b="b"/>
              <a:pathLst>
                <a:path w="1616709" h="1616709">
                  <a:moveTo>
                    <a:pt x="1616697" y="0"/>
                  </a:moveTo>
                  <a:lnTo>
                    <a:pt x="0" y="1616697"/>
                  </a:lnTo>
                  <a:lnTo>
                    <a:pt x="35547" y="1616697"/>
                  </a:lnTo>
                  <a:lnTo>
                    <a:pt x="69850" y="1616697"/>
                  </a:lnTo>
                  <a:lnTo>
                    <a:pt x="1616697" y="69850"/>
                  </a:lnTo>
                  <a:lnTo>
                    <a:pt x="1616697" y="35560"/>
                  </a:lnTo>
                  <a:lnTo>
                    <a:pt x="16166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91710" y="5205714"/>
              <a:ext cx="1652270" cy="1652270"/>
            </a:xfrm>
            <a:custGeom>
              <a:avLst/>
              <a:gdLst/>
              <a:ahLst/>
              <a:cxnLst/>
              <a:rect l="l" t="t" r="r" b="b"/>
              <a:pathLst>
                <a:path w="1652270" h="1652270">
                  <a:moveTo>
                    <a:pt x="35574" y="1652271"/>
                  </a:moveTo>
                  <a:lnTo>
                    <a:pt x="0" y="1652271"/>
                  </a:lnTo>
                  <a:lnTo>
                    <a:pt x="1652271" y="0"/>
                  </a:lnTo>
                  <a:lnTo>
                    <a:pt x="1652271" y="35574"/>
                  </a:lnTo>
                  <a:lnTo>
                    <a:pt x="35574" y="165227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56159" y="5170164"/>
              <a:ext cx="1687830" cy="1687830"/>
            </a:xfrm>
            <a:custGeom>
              <a:avLst/>
              <a:gdLst/>
              <a:ahLst/>
              <a:cxnLst/>
              <a:rect l="l" t="t" r="r" b="b"/>
              <a:pathLst>
                <a:path w="1687829" h="1687829">
                  <a:moveTo>
                    <a:pt x="35549" y="1687821"/>
                  </a:moveTo>
                  <a:lnTo>
                    <a:pt x="0" y="1687821"/>
                  </a:lnTo>
                  <a:lnTo>
                    <a:pt x="1687821" y="0"/>
                  </a:lnTo>
                  <a:lnTo>
                    <a:pt x="1687821" y="35549"/>
                  </a:lnTo>
                  <a:lnTo>
                    <a:pt x="35549" y="168782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20585" y="5134589"/>
              <a:ext cx="1724025" cy="1724025"/>
            </a:xfrm>
            <a:custGeom>
              <a:avLst/>
              <a:gdLst/>
              <a:ahLst/>
              <a:cxnLst/>
              <a:rect l="l" t="t" r="r" b="b"/>
              <a:pathLst>
                <a:path w="1724025" h="1724025">
                  <a:moveTo>
                    <a:pt x="35574" y="1723396"/>
                  </a:moveTo>
                  <a:lnTo>
                    <a:pt x="0" y="1723396"/>
                  </a:lnTo>
                  <a:lnTo>
                    <a:pt x="1723396" y="0"/>
                  </a:lnTo>
                  <a:lnTo>
                    <a:pt x="1723396" y="35574"/>
                  </a:lnTo>
                  <a:lnTo>
                    <a:pt x="35574" y="172339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52004" y="5066017"/>
              <a:ext cx="1791970" cy="1791970"/>
            </a:xfrm>
            <a:custGeom>
              <a:avLst/>
              <a:gdLst/>
              <a:ahLst/>
              <a:cxnLst/>
              <a:rect l="l" t="t" r="r" b="b"/>
              <a:pathLst>
                <a:path w="1791970" h="1791970">
                  <a:moveTo>
                    <a:pt x="1791970" y="0"/>
                  </a:moveTo>
                  <a:lnTo>
                    <a:pt x="0" y="1791970"/>
                  </a:lnTo>
                  <a:lnTo>
                    <a:pt x="34302" y="1791970"/>
                  </a:lnTo>
                  <a:lnTo>
                    <a:pt x="68580" y="1791970"/>
                  </a:lnTo>
                  <a:lnTo>
                    <a:pt x="1791970" y="68580"/>
                  </a:lnTo>
                  <a:lnTo>
                    <a:pt x="1791970" y="34302"/>
                  </a:lnTo>
                  <a:lnTo>
                    <a:pt x="17919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6460" y="5030465"/>
              <a:ext cx="1827530" cy="1827530"/>
            </a:xfrm>
            <a:custGeom>
              <a:avLst/>
              <a:gdLst/>
              <a:ahLst/>
              <a:cxnLst/>
              <a:rect l="l" t="t" r="r" b="b"/>
              <a:pathLst>
                <a:path w="1827529" h="1827529">
                  <a:moveTo>
                    <a:pt x="35549" y="1827521"/>
                  </a:moveTo>
                  <a:lnTo>
                    <a:pt x="0" y="1827521"/>
                  </a:lnTo>
                  <a:lnTo>
                    <a:pt x="1827521" y="0"/>
                  </a:lnTo>
                  <a:lnTo>
                    <a:pt x="1827521" y="35549"/>
                  </a:lnTo>
                  <a:lnTo>
                    <a:pt x="35549" y="182752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45325" y="4959350"/>
              <a:ext cx="1898650" cy="1898650"/>
            </a:xfrm>
            <a:custGeom>
              <a:avLst/>
              <a:gdLst/>
              <a:ahLst/>
              <a:cxnLst/>
              <a:rect l="l" t="t" r="r" b="b"/>
              <a:pathLst>
                <a:path w="1898650" h="1898650">
                  <a:moveTo>
                    <a:pt x="1898650" y="0"/>
                  </a:moveTo>
                  <a:lnTo>
                    <a:pt x="0" y="1898637"/>
                  </a:lnTo>
                  <a:lnTo>
                    <a:pt x="35560" y="1898637"/>
                  </a:lnTo>
                  <a:lnTo>
                    <a:pt x="71132" y="1898637"/>
                  </a:lnTo>
                  <a:lnTo>
                    <a:pt x="1898650" y="71120"/>
                  </a:lnTo>
                  <a:lnTo>
                    <a:pt x="1898650" y="35547"/>
                  </a:lnTo>
                  <a:lnTo>
                    <a:pt x="189865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09785" y="4923790"/>
              <a:ext cx="1934210" cy="1934210"/>
            </a:xfrm>
            <a:custGeom>
              <a:avLst/>
              <a:gdLst/>
              <a:ahLst/>
              <a:cxnLst/>
              <a:rect l="l" t="t" r="r" b="b"/>
              <a:pathLst>
                <a:path w="1934209" h="1934209">
                  <a:moveTo>
                    <a:pt x="35549" y="1934196"/>
                  </a:moveTo>
                  <a:lnTo>
                    <a:pt x="0" y="1934196"/>
                  </a:lnTo>
                  <a:lnTo>
                    <a:pt x="1934196" y="0"/>
                  </a:lnTo>
                  <a:lnTo>
                    <a:pt x="1934196" y="35549"/>
                  </a:lnTo>
                  <a:lnTo>
                    <a:pt x="35549" y="193419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74210" y="4888215"/>
              <a:ext cx="1969770" cy="1969770"/>
            </a:xfrm>
            <a:custGeom>
              <a:avLst/>
              <a:gdLst/>
              <a:ahLst/>
              <a:cxnLst/>
              <a:rect l="l" t="t" r="r" b="b"/>
              <a:pathLst>
                <a:path w="1969770" h="1969770">
                  <a:moveTo>
                    <a:pt x="35574" y="1969771"/>
                  </a:moveTo>
                  <a:lnTo>
                    <a:pt x="0" y="1969771"/>
                  </a:lnTo>
                  <a:lnTo>
                    <a:pt x="1969771" y="0"/>
                  </a:lnTo>
                  <a:lnTo>
                    <a:pt x="1969771" y="35574"/>
                  </a:lnTo>
                  <a:lnTo>
                    <a:pt x="35574" y="196977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05625" y="4819650"/>
              <a:ext cx="2038350" cy="2038350"/>
            </a:xfrm>
            <a:custGeom>
              <a:avLst/>
              <a:gdLst/>
              <a:ahLst/>
              <a:cxnLst/>
              <a:rect l="l" t="t" r="r" b="b"/>
              <a:pathLst>
                <a:path w="2038350" h="2038350">
                  <a:moveTo>
                    <a:pt x="2038350" y="0"/>
                  </a:moveTo>
                  <a:lnTo>
                    <a:pt x="0" y="2038337"/>
                  </a:lnTo>
                  <a:lnTo>
                    <a:pt x="34302" y="2038337"/>
                  </a:lnTo>
                  <a:lnTo>
                    <a:pt x="68580" y="2038337"/>
                  </a:lnTo>
                  <a:lnTo>
                    <a:pt x="2038350" y="68567"/>
                  </a:lnTo>
                  <a:lnTo>
                    <a:pt x="2038350" y="34302"/>
                  </a:lnTo>
                  <a:lnTo>
                    <a:pt x="203835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34504" y="4748517"/>
              <a:ext cx="2109470" cy="2109470"/>
            </a:xfrm>
            <a:custGeom>
              <a:avLst/>
              <a:gdLst/>
              <a:ahLst/>
              <a:cxnLst/>
              <a:rect l="l" t="t" r="r" b="b"/>
              <a:pathLst>
                <a:path w="2109470" h="2109470">
                  <a:moveTo>
                    <a:pt x="2109470" y="0"/>
                  </a:moveTo>
                  <a:lnTo>
                    <a:pt x="0" y="2109470"/>
                  </a:lnTo>
                  <a:lnTo>
                    <a:pt x="35572" y="2109470"/>
                  </a:lnTo>
                  <a:lnTo>
                    <a:pt x="71120" y="2109470"/>
                  </a:lnTo>
                  <a:lnTo>
                    <a:pt x="2109470" y="71132"/>
                  </a:lnTo>
                  <a:lnTo>
                    <a:pt x="2109470" y="35585"/>
                  </a:lnTo>
                  <a:lnTo>
                    <a:pt x="21094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98961" y="4712965"/>
              <a:ext cx="2145030" cy="2145030"/>
            </a:xfrm>
            <a:custGeom>
              <a:avLst/>
              <a:gdLst/>
              <a:ahLst/>
              <a:cxnLst/>
              <a:rect l="l" t="t" r="r" b="b"/>
              <a:pathLst>
                <a:path w="2145029" h="2145029">
                  <a:moveTo>
                    <a:pt x="35549" y="2145020"/>
                  </a:moveTo>
                  <a:lnTo>
                    <a:pt x="0" y="2145020"/>
                  </a:lnTo>
                  <a:lnTo>
                    <a:pt x="2145020" y="0"/>
                  </a:lnTo>
                  <a:lnTo>
                    <a:pt x="2145020" y="35549"/>
                  </a:lnTo>
                  <a:lnTo>
                    <a:pt x="35549" y="214502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63385" y="4677390"/>
              <a:ext cx="2180590" cy="2180590"/>
            </a:xfrm>
            <a:custGeom>
              <a:avLst/>
              <a:gdLst/>
              <a:ahLst/>
              <a:cxnLst/>
              <a:rect l="l" t="t" r="r" b="b"/>
              <a:pathLst>
                <a:path w="2180590" h="2180590">
                  <a:moveTo>
                    <a:pt x="35574" y="2180595"/>
                  </a:moveTo>
                  <a:lnTo>
                    <a:pt x="0" y="2180595"/>
                  </a:lnTo>
                  <a:lnTo>
                    <a:pt x="2180595" y="0"/>
                  </a:lnTo>
                  <a:lnTo>
                    <a:pt x="2180595" y="35574"/>
                  </a:lnTo>
                  <a:lnTo>
                    <a:pt x="35574" y="218059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29111" y="4643115"/>
              <a:ext cx="2214880" cy="2214880"/>
            </a:xfrm>
            <a:custGeom>
              <a:avLst/>
              <a:gdLst/>
              <a:ahLst/>
              <a:cxnLst/>
              <a:rect l="l" t="t" r="r" b="b"/>
              <a:pathLst>
                <a:path w="2214879" h="2214879">
                  <a:moveTo>
                    <a:pt x="34274" y="2214870"/>
                  </a:moveTo>
                  <a:lnTo>
                    <a:pt x="0" y="2214870"/>
                  </a:lnTo>
                  <a:lnTo>
                    <a:pt x="2214870" y="0"/>
                  </a:lnTo>
                  <a:lnTo>
                    <a:pt x="2214870" y="34274"/>
                  </a:lnTo>
                  <a:lnTo>
                    <a:pt x="34274" y="221487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94810" y="4608815"/>
              <a:ext cx="2249170" cy="2249170"/>
            </a:xfrm>
            <a:custGeom>
              <a:avLst/>
              <a:gdLst/>
              <a:ahLst/>
              <a:cxnLst/>
              <a:rect l="l" t="t" r="r" b="b"/>
              <a:pathLst>
                <a:path w="2249170" h="2249170">
                  <a:moveTo>
                    <a:pt x="34299" y="2249170"/>
                  </a:moveTo>
                  <a:lnTo>
                    <a:pt x="0" y="2249170"/>
                  </a:lnTo>
                  <a:lnTo>
                    <a:pt x="2249170" y="0"/>
                  </a:lnTo>
                  <a:lnTo>
                    <a:pt x="2249170" y="34299"/>
                  </a:lnTo>
                  <a:lnTo>
                    <a:pt x="34299" y="224917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59261" y="4573265"/>
              <a:ext cx="2284730" cy="2284730"/>
            </a:xfrm>
            <a:custGeom>
              <a:avLst/>
              <a:gdLst/>
              <a:ahLst/>
              <a:cxnLst/>
              <a:rect l="l" t="t" r="r" b="b"/>
              <a:pathLst>
                <a:path w="2284729" h="2284729">
                  <a:moveTo>
                    <a:pt x="35549" y="2284720"/>
                  </a:moveTo>
                  <a:lnTo>
                    <a:pt x="0" y="2284720"/>
                  </a:lnTo>
                  <a:lnTo>
                    <a:pt x="2284720" y="0"/>
                  </a:lnTo>
                  <a:lnTo>
                    <a:pt x="2284720" y="35549"/>
                  </a:lnTo>
                  <a:lnTo>
                    <a:pt x="35549" y="228472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88125" y="4502150"/>
              <a:ext cx="2355850" cy="2355850"/>
            </a:xfrm>
            <a:custGeom>
              <a:avLst/>
              <a:gdLst/>
              <a:ahLst/>
              <a:cxnLst/>
              <a:rect l="l" t="t" r="r" b="b"/>
              <a:pathLst>
                <a:path w="2355850" h="2355850">
                  <a:moveTo>
                    <a:pt x="2355850" y="0"/>
                  </a:moveTo>
                  <a:lnTo>
                    <a:pt x="0" y="2355837"/>
                  </a:lnTo>
                  <a:lnTo>
                    <a:pt x="35560" y="2355837"/>
                  </a:lnTo>
                  <a:lnTo>
                    <a:pt x="71132" y="2355837"/>
                  </a:lnTo>
                  <a:lnTo>
                    <a:pt x="2355850" y="71120"/>
                  </a:lnTo>
                  <a:lnTo>
                    <a:pt x="2355850" y="35547"/>
                  </a:lnTo>
                  <a:lnTo>
                    <a:pt x="235585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52586" y="4466590"/>
              <a:ext cx="2391410" cy="2391410"/>
            </a:xfrm>
            <a:custGeom>
              <a:avLst/>
              <a:gdLst/>
              <a:ahLst/>
              <a:cxnLst/>
              <a:rect l="l" t="t" r="r" b="b"/>
              <a:pathLst>
                <a:path w="2391409" h="2391409">
                  <a:moveTo>
                    <a:pt x="35549" y="2391395"/>
                  </a:moveTo>
                  <a:lnTo>
                    <a:pt x="0" y="2391395"/>
                  </a:lnTo>
                  <a:lnTo>
                    <a:pt x="2391395" y="0"/>
                  </a:lnTo>
                  <a:lnTo>
                    <a:pt x="2391395" y="35549"/>
                  </a:lnTo>
                  <a:lnTo>
                    <a:pt x="35549" y="239139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82727" y="4396752"/>
              <a:ext cx="2461260" cy="2461260"/>
            </a:xfrm>
            <a:custGeom>
              <a:avLst/>
              <a:gdLst/>
              <a:ahLst/>
              <a:cxnLst/>
              <a:rect l="l" t="t" r="r" b="b"/>
              <a:pathLst>
                <a:path w="2461259" h="2461259">
                  <a:moveTo>
                    <a:pt x="2461247" y="0"/>
                  </a:moveTo>
                  <a:lnTo>
                    <a:pt x="0" y="2461234"/>
                  </a:lnTo>
                  <a:lnTo>
                    <a:pt x="34277" y="2461234"/>
                  </a:lnTo>
                  <a:lnTo>
                    <a:pt x="69850" y="2461234"/>
                  </a:lnTo>
                  <a:lnTo>
                    <a:pt x="2461247" y="69850"/>
                  </a:lnTo>
                  <a:lnTo>
                    <a:pt x="2461247" y="34264"/>
                  </a:lnTo>
                  <a:lnTo>
                    <a:pt x="246124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48436" y="4362441"/>
              <a:ext cx="2495550" cy="2495550"/>
            </a:xfrm>
            <a:custGeom>
              <a:avLst/>
              <a:gdLst/>
              <a:ahLst/>
              <a:cxnLst/>
              <a:rect l="l" t="t" r="r" b="b"/>
              <a:pathLst>
                <a:path w="2495550" h="2495550">
                  <a:moveTo>
                    <a:pt x="34299" y="2495544"/>
                  </a:moveTo>
                  <a:lnTo>
                    <a:pt x="0" y="2495544"/>
                  </a:lnTo>
                  <a:lnTo>
                    <a:pt x="2495544" y="0"/>
                  </a:lnTo>
                  <a:lnTo>
                    <a:pt x="2495544" y="34299"/>
                  </a:lnTo>
                  <a:lnTo>
                    <a:pt x="34299" y="249554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12887" y="4326891"/>
              <a:ext cx="2531110" cy="2531110"/>
            </a:xfrm>
            <a:custGeom>
              <a:avLst/>
              <a:gdLst/>
              <a:ahLst/>
              <a:cxnLst/>
              <a:rect l="l" t="t" r="r" b="b"/>
              <a:pathLst>
                <a:path w="2531109" h="2531109">
                  <a:moveTo>
                    <a:pt x="35549" y="2531094"/>
                  </a:moveTo>
                  <a:lnTo>
                    <a:pt x="0" y="2531094"/>
                  </a:lnTo>
                  <a:lnTo>
                    <a:pt x="2531094" y="0"/>
                  </a:lnTo>
                  <a:lnTo>
                    <a:pt x="2531094" y="35549"/>
                  </a:lnTo>
                  <a:lnTo>
                    <a:pt x="35549" y="25310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41757" y="4255769"/>
              <a:ext cx="2602230" cy="2602230"/>
            </a:xfrm>
            <a:custGeom>
              <a:avLst/>
              <a:gdLst/>
              <a:ahLst/>
              <a:cxnLst/>
              <a:rect l="l" t="t" r="r" b="b"/>
              <a:pathLst>
                <a:path w="2602229" h="2602229">
                  <a:moveTo>
                    <a:pt x="2602217" y="0"/>
                  </a:moveTo>
                  <a:lnTo>
                    <a:pt x="0" y="2602217"/>
                  </a:lnTo>
                  <a:lnTo>
                    <a:pt x="35547" y="2602217"/>
                  </a:lnTo>
                  <a:lnTo>
                    <a:pt x="71120" y="2602217"/>
                  </a:lnTo>
                  <a:lnTo>
                    <a:pt x="2602217" y="71132"/>
                  </a:lnTo>
                  <a:lnTo>
                    <a:pt x="2602217" y="35547"/>
                  </a:lnTo>
                  <a:lnTo>
                    <a:pt x="26022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06186" y="4220191"/>
              <a:ext cx="2637790" cy="2637790"/>
            </a:xfrm>
            <a:custGeom>
              <a:avLst/>
              <a:gdLst/>
              <a:ahLst/>
              <a:cxnLst/>
              <a:rect l="l" t="t" r="r" b="b"/>
              <a:pathLst>
                <a:path w="2637790" h="2637790">
                  <a:moveTo>
                    <a:pt x="35574" y="2637794"/>
                  </a:moveTo>
                  <a:lnTo>
                    <a:pt x="0" y="2637794"/>
                  </a:lnTo>
                  <a:lnTo>
                    <a:pt x="2637794" y="0"/>
                  </a:lnTo>
                  <a:lnTo>
                    <a:pt x="2637794" y="35574"/>
                  </a:lnTo>
                  <a:lnTo>
                    <a:pt x="35574" y="26377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435077" y="4149102"/>
              <a:ext cx="2708910" cy="2708910"/>
            </a:xfrm>
            <a:custGeom>
              <a:avLst/>
              <a:gdLst/>
              <a:ahLst/>
              <a:cxnLst/>
              <a:rect l="l" t="t" r="r" b="b"/>
              <a:pathLst>
                <a:path w="2708909" h="2708909">
                  <a:moveTo>
                    <a:pt x="2708897" y="0"/>
                  </a:moveTo>
                  <a:lnTo>
                    <a:pt x="0" y="2708884"/>
                  </a:lnTo>
                  <a:lnTo>
                    <a:pt x="35547" y="2708884"/>
                  </a:lnTo>
                  <a:lnTo>
                    <a:pt x="71107" y="2708884"/>
                  </a:lnTo>
                  <a:lnTo>
                    <a:pt x="2708897" y="71094"/>
                  </a:lnTo>
                  <a:lnTo>
                    <a:pt x="2708897" y="35547"/>
                  </a:lnTo>
                  <a:lnTo>
                    <a:pt x="27088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402061" y="4116066"/>
              <a:ext cx="2741930" cy="2741930"/>
            </a:xfrm>
            <a:custGeom>
              <a:avLst/>
              <a:gdLst/>
              <a:ahLst/>
              <a:cxnLst/>
              <a:rect l="l" t="t" r="r" b="b"/>
              <a:pathLst>
                <a:path w="2741929" h="2741929">
                  <a:moveTo>
                    <a:pt x="33024" y="2741919"/>
                  </a:moveTo>
                  <a:lnTo>
                    <a:pt x="0" y="2741919"/>
                  </a:lnTo>
                  <a:lnTo>
                    <a:pt x="2741919" y="0"/>
                  </a:lnTo>
                  <a:lnTo>
                    <a:pt x="2741919" y="33024"/>
                  </a:lnTo>
                  <a:lnTo>
                    <a:pt x="33024" y="274191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66487" y="4080491"/>
              <a:ext cx="2777490" cy="2777490"/>
            </a:xfrm>
            <a:custGeom>
              <a:avLst/>
              <a:gdLst/>
              <a:ahLst/>
              <a:cxnLst/>
              <a:rect l="l" t="t" r="r" b="b"/>
              <a:pathLst>
                <a:path w="2777490" h="2777490">
                  <a:moveTo>
                    <a:pt x="35574" y="2777494"/>
                  </a:moveTo>
                  <a:lnTo>
                    <a:pt x="0" y="2777494"/>
                  </a:lnTo>
                  <a:lnTo>
                    <a:pt x="2777494" y="0"/>
                  </a:lnTo>
                  <a:lnTo>
                    <a:pt x="2777494" y="35574"/>
                  </a:lnTo>
                  <a:lnTo>
                    <a:pt x="35574" y="27774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95377" y="4009402"/>
              <a:ext cx="2848610" cy="2848610"/>
            </a:xfrm>
            <a:custGeom>
              <a:avLst/>
              <a:gdLst/>
              <a:ahLst/>
              <a:cxnLst/>
              <a:rect l="l" t="t" r="r" b="b"/>
              <a:pathLst>
                <a:path w="2848609" h="2848609">
                  <a:moveTo>
                    <a:pt x="2848597" y="0"/>
                  </a:moveTo>
                  <a:lnTo>
                    <a:pt x="0" y="2848584"/>
                  </a:lnTo>
                  <a:lnTo>
                    <a:pt x="35560" y="2848584"/>
                  </a:lnTo>
                  <a:lnTo>
                    <a:pt x="71107" y="2848584"/>
                  </a:lnTo>
                  <a:lnTo>
                    <a:pt x="2848597" y="71094"/>
                  </a:lnTo>
                  <a:lnTo>
                    <a:pt x="2848597" y="35547"/>
                  </a:lnTo>
                  <a:lnTo>
                    <a:pt x="28485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25527" y="3939552"/>
              <a:ext cx="2918460" cy="2918460"/>
            </a:xfrm>
            <a:custGeom>
              <a:avLst/>
              <a:gdLst/>
              <a:ahLst/>
              <a:cxnLst/>
              <a:rect l="l" t="t" r="r" b="b"/>
              <a:pathLst>
                <a:path w="2918459" h="2918459">
                  <a:moveTo>
                    <a:pt x="2918447" y="0"/>
                  </a:moveTo>
                  <a:lnTo>
                    <a:pt x="0" y="2918434"/>
                  </a:lnTo>
                  <a:lnTo>
                    <a:pt x="34277" y="2918434"/>
                  </a:lnTo>
                  <a:lnTo>
                    <a:pt x="69850" y="2918434"/>
                  </a:lnTo>
                  <a:lnTo>
                    <a:pt x="2918447" y="69850"/>
                  </a:lnTo>
                  <a:lnTo>
                    <a:pt x="2918447" y="34264"/>
                  </a:lnTo>
                  <a:lnTo>
                    <a:pt x="291844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91237" y="3905242"/>
              <a:ext cx="2952750" cy="2952750"/>
            </a:xfrm>
            <a:custGeom>
              <a:avLst/>
              <a:gdLst/>
              <a:ahLst/>
              <a:cxnLst/>
              <a:rect l="l" t="t" r="r" b="b"/>
              <a:pathLst>
                <a:path w="2952750" h="2952750">
                  <a:moveTo>
                    <a:pt x="34299" y="2952744"/>
                  </a:moveTo>
                  <a:lnTo>
                    <a:pt x="0" y="2952744"/>
                  </a:lnTo>
                  <a:lnTo>
                    <a:pt x="2952744" y="0"/>
                  </a:lnTo>
                  <a:lnTo>
                    <a:pt x="2952744" y="34299"/>
                  </a:lnTo>
                  <a:lnTo>
                    <a:pt x="34299" y="295274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155687" y="3869692"/>
              <a:ext cx="2988310" cy="2988310"/>
            </a:xfrm>
            <a:custGeom>
              <a:avLst/>
              <a:gdLst/>
              <a:ahLst/>
              <a:cxnLst/>
              <a:rect l="l" t="t" r="r" b="b"/>
              <a:pathLst>
                <a:path w="2988309" h="2988309">
                  <a:moveTo>
                    <a:pt x="35549" y="2988293"/>
                  </a:moveTo>
                  <a:lnTo>
                    <a:pt x="0" y="2988293"/>
                  </a:lnTo>
                  <a:lnTo>
                    <a:pt x="2988293" y="0"/>
                  </a:lnTo>
                  <a:lnTo>
                    <a:pt x="2988293" y="35549"/>
                  </a:lnTo>
                  <a:lnTo>
                    <a:pt x="35549" y="29882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120112" y="3834117"/>
              <a:ext cx="3023870" cy="3023870"/>
            </a:xfrm>
            <a:custGeom>
              <a:avLst/>
              <a:gdLst/>
              <a:ahLst/>
              <a:cxnLst/>
              <a:rect l="l" t="t" r="r" b="b"/>
              <a:pathLst>
                <a:path w="3023870" h="3023870">
                  <a:moveTo>
                    <a:pt x="35574" y="3023868"/>
                  </a:moveTo>
                  <a:lnTo>
                    <a:pt x="0" y="3023868"/>
                  </a:lnTo>
                  <a:lnTo>
                    <a:pt x="3023868" y="0"/>
                  </a:lnTo>
                  <a:lnTo>
                    <a:pt x="3023868" y="35574"/>
                  </a:lnTo>
                  <a:lnTo>
                    <a:pt x="35574" y="302386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084562" y="3798567"/>
              <a:ext cx="3059430" cy="3059430"/>
            </a:xfrm>
            <a:custGeom>
              <a:avLst/>
              <a:gdLst/>
              <a:ahLst/>
              <a:cxnLst/>
              <a:rect l="l" t="t" r="r" b="b"/>
              <a:pathLst>
                <a:path w="3059429" h="3059429">
                  <a:moveTo>
                    <a:pt x="35549" y="3059418"/>
                  </a:moveTo>
                  <a:lnTo>
                    <a:pt x="0" y="3059418"/>
                  </a:lnTo>
                  <a:lnTo>
                    <a:pt x="3059418" y="0"/>
                  </a:lnTo>
                  <a:lnTo>
                    <a:pt x="3059418" y="35549"/>
                  </a:lnTo>
                  <a:lnTo>
                    <a:pt x="35549" y="305941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048987" y="3762992"/>
              <a:ext cx="3094990" cy="3094990"/>
            </a:xfrm>
            <a:custGeom>
              <a:avLst/>
              <a:gdLst/>
              <a:ahLst/>
              <a:cxnLst/>
              <a:rect l="l" t="t" r="r" b="b"/>
              <a:pathLst>
                <a:path w="3094990" h="3094990">
                  <a:moveTo>
                    <a:pt x="35574" y="3094993"/>
                  </a:moveTo>
                  <a:lnTo>
                    <a:pt x="0" y="3094993"/>
                  </a:lnTo>
                  <a:lnTo>
                    <a:pt x="3094993" y="0"/>
                  </a:lnTo>
                  <a:lnTo>
                    <a:pt x="3094993" y="35574"/>
                  </a:lnTo>
                  <a:lnTo>
                    <a:pt x="35574" y="3094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13437" y="3727442"/>
              <a:ext cx="3130550" cy="3130550"/>
            </a:xfrm>
            <a:custGeom>
              <a:avLst/>
              <a:gdLst/>
              <a:ahLst/>
              <a:cxnLst/>
              <a:rect l="l" t="t" r="r" b="b"/>
              <a:pathLst>
                <a:path w="3130550" h="3130550">
                  <a:moveTo>
                    <a:pt x="35549" y="3130543"/>
                  </a:moveTo>
                  <a:lnTo>
                    <a:pt x="0" y="3130543"/>
                  </a:lnTo>
                  <a:lnTo>
                    <a:pt x="3130543" y="0"/>
                  </a:lnTo>
                  <a:lnTo>
                    <a:pt x="3130543" y="35549"/>
                  </a:lnTo>
                  <a:lnTo>
                    <a:pt x="35549" y="313054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944857" y="3658869"/>
              <a:ext cx="3199130" cy="3199130"/>
            </a:xfrm>
            <a:custGeom>
              <a:avLst/>
              <a:gdLst/>
              <a:ahLst/>
              <a:cxnLst/>
              <a:rect l="l" t="t" r="r" b="b"/>
              <a:pathLst>
                <a:path w="3199129" h="3199129">
                  <a:moveTo>
                    <a:pt x="3199117" y="0"/>
                  </a:moveTo>
                  <a:lnTo>
                    <a:pt x="0" y="3199117"/>
                  </a:lnTo>
                  <a:lnTo>
                    <a:pt x="35547" y="3199117"/>
                  </a:lnTo>
                  <a:lnTo>
                    <a:pt x="68580" y="3199117"/>
                  </a:lnTo>
                  <a:lnTo>
                    <a:pt x="3199117" y="68580"/>
                  </a:lnTo>
                  <a:lnTo>
                    <a:pt x="3199117" y="35560"/>
                  </a:lnTo>
                  <a:lnTo>
                    <a:pt x="31991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873737" y="3587750"/>
              <a:ext cx="3270250" cy="3270250"/>
            </a:xfrm>
            <a:custGeom>
              <a:avLst/>
              <a:gdLst/>
              <a:ahLst/>
              <a:cxnLst/>
              <a:rect l="l" t="t" r="r" b="b"/>
              <a:pathLst>
                <a:path w="3270250" h="3270250">
                  <a:moveTo>
                    <a:pt x="3270237" y="0"/>
                  </a:moveTo>
                  <a:lnTo>
                    <a:pt x="0" y="3270237"/>
                  </a:lnTo>
                  <a:lnTo>
                    <a:pt x="35547" y="3270237"/>
                  </a:lnTo>
                  <a:lnTo>
                    <a:pt x="71120" y="3270237"/>
                  </a:lnTo>
                  <a:lnTo>
                    <a:pt x="3270237" y="71120"/>
                  </a:lnTo>
                  <a:lnTo>
                    <a:pt x="3270237" y="35547"/>
                  </a:lnTo>
                  <a:lnTo>
                    <a:pt x="32702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838188" y="3552192"/>
              <a:ext cx="3305810" cy="3305810"/>
            </a:xfrm>
            <a:custGeom>
              <a:avLst/>
              <a:gdLst/>
              <a:ahLst/>
              <a:cxnLst/>
              <a:rect l="l" t="t" r="r" b="b"/>
              <a:pathLst>
                <a:path w="3305809" h="3305809">
                  <a:moveTo>
                    <a:pt x="35549" y="3305793"/>
                  </a:moveTo>
                  <a:lnTo>
                    <a:pt x="0" y="3305793"/>
                  </a:lnTo>
                  <a:lnTo>
                    <a:pt x="3305793" y="0"/>
                  </a:lnTo>
                  <a:lnTo>
                    <a:pt x="3305793" y="35549"/>
                  </a:lnTo>
                  <a:lnTo>
                    <a:pt x="35549" y="33057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803888" y="3517893"/>
              <a:ext cx="3340100" cy="3340100"/>
            </a:xfrm>
            <a:custGeom>
              <a:avLst/>
              <a:gdLst/>
              <a:ahLst/>
              <a:cxnLst/>
              <a:rect l="l" t="t" r="r" b="b"/>
              <a:pathLst>
                <a:path w="3340100" h="3340100">
                  <a:moveTo>
                    <a:pt x="34299" y="3340093"/>
                  </a:moveTo>
                  <a:lnTo>
                    <a:pt x="0" y="3340093"/>
                  </a:lnTo>
                  <a:lnTo>
                    <a:pt x="3340093" y="0"/>
                  </a:lnTo>
                  <a:lnTo>
                    <a:pt x="3340093" y="34299"/>
                  </a:lnTo>
                  <a:lnTo>
                    <a:pt x="34299" y="33400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734037" y="3448050"/>
              <a:ext cx="3409950" cy="3409950"/>
            </a:xfrm>
            <a:custGeom>
              <a:avLst/>
              <a:gdLst/>
              <a:ahLst/>
              <a:cxnLst/>
              <a:rect l="l" t="t" r="r" b="b"/>
              <a:pathLst>
                <a:path w="3409950" h="3409950">
                  <a:moveTo>
                    <a:pt x="3409937" y="0"/>
                  </a:moveTo>
                  <a:lnTo>
                    <a:pt x="0" y="3409937"/>
                  </a:lnTo>
                  <a:lnTo>
                    <a:pt x="35547" y="3409937"/>
                  </a:lnTo>
                  <a:lnTo>
                    <a:pt x="69850" y="3409937"/>
                  </a:lnTo>
                  <a:lnTo>
                    <a:pt x="3409937" y="69850"/>
                  </a:lnTo>
                  <a:lnTo>
                    <a:pt x="3409937" y="35547"/>
                  </a:lnTo>
                  <a:lnTo>
                    <a:pt x="34099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698488" y="3412493"/>
              <a:ext cx="3445510" cy="3445510"/>
            </a:xfrm>
            <a:custGeom>
              <a:avLst/>
              <a:gdLst/>
              <a:ahLst/>
              <a:cxnLst/>
              <a:rect l="l" t="t" r="r" b="b"/>
              <a:pathLst>
                <a:path w="3445509" h="3445509">
                  <a:moveTo>
                    <a:pt x="35549" y="3445493"/>
                  </a:moveTo>
                  <a:lnTo>
                    <a:pt x="0" y="3445493"/>
                  </a:lnTo>
                  <a:lnTo>
                    <a:pt x="3445493" y="0"/>
                  </a:lnTo>
                  <a:lnTo>
                    <a:pt x="3445493" y="35549"/>
                  </a:lnTo>
                  <a:lnTo>
                    <a:pt x="35549" y="34454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627357" y="3341369"/>
              <a:ext cx="3516629" cy="3516629"/>
            </a:xfrm>
            <a:custGeom>
              <a:avLst/>
              <a:gdLst/>
              <a:ahLst/>
              <a:cxnLst/>
              <a:rect l="l" t="t" r="r" b="b"/>
              <a:pathLst>
                <a:path w="3516629" h="3516629">
                  <a:moveTo>
                    <a:pt x="3516617" y="0"/>
                  </a:moveTo>
                  <a:lnTo>
                    <a:pt x="0" y="3516617"/>
                  </a:lnTo>
                  <a:lnTo>
                    <a:pt x="35547" y="3516617"/>
                  </a:lnTo>
                  <a:lnTo>
                    <a:pt x="71120" y="3516617"/>
                  </a:lnTo>
                  <a:lnTo>
                    <a:pt x="3516617" y="71132"/>
                  </a:lnTo>
                  <a:lnTo>
                    <a:pt x="3516617" y="35560"/>
                  </a:lnTo>
                  <a:lnTo>
                    <a:pt x="35166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91788" y="3305793"/>
              <a:ext cx="3552190" cy="3552190"/>
            </a:xfrm>
            <a:custGeom>
              <a:avLst/>
              <a:gdLst/>
              <a:ahLst/>
              <a:cxnLst/>
              <a:rect l="l" t="t" r="r" b="b"/>
              <a:pathLst>
                <a:path w="3552190" h="3552190">
                  <a:moveTo>
                    <a:pt x="35574" y="3552192"/>
                  </a:moveTo>
                  <a:lnTo>
                    <a:pt x="0" y="3552192"/>
                  </a:lnTo>
                  <a:lnTo>
                    <a:pt x="3552192" y="0"/>
                  </a:lnTo>
                  <a:lnTo>
                    <a:pt x="3552192" y="35574"/>
                  </a:lnTo>
                  <a:lnTo>
                    <a:pt x="35574" y="355219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557513" y="3271518"/>
              <a:ext cx="3586479" cy="3586479"/>
            </a:xfrm>
            <a:custGeom>
              <a:avLst/>
              <a:gdLst/>
              <a:ahLst/>
              <a:cxnLst/>
              <a:rect l="l" t="t" r="r" b="b"/>
              <a:pathLst>
                <a:path w="3586479" h="3586479">
                  <a:moveTo>
                    <a:pt x="34274" y="3586467"/>
                  </a:moveTo>
                  <a:lnTo>
                    <a:pt x="0" y="3586467"/>
                  </a:lnTo>
                  <a:lnTo>
                    <a:pt x="3586467" y="0"/>
                  </a:lnTo>
                  <a:lnTo>
                    <a:pt x="3586467" y="34274"/>
                  </a:lnTo>
                  <a:lnTo>
                    <a:pt x="34274" y="358646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487657" y="3201669"/>
              <a:ext cx="3656329" cy="3656329"/>
            </a:xfrm>
            <a:custGeom>
              <a:avLst/>
              <a:gdLst/>
              <a:ahLst/>
              <a:cxnLst/>
              <a:rect l="l" t="t" r="r" b="b"/>
              <a:pathLst>
                <a:path w="3656329" h="3656329">
                  <a:moveTo>
                    <a:pt x="3656317" y="0"/>
                  </a:moveTo>
                  <a:lnTo>
                    <a:pt x="0" y="3656317"/>
                  </a:lnTo>
                  <a:lnTo>
                    <a:pt x="35547" y="3656317"/>
                  </a:lnTo>
                  <a:lnTo>
                    <a:pt x="69850" y="3656317"/>
                  </a:lnTo>
                  <a:lnTo>
                    <a:pt x="3656317" y="69850"/>
                  </a:lnTo>
                  <a:lnTo>
                    <a:pt x="3656317" y="35560"/>
                  </a:lnTo>
                  <a:lnTo>
                    <a:pt x="36563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452088" y="3166093"/>
              <a:ext cx="3691890" cy="3691890"/>
            </a:xfrm>
            <a:custGeom>
              <a:avLst/>
              <a:gdLst/>
              <a:ahLst/>
              <a:cxnLst/>
              <a:rect l="l" t="t" r="r" b="b"/>
              <a:pathLst>
                <a:path w="3691890" h="3691890">
                  <a:moveTo>
                    <a:pt x="35574" y="3691892"/>
                  </a:moveTo>
                  <a:lnTo>
                    <a:pt x="0" y="3691892"/>
                  </a:lnTo>
                  <a:lnTo>
                    <a:pt x="3691892" y="0"/>
                  </a:lnTo>
                  <a:lnTo>
                    <a:pt x="3691892" y="35574"/>
                  </a:lnTo>
                  <a:lnTo>
                    <a:pt x="35574" y="369189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80977" y="3095002"/>
              <a:ext cx="3763010" cy="3763010"/>
            </a:xfrm>
            <a:custGeom>
              <a:avLst/>
              <a:gdLst/>
              <a:ahLst/>
              <a:cxnLst/>
              <a:rect l="l" t="t" r="r" b="b"/>
              <a:pathLst>
                <a:path w="3763009" h="3763009">
                  <a:moveTo>
                    <a:pt x="3762997" y="0"/>
                  </a:moveTo>
                  <a:lnTo>
                    <a:pt x="0" y="3762984"/>
                  </a:lnTo>
                  <a:lnTo>
                    <a:pt x="35560" y="3762984"/>
                  </a:lnTo>
                  <a:lnTo>
                    <a:pt x="71107" y="3762984"/>
                  </a:lnTo>
                  <a:lnTo>
                    <a:pt x="3762997" y="71094"/>
                  </a:lnTo>
                  <a:lnTo>
                    <a:pt x="3762997" y="35547"/>
                  </a:lnTo>
                  <a:lnTo>
                    <a:pt x="37629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346689" y="3060693"/>
              <a:ext cx="3797300" cy="3797300"/>
            </a:xfrm>
            <a:custGeom>
              <a:avLst/>
              <a:gdLst/>
              <a:ahLst/>
              <a:cxnLst/>
              <a:rect l="l" t="t" r="r" b="b"/>
              <a:pathLst>
                <a:path w="3797300" h="3797300">
                  <a:moveTo>
                    <a:pt x="34299" y="3797292"/>
                  </a:moveTo>
                  <a:lnTo>
                    <a:pt x="0" y="3797292"/>
                  </a:lnTo>
                  <a:lnTo>
                    <a:pt x="3797292" y="0"/>
                  </a:lnTo>
                  <a:lnTo>
                    <a:pt x="3797292" y="34299"/>
                  </a:lnTo>
                  <a:lnTo>
                    <a:pt x="34299" y="379729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11139" y="3025143"/>
              <a:ext cx="3832860" cy="3832860"/>
            </a:xfrm>
            <a:custGeom>
              <a:avLst/>
              <a:gdLst/>
              <a:ahLst/>
              <a:cxnLst/>
              <a:rect l="l" t="t" r="r" b="b"/>
              <a:pathLst>
                <a:path w="3832859" h="3832859">
                  <a:moveTo>
                    <a:pt x="35549" y="3832842"/>
                  </a:moveTo>
                  <a:lnTo>
                    <a:pt x="0" y="3832842"/>
                  </a:lnTo>
                  <a:lnTo>
                    <a:pt x="3832842" y="0"/>
                  </a:lnTo>
                  <a:lnTo>
                    <a:pt x="3832842" y="35549"/>
                  </a:lnTo>
                  <a:lnTo>
                    <a:pt x="35549" y="383284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276839" y="2990843"/>
              <a:ext cx="3867150" cy="3867150"/>
            </a:xfrm>
            <a:custGeom>
              <a:avLst/>
              <a:gdLst/>
              <a:ahLst/>
              <a:cxnLst/>
              <a:rect l="l" t="t" r="r" b="b"/>
              <a:pathLst>
                <a:path w="3867150" h="3867150">
                  <a:moveTo>
                    <a:pt x="34299" y="3867142"/>
                  </a:moveTo>
                  <a:lnTo>
                    <a:pt x="0" y="3867142"/>
                  </a:lnTo>
                  <a:lnTo>
                    <a:pt x="3867142" y="0"/>
                  </a:lnTo>
                  <a:lnTo>
                    <a:pt x="3867142" y="34299"/>
                  </a:lnTo>
                  <a:lnTo>
                    <a:pt x="34299" y="386714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241289" y="2955294"/>
              <a:ext cx="3902710" cy="3902710"/>
            </a:xfrm>
            <a:custGeom>
              <a:avLst/>
              <a:gdLst/>
              <a:ahLst/>
              <a:cxnLst/>
              <a:rect l="l" t="t" r="r" b="b"/>
              <a:pathLst>
                <a:path w="3902709" h="3902709">
                  <a:moveTo>
                    <a:pt x="35549" y="3902692"/>
                  </a:moveTo>
                  <a:lnTo>
                    <a:pt x="0" y="3902692"/>
                  </a:lnTo>
                  <a:lnTo>
                    <a:pt x="3902692" y="0"/>
                  </a:lnTo>
                  <a:lnTo>
                    <a:pt x="3902692" y="35549"/>
                  </a:lnTo>
                  <a:lnTo>
                    <a:pt x="35549" y="390269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205714" y="2919719"/>
              <a:ext cx="3938270" cy="3938270"/>
            </a:xfrm>
            <a:custGeom>
              <a:avLst/>
              <a:gdLst/>
              <a:ahLst/>
              <a:cxnLst/>
              <a:rect l="l" t="t" r="r" b="b"/>
              <a:pathLst>
                <a:path w="3938270" h="3938270">
                  <a:moveTo>
                    <a:pt x="35574" y="3938267"/>
                  </a:moveTo>
                  <a:lnTo>
                    <a:pt x="0" y="3938267"/>
                  </a:lnTo>
                  <a:lnTo>
                    <a:pt x="3938267" y="0"/>
                  </a:lnTo>
                  <a:lnTo>
                    <a:pt x="3938267" y="35574"/>
                  </a:lnTo>
                  <a:lnTo>
                    <a:pt x="35574" y="393826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134584" y="2848597"/>
              <a:ext cx="4009390" cy="4009390"/>
            </a:xfrm>
            <a:custGeom>
              <a:avLst/>
              <a:gdLst/>
              <a:ahLst/>
              <a:cxnLst/>
              <a:rect l="l" t="t" r="r" b="b"/>
              <a:pathLst>
                <a:path w="4009390" h="4009390">
                  <a:moveTo>
                    <a:pt x="4009390" y="0"/>
                  </a:moveTo>
                  <a:lnTo>
                    <a:pt x="0" y="4009390"/>
                  </a:lnTo>
                  <a:lnTo>
                    <a:pt x="35572" y="4009390"/>
                  </a:lnTo>
                  <a:lnTo>
                    <a:pt x="71120" y="4009390"/>
                  </a:lnTo>
                  <a:lnTo>
                    <a:pt x="4009390" y="71132"/>
                  </a:lnTo>
                  <a:lnTo>
                    <a:pt x="4009390" y="35572"/>
                  </a:lnTo>
                  <a:lnTo>
                    <a:pt x="40093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066004" y="2780029"/>
              <a:ext cx="4077970" cy="4077970"/>
            </a:xfrm>
            <a:custGeom>
              <a:avLst/>
              <a:gdLst/>
              <a:ahLst/>
              <a:cxnLst/>
              <a:rect l="l" t="t" r="r" b="b"/>
              <a:pathLst>
                <a:path w="4077970" h="4077970">
                  <a:moveTo>
                    <a:pt x="4077970" y="0"/>
                  </a:moveTo>
                  <a:lnTo>
                    <a:pt x="0" y="4077957"/>
                  </a:lnTo>
                  <a:lnTo>
                    <a:pt x="34302" y="4077957"/>
                  </a:lnTo>
                  <a:lnTo>
                    <a:pt x="68580" y="4077957"/>
                  </a:lnTo>
                  <a:lnTo>
                    <a:pt x="4077970" y="68567"/>
                  </a:lnTo>
                  <a:lnTo>
                    <a:pt x="4077970" y="34290"/>
                  </a:lnTo>
                  <a:lnTo>
                    <a:pt x="40779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994884" y="2708897"/>
              <a:ext cx="4149090" cy="4149090"/>
            </a:xfrm>
            <a:custGeom>
              <a:avLst/>
              <a:gdLst/>
              <a:ahLst/>
              <a:cxnLst/>
              <a:rect l="l" t="t" r="r" b="b"/>
              <a:pathLst>
                <a:path w="4149090" h="4149090">
                  <a:moveTo>
                    <a:pt x="4149090" y="0"/>
                  </a:moveTo>
                  <a:lnTo>
                    <a:pt x="0" y="4149090"/>
                  </a:lnTo>
                  <a:lnTo>
                    <a:pt x="35572" y="4149090"/>
                  </a:lnTo>
                  <a:lnTo>
                    <a:pt x="71120" y="4149090"/>
                  </a:lnTo>
                  <a:lnTo>
                    <a:pt x="4149090" y="71132"/>
                  </a:lnTo>
                  <a:lnTo>
                    <a:pt x="4149090" y="35572"/>
                  </a:lnTo>
                  <a:lnTo>
                    <a:pt x="41490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959339" y="2673344"/>
              <a:ext cx="4184650" cy="4184650"/>
            </a:xfrm>
            <a:custGeom>
              <a:avLst/>
              <a:gdLst/>
              <a:ahLst/>
              <a:cxnLst/>
              <a:rect l="l" t="t" r="r" b="b"/>
              <a:pathLst>
                <a:path w="4184650" h="4184650">
                  <a:moveTo>
                    <a:pt x="35549" y="4184641"/>
                  </a:moveTo>
                  <a:lnTo>
                    <a:pt x="0" y="4184641"/>
                  </a:lnTo>
                  <a:lnTo>
                    <a:pt x="4184641" y="0"/>
                  </a:lnTo>
                  <a:lnTo>
                    <a:pt x="4184641" y="35549"/>
                  </a:lnTo>
                  <a:lnTo>
                    <a:pt x="35549" y="418464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88204" y="2602229"/>
              <a:ext cx="4255770" cy="4255770"/>
            </a:xfrm>
            <a:custGeom>
              <a:avLst/>
              <a:gdLst/>
              <a:ahLst/>
              <a:cxnLst/>
              <a:rect l="l" t="t" r="r" b="b"/>
              <a:pathLst>
                <a:path w="4255770" h="4255770">
                  <a:moveTo>
                    <a:pt x="4255770" y="0"/>
                  </a:moveTo>
                  <a:lnTo>
                    <a:pt x="0" y="4255757"/>
                  </a:lnTo>
                  <a:lnTo>
                    <a:pt x="35585" y="4255757"/>
                  </a:lnTo>
                  <a:lnTo>
                    <a:pt x="71132" y="4255757"/>
                  </a:lnTo>
                  <a:lnTo>
                    <a:pt x="4255770" y="71120"/>
                  </a:lnTo>
                  <a:lnTo>
                    <a:pt x="4255770" y="35572"/>
                  </a:lnTo>
                  <a:lnTo>
                    <a:pt x="42557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19637" y="2533649"/>
              <a:ext cx="4324350" cy="4324350"/>
            </a:xfrm>
            <a:custGeom>
              <a:avLst/>
              <a:gdLst/>
              <a:ahLst/>
              <a:cxnLst/>
              <a:rect l="l" t="t" r="r" b="b"/>
              <a:pathLst>
                <a:path w="4324350" h="4324350">
                  <a:moveTo>
                    <a:pt x="4324337" y="0"/>
                  </a:moveTo>
                  <a:lnTo>
                    <a:pt x="0" y="4324337"/>
                  </a:lnTo>
                  <a:lnTo>
                    <a:pt x="34302" y="4324337"/>
                  </a:lnTo>
                  <a:lnTo>
                    <a:pt x="68567" y="4324337"/>
                  </a:lnTo>
                  <a:lnTo>
                    <a:pt x="4324337" y="68580"/>
                  </a:lnTo>
                  <a:lnTo>
                    <a:pt x="4324337" y="34302"/>
                  </a:lnTo>
                  <a:lnTo>
                    <a:pt x="43243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748504" y="2462529"/>
              <a:ext cx="4395470" cy="4395470"/>
            </a:xfrm>
            <a:custGeom>
              <a:avLst/>
              <a:gdLst/>
              <a:ahLst/>
              <a:cxnLst/>
              <a:rect l="l" t="t" r="r" b="b"/>
              <a:pathLst>
                <a:path w="4395470" h="4395470">
                  <a:moveTo>
                    <a:pt x="4395470" y="0"/>
                  </a:moveTo>
                  <a:lnTo>
                    <a:pt x="0" y="4395457"/>
                  </a:lnTo>
                  <a:lnTo>
                    <a:pt x="35585" y="4395457"/>
                  </a:lnTo>
                  <a:lnTo>
                    <a:pt x="71132" y="4395457"/>
                  </a:lnTo>
                  <a:lnTo>
                    <a:pt x="4395470" y="71120"/>
                  </a:lnTo>
                  <a:lnTo>
                    <a:pt x="4395470" y="35560"/>
                  </a:lnTo>
                  <a:lnTo>
                    <a:pt x="43954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677384" y="2391409"/>
              <a:ext cx="4466590" cy="4466590"/>
            </a:xfrm>
            <a:custGeom>
              <a:avLst/>
              <a:gdLst/>
              <a:ahLst/>
              <a:cxnLst/>
              <a:rect l="l" t="t" r="r" b="b"/>
              <a:pathLst>
                <a:path w="4466590" h="4466590">
                  <a:moveTo>
                    <a:pt x="4466590" y="0"/>
                  </a:moveTo>
                  <a:lnTo>
                    <a:pt x="0" y="4466577"/>
                  </a:lnTo>
                  <a:lnTo>
                    <a:pt x="35572" y="4466577"/>
                  </a:lnTo>
                  <a:lnTo>
                    <a:pt x="71120" y="4466577"/>
                  </a:lnTo>
                  <a:lnTo>
                    <a:pt x="4466590" y="71120"/>
                  </a:lnTo>
                  <a:lnTo>
                    <a:pt x="4466590" y="35560"/>
                  </a:lnTo>
                  <a:lnTo>
                    <a:pt x="44665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643115" y="2357115"/>
              <a:ext cx="4500880" cy="4500880"/>
            </a:xfrm>
            <a:custGeom>
              <a:avLst/>
              <a:gdLst/>
              <a:ahLst/>
              <a:cxnLst/>
              <a:rect l="l" t="t" r="r" b="b"/>
              <a:pathLst>
                <a:path w="4500880" h="4500880">
                  <a:moveTo>
                    <a:pt x="34274" y="4500870"/>
                  </a:moveTo>
                  <a:lnTo>
                    <a:pt x="0" y="4500870"/>
                  </a:lnTo>
                  <a:lnTo>
                    <a:pt x="4500865" y="0"/>
                  </a:lnTo>
                  <a:lnTo>
                    <a:pt x="4500865" y="34289"/>
                  </a:lnTo>
                  <a:lnTo>
                    <a:pt x="34274" y="450087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608815" y="2322825"/>
              <a:ext cx="4535170" cy="4535170"/>
            </a:xfrm>
            <a:custGeom>
              <a:avLst/>
              <a:gdLst/>
              <a:ahLst/>
              <a:cxnLst/>
              <a:rect l="l" t="t" r="r" b="b"/>
              <a:pathLst>
                <a:path w="4535170" h="4535170">
                  <a:moveTo>
                    <a:pt x="34299" y="4535160"/>
                  </a:moveTo>
                  <a:lnTo>
                    <a:pt x="0" y="4535160"/>
                  </a:lnTo>
                  <a:lnTo>
                    <a:pt x="4535165" y="0"/>
                  </a:lnTo>
                  <a:lnTo>
                    <a:pt x="4535165" y="34287"/>
                  </a:lnTo>
                  <a:lnTo>
                    <a:pt x="34299" y="453516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573265" y="2287265"/>
              <a:ext cx="4570730" cy="4570730"/>
            </a:xfrm>
            <a:custGeom>
              <a:avLst/>
              <a:gdLst/>
              <a:ahLst/>
              <a:cxnLst/>
              <a:rect l="l" t="t" r="r" b="b"/>
              <a:pathLst>
                <a:path w="4570730" h="4570730">
                  <a:moveTo>
                    <a:pt x="35549" y="4570720"/>
                  </a:moveTo>
                  <a:lnTo>
                    <a:pt x="0" y="4570720"/>
                  </a:lnTo>
                  <a:lnTo>
                    <a:pt x="4570715" y="0"/>
                  </a:lnTo>
                  <a:lnTo>
                    <a:pt x="4570715" y="35559"/>
                  </a:lnTo>
                  <a:lnTo>
                    <a:pt x="35549" y="457072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502137" y="2216149"/>
              <a:ext cx="4641850" cy="4641850"/>
            </a:xfrm>
            <a:custGeom>
              <a:avLst/>
              <a:gdLst/>
              <a:ahLst/>
              <a:cxnLst/>
              <a:rect l="l" t="t" r="r" b="b"/>
              <a:pathLst>
                <a:path w="4641850" h="4641850">
                  <a:moveTo>
                    <a:pt x="4641837" y="0"/>
                  </a:moveTo>
                  <a:lnTo>
                    <a:pt x="0" y="4641837"/>
                  </a:lnTo>
                  <a:lnTo>
                    <a:pt x="35547" y="4641837"/>
                  </a:lnTo>
                  <a:lnTo>
                    <a:pt x="71120" y="4641837"/>
                  </a:lnTo>
                  <a:lnTo>
                    <a:pt x="4641837" y="71120"/>
                  </a:lnTo>
                  <a:lnTo>
                    <a:pt x="4641837" y="35560"/>
                  </a:lnTo>
                  <a:lnTo>
                    <a:pt x="46418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66590" y="2180585"/>
              <a:ext cx="4677410" cy="4677410"/>
            </a:xfrm>
            <a:custGeom>
              <a:avLst/>
              <a:gdLst/>
              <a:ahLst/>
              <a:cxnLst/>
              <a:rect l="l" t="t" r="r" b="b"/>
              <a:pathLst>
                <a:path w="4677409" h="4677409">
                  <a:moveTo>
                    <a:pt x="35549" y="4677400"/>
                  </a:moveTo>
                  <a:lnTo>
                    <a:pt x="0" y="4677400"/>
                  </a:lnTo>
                  <a:lnTo>
                    <a:pt x="4677390" y="0"/>
                  </a:lnTo>
                  <a:lnTo>
                    <a:pt x="4677390" y="35559"/>
                  </a:lnTo>
                  <a:lnTo>
                    <a:pt x="35549" y="46774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396740" y="2110739"/>
              <a:ext cx="4747260" cy="4747260"/>
            </a:xfrm>
            <a:custGeom>
              <a:avLst/>
              <a:gdLst/>
              <a:ahLst/>
              <a:cxnLst/>
              <a:rect l="l" t="t" r="r" b="b"/>
              <a:pathLst>
                <a:path w="4747259" h="4747259">
                  <a:moveTo>
                    <a:pt x="4747234" y="0"/>
                  </a:moveTo>
                  <a:lnTo>
                    <a:pt x="0" y="4747247"/>
                  </a:lnTo>
                  <a:lnTo>
                    <a:pt x="34264" y="4747247"/>
                  </a:lnTo>
                  <a:lnTo>
                    <a:pt x="69850" y="4747247"/>
                  </a:lnTo>
                  <a:lnTo>
                    <a:pt x="4747234" y="69850"/>
                  </a:lnTo>
                  <a:lnTo>
                    <a:pt x="4747234" y="34290"/>
                  </a:lnTo>
                  <a:lnTo>
                    <a:pt x="474723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362441" y="2076445"/>
              <a:ext cx="4781550" cy="4781550"/>
            </a:xfrm>
            <a:custGeom>
              <a:avLst/>
              <a:gdLst/>
              <a:ahLst/>
              <a:cxnLst/>
              <a:rect l="l" t="t" r="r" b="b"/>
              <a:pathLst>
                <a:path w="4781550" h="4781550">
                  <a:moveTo>
                    <a:pt x="34299" y="4781540"/>
                  </a:moveTo>
                  <a:lnTo>
                    <a:pt x="0" y="4781540"/>
                  </a:lnTo>
                  <a:lnTo>
                    <a:pt x="4781540" y="0"/>
                  </a:lnTo>
                  <a:lnTo>
                    <a:pt x="4781540" y="34289"/>
                  </a:lnTo>
                  <a:lnTo>
                    <a:pt x="34299" y="478154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326891" y="2040885"/>
              <a:ext cx="4817110" cy="4817110"/>
            </a:xfrm>
            <a:custGeom>
              <a:avLst/>
              <a:gdLst/>
              <a:ahLst/>
              <a:cxnLst/>
              <a:rect l="l" t="t" r="r" b="b"/>
              <a:pathLst>
                <a:path w="4817109" h="4817109">
                  <a:moveTo>
                    <a:pt x="35549" y="4817100"/>
                  </a:moveTo>
                  <a:lnTo>
                    <a:pt x="0" y="4817100"/>
                  </a:lnTo>
                  <a:lnTo>
                    <a:pt x="4817090" y="0"/>
                  </a:lnTo>
                  <a:lnTo>
                    <a:pt x="4817090" y="35559"/>
                  </a:lnTo>
                  <a:lnTo>
                    <a:pt x="35549" y="48171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291316" y="2005326"/>
              <a:ext cx="4852670" cy="4852670"/>
            </a:xfrm>
            <a:custGeom>
              <a:avLst/>
              <a:gdLst/>
              <a:ahLst/>
              <a:cxnLst/>
              <a:rect l="l" t="t" r="r" b="b"/>
              <a:pathLst>
                <a:path w="4852670" h="4852670">
                  <a:moveTo>
                    <a:pt x="35574" y="4852660"/>
                  </a:moveTo>
                  <a:lnTo>
                    <a:pt x="0" y="4852660"/>
                  </a:lnTo>
                  <a:lnTo>
                    <a:pt x="4852665" y="0"/>
                  </a:lnTo>
                  <a:lnTo>
                    <a:pt x="4852665" y="35559"/>
                  </a:lnTo>
                  <a:lnTo>
                    <a:pt x="35574" y="485266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255766" y="1969766"/>
              <a:ext cx="4888230" cy="4888230"/>
            </a:xfrm>
            <a:custGeom>
              <a:avLst/>
              <a:gdLst/>
              <a:ahLst/>
              <a:cxnLst/>
              <a:rect l="l" t="t" r="r" b="b"/>
              <a:pathLst>
                <a:path w="4888230" h="4888230">
                  <a:moveTo>
                    <a:pt x="35549" y="4888220"/>
                  </a:moveTo>
                  <a:lnTo>
                    <a:pt x="0" y="4888220"/>
                  </a:lnTo>
                  <a:lnTo>
                    <a:pt x="4888215" y="0"/>
                  </a:lnTo>
                  <a:lnTo>
                    <a:pt x="4888215" y="35559"/>
                  </a:lnTo>
                  <a:lnTo>
                    <a:pt x="35549" y="488822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220191" y="1934206"/>
              <a:ext cx="4923790" cy="4923790"/>
            </a:xfrm>
            <a:custGeom>
              <a:avLst/>
              <a:gdLst/>
              <a:ahLst/>
              <a:cxnLst/>
              <a:rect l="l" t="t" r="r" b="b"/>
              <a:pathLst>
                <a:path w="4923790" h="4923790">
                  <a:moveTo>
                    <a:pt x="35574" y="4923780"/>
                  </a:moveTo>
                  <a:lnTo>
                    <a:pt x="0" y="4923780"/>
                  </a:lnTo>
                  <a:lnTo>
                    <a:pt x="4923790" y="0"/>
                  </a:lnTo>
                  <a:lnTo>
                    <a:pt x="4923790" y="35559"/>
                  </a:lnTo>
                  <a:lnTo>
                    <a:pt x="35574" y="492378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150334" y="1864359"/>
              <a:ext cx="4993640" cy="4993640"/>
            </a:xfrm>
            <a:custGeom>
              <a:avLst/>
              <a:gdLst/>
              <a:ahLst/>
              <a:cxnLst/>
              <a:rect l="l" t="t" r="r" b="b"/>
              <a:pathLst>
                <a:path w="4993640" h="4993640">
                  <a:moveTo>
                    <a:pt x="4993640" y="0"/>
                  </a:moveTo>
                  <a:lnTo>
                    <a:pt x="0" y="4993627"/>
                  </a:lnTo>
                  <a:lnTo>
                    <a:pt x="34302" y="4993627"/>
                  </a:lnTo>
                  <a:lnTo>
                    <a:pt x="69850" y="4993627"/>
                  </a:lnTo>
                  <a:lnTo>
                    <a:pt x="4993640" y="69850"/>
                  </a:lnTo>
                  <a:lnTo>
                    <a:pt x="4993640" y="34290"/>
                  </a:lnTo>
                  <a:lnTo>
                    <a:pt x="499364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080484" y="1794509"/>
              <a:ext cx="5063490" cy="5063490"/>
            </a:xfrm>
            <a:custGeom>
              <a:avLst/>
              <a:gdLst/>
              <a:ahLst/>
              <a:cxnLst/>
              <a:rect l="l" t="t" r="r" b="b"/>
              <a:pathLst>
                <a:path w="5063490" h="5063490">
                  <a:moveTo>
                    <a:pt x="5063490" y="0"/>
                  </a:moveTo>
                  <a:lnTo>
                    <a:pt x="0" y="5063477"/>
                  </a:lnTo>
                  <a:lnTo>
                    <a:pt x="35572" y="5063477"/>
                  </a:lnTo>
                  <a:lnTo>
                    <a:pt x="69850" y="5063477"/>
                  </a:lnTo>
                  <a:lnTo>
                    <a:pt x="5063490" y="69850"/>
                  </a:lnTo>
                  <a:lnTo>
                    <a:pt x="5063490" y="35560"/>
                  </a:lnTo>
                  <a:lnTo>
                    <a:pt x="50634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44941" y="1758946"/>
              <a:ext cx="5099050" cy="5099050"/>
            </a:xfrm>
            <a:custGeom>
              <a:avLst/>
              <a:gdLst/>
              <a:ahLst/>
              <a:cxnLst/>
              <a:rect l="l" t="t" r="r" b="b"/>
              <a:pathLst>
                <a:path w="5099050" h="5099050">
                  <a:moveTo>
                    <a:pt x="35549" y="5099039"/>
                  </a:moveTo>
                  <a:lnTo>
                    <a:pt x="0" y="5099039"/>
                  </a:lnTo>
                  <a:lnTo>
                    <a:pt x="5099039" y="0"/>
                  </a:lnTo>
                  <a:lnTo>
                    <a:pt x="5099039" y="35559"/>
                  </a:lnTo>
                  <a:lnTo>
                    <a:pt x="35549" y="509903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009392" y="1723386"/>
              <a:ext cx="5134610" cy="5134610"/>
            </a:xfrm>
            <a:custGeom>
              <a:avLst/>
              <a:gdLst/>
              <a:ahLst/>
              <a:cxnLst/>
              <a:rect l="l" t="t" r="r" b="b"/>
              <a:pathLst>
                <a:path w="5134609" h="5134609">
                  <a:moveTo>
                    <a:pt x="35549" y="5134599"/>
                  </a:moveTo>
                  <a:lnTo>
                    <a:pt x="0" y="5134599"/>
                  </a:lnTo>
                  <a:lnTo>
                    <a:pt x="5134589" y="0"/>
                  </a:lnTo>
                  <a:lnTo>
                    <a:pt x="5134589" y="35559"/>
                  </a:lnTo>
                  <a:lnTo>
                    <a:pt x="35549" y="51345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73817" y="1687826"/>
              <a:ext cx="5170170" cy="5170170"/>
            </a:xfrm>
            <a:custGeom>
              <a:avLst/>
              <a:gdLst/>
              <a:ahLst/>
              <a:cxnLst/>
              <a:rect l="l" t="t" r="r" b="b"/>
              <a:pathLst>
                <a:path w="5170170" h="5170170">
                  <a:moveTo>
                    <a:pt x="35574" y="5170159"/>
                  </a:moveTo>
                  <a:lnTo>
                    <a:pt x="0" y="5170159"/>
                  </a:lnTo>
                  <a:lnTo>
                    <a:pt x="5170164" y="0"/>
                  </a:lnTo>
                  <a:lnTo>
                    <a:pt x="5170164" y="35559"/>
                  </a:lnTo>
                  <a:lnTo>
                    <a:pt x="35574" y="517015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39542" y="1653536"/>
              <a:ext cx="5204460" cy="5204460"/>
            </a:xfrm>
            <a:custGeom>
              <a:avLst/>
              <a:gdLst/>
              <a:ahLst/>
              <a:cxnLst/>
              <a:rect l="l" t="t" r="r" b="b"/>
              <a:pathLst>
                <a:path w="5204459" h="5204459">
                  <a:moveTo>
                    <a:pt x="34274" y="5204449"/>
                  </a:moveTo>
                  <a:lnTo>
                    <a:pt x="0" y="5204449"/>
                  </a:lnTo>
                  <a:lnTo>
                    <a:pt x="5204439" y="0"/>
                  </a:lnTo>
                  <a:lnTo>
                    <a:pt x="5204439" y="34287"/>
                  </a:lnTo>
                  <a:lnTo>
                    <a:pt x="34274" y="520444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05242" y="1619246"/>
              <a:ext cx="5238750" cy="5238750"/>
            </a:xfrm>
            <a:custGeom>
              <a:avLst/>
              <a:gdLst/>
              <a:ahLst/>
              <a:cxnLst/>
              <a:rect l="l" t="t" r="r" b="b"/>
              <a:pathLst>
                <a:path w="5238750" h="5238750">
                  <a:moveTo>
                    <a:pt x="34299" y="5238739"/>
                  </a:moveTo>
                  <a:lnTo>
                    <a:pt x="0" y="5238739"/>
                  </a:lnTo>
                  <a:lnTo>
                    <a:pt x="5238739" y="0"/>
                  </a:lnTo>
                  <a:lnTo>
                    <a:pt x="5238739" y="34289"/>
                  </a:lnTo>
                  <a:lnTo>
                    <a:pt x="34299" y="523873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834117" y="1548129"/>
              <a:ext cx="5309870" cy="5309870"/>
            </a:xfrm>
            <a:custGeom>
              <a:avLst/>
              <a:gdLst/>
              <a:ahLst/>
              <a:cxnLst/>
              <a:rect l="l" t="t" r="r" b="b"/>
              <a:pathLst>
                <a:path w="5309870" h="5309870">
                  <a:moveTo>
                    <a:pt x="5309857" y="0"/>
                  </a:moveTo>
                  <a:lnTo>
                    <a:pt x="0" y="5309857"/>
                  </a:lnTo>
                  <a:lnTo>
                    <a:pt x="35572" y="5309857"/>
                  </a:lnTo>
                  <a:lnTo>
                    <a:pt x="71120" y="5309857"/>
                  </a:lnTo>
                  <a:lnTo>
                    <a:pt x="5309857" y="71120"/>
                  </a:lnTo>
                  <a:lnTo>
                    <a:pt x="5309857" y="35560"/>
                  </a:lnTo>
                  <a:lnTo>
                    <a:pt x="53098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798567" y="1512566"/>
              <a:ext cx="5345430" cy="5345430"/>
            </a:xfrm>
            <a:custGeom>
              <a:avLst/>
              <a:gdLst/>
              <a:ahLst/>
              <a:cxnLst/>
              <a:rect l="l" t="t" r="r" b="b"/>
              <a:pathLst>
                <a:path w="5345430" h="5345430">
                  <a:moveTo>
                    <a:pt x="35549" y="5345419"/>
                  </a:moveTo>
                  <a:lnTo>
                    <a:pt x="0" y="5345419"/>
                  </a:lnTo>
                  <a:lnTo>
                    <a:pt x="5345414" y="0"/>
                  </a:lnTo>
                  <a:lnTo>
                    <a:pt x="5345414" y="35557"/>
                  </a:lnTo>
                  <a:lnTo>
                    <a:pt x="35549" y="534541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727417" y="1441447"/>
              <a:ext cx="5417185" cy="5416550"/>
            </a:xfrm>
            <a:custGeom>
              <a:avLst/>
              <a:gdLst/>
              <a:ahLst/>
              <a:cxnLst/>
              <a:rect l="l" t="t" r="r" b="b"/>
              <a:pathLst>
                <a:path w="5417184" h="5416550">
                  <a:moveTo>
                    <a:pt x="71149" y="5416539"/>
                  </a:moveTo>
                  <a:lnTo>
                    <a:pt x="0" y="5416539"/>
                  </a:lnTo>
                  <a:lnTo>
                    <a:pt x="5416564" y="0"/>
                  </a:lnTo>
                  <a:lnTo>
                    <a:pt x="5416564" y="71119"/>
                  </a:lnTo>
                  <a:lnTo>
                    <a:pt x="71149" y="541653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693142" y="1407157"/>
              <a:ext cx="5450840" cy="5450840"/>
            </a:xfrm>
            <a:custGeom>
              <a:avLst/>
              <a:gdLst/>
              <a:ahLst/>
              <a:cxnLst/>
              <a:rect l="l" t="t" r="r" b="b"/>
              <a:pathLst>
                <a:path w="5450840" h="5450840">
                  <a:moveTo>
                    <a:pt x="34299" y="5450829"/>
                  </a:moveTo>
                  <a:lnTo>
                    <a:pt x="0" y="5450829"/>
                  </a:lnTo>
                  <a:lnTo>
                    <a:pt x="5450839" y="0"/>
                  </a:lnTo>
                  <a:lnTo>
                    <a:pt x="5450839" y="34289"/>
                  </a:lnTo>
                  <a:lnTo>
                    <a:pt x="34299" y="545082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658867" y="1372867"/>
              <a:ext cx="5485130" cy="5485130"/>
            </a:xfrm>
            <a:custGeom>
              <a:avLst/>
              <a:gdLst/>
              <a:ahLst/>
              <a:cxnLst/>
              <a:rect l="l" t="t" r="r" b="b"/>
              <a:pathLst>
                <a:path w="5485130" h="5485130">
                  <a:moveTo>
                    <a:pt x="34274" y="5485118"/>
                  </a:moveTo>
                  <a:lnTo>
                    <a:pt x="0" y="5485118"/>
                  </a:lnTo>
                  <a:lnTo>
                    <a:pt x="5485113" y="0"/>
                  </a:lnTo>
                  <a:lnTo>
                    <a:pt x="5485113" y="34287"/>
                  </a:lnTo>
                  <a:lnTo>
                    <a:pt x="34274" y="548511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623292" y="1337307"/>
              <a:ext cx="5520690" cy="5520690"/>
            </a:xfrm>
            <a:custGeom>
              <a:avLst/>
              <a:gdLst/>
              <a:ahLst/>
              <a:cxnLst/>
              <a:rect l="l" t="t" r="r" b="b"/>
              <a:pathLst>
                <a:path w="5520690" h="5520690">
                  <a:moveTo>
                    <a:pt x="35574" y="5520678"/>
                  </a:moveTo>
                  <a:lnTo>
                    <a:pt x="0" y="5520678"/>
                  </a:lnTo>
                  <a:lnTo>
                    <a:pt x="5520688" y="0"/>
                  </a:lnTo>
                  <a:lnTo>
                    <a:pt x="5520688" y="35559"/>
                  </a:lnTo>
                  <a:lnTo>
                    <a:pt x="35574" y="552067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552190" y="1266189"/>
              <a:ext cx="5591810" cy="5591810"/>
            </a:xfrm>
            <a:custGeom>
              <a:avLst/>
              <a:gdLst/>
              <a:ahLst/>
              <a:cxnLst/>
              <a:rect l="l" t="t" r="r" b="b"/>
              <a:pathLst>
                <a:path w="5591809" h="5591809">
                  <a:moveTo>
                    <a:pt x="5591784" y="0"/>
                  </a:moveTo>
                  <a:lnTo>
                    <a:pt x="0" y="5591797"/>
                  </a:lnTo>
                  <a:lnTo>
                    <a:pt x="35547" y="5591797"/>
                  </a:lnTo>
                  <a:lnTo>
                    <a:pt x="71094" y="5591797"/>
                  </a:lnTo>
                  <a:lnTo>
                    <a:pt x="5591784" y="71120"/>
                  </a:lnTo>
                  <a:lnTo>
                    <a:pt x="5591784" y="35560"/>
                  </a:lnTo>
                  <a:lnTo>
                    <a:pt x="55917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82340" y="1196339"/>
              <a:ext cx="5661660" cy="5661660"/>
            </a:xfrm>
            <a:custGeom>
              <a:avLst/>
              <a:gdLst/>
              <a:ahLst/>
              <a:cxnLst/>
              <a:rect l="l" t="t" r="r" b="b"/>
              <a:pathLst>
                <a:path w="5661659" h="5661659">
                  <a:moveTo>
                    <a:pt x="5661634" y="0"/>
                  </a:moveTo>
                  <a:lnTo>
                    <a:pt x="0" y="5661647"/>
                  </a:lnTo>
                  <a:lnTo>
                    <a:pt x="34277" y="5661647"/>
                  </a:lnTo>
                  <a:lnTo>
                    <a:pt x="69850" y="5661647"/>
                  </a:lnTo>
                  <a:lnTo>
                    <a:pt x="5661634" y="69850"/>
                  </a:lnTo>
                  <a:lnTo>
                    <a:pt x="5661634" y="34290"/>
                  </a:lnTo>
                  <a:lnTo>
                    <a:pt x="566163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448043" y="1162047"/>
              <a:ext cx="5695950" cy="5695950"/>
            </a:xfrm>
            <a:custGeom>
              <a:avLst/>
              <a:gdLst/>
              <a:ahLst/>
              <a:cxnLst/>
              <a:rect l="l" t="t" r="r" b="b"/>
              <a:pathLst>
                <a:path w="5695950" h="5695950">
                  <a:moveTo>
                    <a:pt x="34299" y="5695938"/>
                  </a:moveTo>
                  <a:lnTo>
                    <a:pt x="0" y="5695938"/>
                  </a:lnTo>
                  <a:lnTo>
                    <a:pt x="5695938" y="0"/>
                  </a:lnTo>
                  <a:lnTo>
                    <a:pt x="5695938" y="34289"/>
                  </a:lnTo>
                  <a:lnTo>
                    <a:pt x="34299" y="569593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412493" y="1126487"/>
              <a:ext cx="5731510" cy="5731510"/>
            </a:xfrm>
            <a:custGeom>
              <a:avLst/>
              <a:gdLst/>
              <a:ahLst/>
              <a:cxnLst/>
              <a:rect l="l" t="t" r="r" b="b"/>
              <a:pathLst>
                <a:path w="5731509" h="5731509">
                  <a:moveTo>
                    <a:pt x="35549" y="5731498"/>
                  </a:moveTo>
                  <a:lnTo>
                    <a:pt x="0" y="5731498"/>
                  </a:lnTo>
                  <a:lnTo>
                    <a:pt x="5731488" y="0"/>
                  </a:lnTo>
                  <a:lnTo>
                    <a:pt x="5731488" y="35559"/>
                  </a:lnTo>
                  <a:lnTo>
                    <a:pt x="35549" y="573149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376918" y="1090927"/>
              <a:ext cx="5767070" cy="5767070"/>
            </a:xfrm>
            <a:custGeom>
              <a:avLst/>
              <a:gdLst/>
              <a:ahLst/>
              <a:cxnLst/>
              <a:rect l="l" t="t" r="r" b="b"/>
              <a:pathLst>
                <a:path w="5767070" h="5767070">
                  <a:moveTo>
                    <a:pt x="35574" y="5767058"/>
                  </a:moveTo>
                  <a:lnTo>
                    <a:pt x="0" y="5767058"/>
                  </a:lnTo>
                  <a:lnTo>
                    <a:pt x="5767063" y="0"/>
                  </a:lnTo>
                  <a:lnTo>
                    <a:pt x="5767063" y="35559"/>
                  </a:lnTo>
                  <a:lnTo>
                    <a:pt x="35574" y="576705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341368" y="1055367"/>
              <a:ext cx="5802630" cy="5802630"/>
            </a:xfrm>
            <a:custGeom>
              <a:avLst/>
              <a:gdLst/>
              <a:ahLst/>
              <a:cxnLst/>
              <a:rect l="l" t="t" r="r" b="b"/>
              <a:pathLst>
                <a:path w="5802630" h="5802630">
                  <a:moveTo>
                    <a:pt x="35549" y="5802618"/>
                  </a:moveTo>
                  <a:lnTo>
                    <a:pt x="0" y="5802618"/>
                  </a:lnTo>
                  <a:lnTo>
                    <a:pt x="5802613" y="0"/>
                  </a:lnTo>
                  <a:lnTo>
                    <a:pt x="5802613" y="35557"/>
                  </a:lnTo>
                  <a:lnTo>
                    <a:pt x="35549" y="580261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305793" y="1019807"/>
              <a:ext cx="5838190" cy="5838190"/>
            </a:xfrm>
            <a:custGeom>
              <a:avLst/>
              <a:gdLst/>
              <a:ahLst/>
              <a:cxnLst/>
              <a:rect l="l" t="t" r="r" b="b"/>
              <a:pathLst>
                <a:path w="5838190" h="5838190">
                  <a:moveTo>
                    <a:pt x="35574" y="5838178"/>
                  </a:moveTo>
                  <a:lnTo>
                    <a:pt x="0" y="5838178"/>
                  </a:lnTo>
                  <a:lnTo>
                    <a:pt x="5838188" y="0"/>
                  </a:lnTo>
                  <a:lnTo>
                    <a:pt x="5838188" y="35559"/>
                  </a:lnTo>
                  <a:lnTo>
                    <a:pt x="35574" y="583817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35934" y="949959"/>
              <a:ext cx="5908040" cy="5908040"/>
            </a:xfrm>
            <a:custGeom>
              <a:avLst/>
              <a:gdLst/>
              <a:ahLst/>
              <a:cxnLst/>
              <a:rect l="l" t="t" r="r" b="b"/>
              <a:pathLst>
                <a:path w="5908040" h="5908040">
                  <a:moveTo>
                    <a:pt x="5908040" y="0"/>
                  </a:moveTo>
                  <a:lnTo>
                    <a:pt x="0" y="5908027"/>
                  </a:lnTo>
                  <a:lnTo>
                    <a:pt x="34302" y="5908027"/>
                  </a:lnTo>
                  <a:lnTo>
                    <a:pt x="69850" y="5908027"/>
                  </a:lnTo>
                  <a:lnTo>
                    <a:pt x="5908040" y="69850"/>
                  </a:lnTo>
                  <a:lnTo>
                    <a:pt x="5908040" y="34290"/>
                  </a:lnTo>
                  <a:lnTo>
                    <a:pt x="590804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166084" y="880109"/>
              <a:ext cx="5977890" cy="5977890"/>
            </a:xfrm>
            <a:custGeom>
              <a:avLst/>
              <a:gdLst/>
              <a:ahLst/>
              <a:cxnLst/>
              <a:rect l="l" t="t" r="r" b="b"/>
              <a:pathLst>
                <a:path w="5977890" h="5977890">
                  <a:moveTo>
                    <a:pt x="5977890" y="0"/>
                  </a:moveTo>
                  <a:lnTo>
                    <a:pt x="0" y="5977877"/>
                  </a:lnTo>
                  <a:lnTo>
                    <a:pt x="35572" y="5977877"/>
                  </a:lnTo>
                  <a:lnTo>
                    <a:pt x="69850" y="5977877"/>
                  </a:lnTo>
                  <a:lnTo>
                    <a:pt x="5977890" y="69850"/>
                  </a:lnTo>
                  <a:lnTo>
                    <a:pt x="5977890" y="35560"/>
                  </a:lnTo>
                  <a:lnTo>
                    <a:pt x="59778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130543" y="844548"/>
              <a:ext cx="6013450" cy="6013450"/>
            </a:xfrm>
            <a:custGeom>
              <a:avLst/>
              <a:gdLst/>
              <a:ahLst/>
              <a:cxnLst/>
              <a:rect l="l" t="t" r="r" b="b"/>
              <a:pathLst>
                <a:path w="6013450" h="6013450">
                  <a:moveTo>
                    <a:pt x="35549" y="6013437"/>
                  </a:moveTo>
                  <a:lnTo>
                    <a:pt x="0" y="6013437"/>
                  </a:lnTo>
                  <a:lnTo>
                    <a:pt x="6013437" y="0"/>
                  </a:lnTo>
                  <a:lnTo>
                    <a:pt x="6013437" y="35559"/>
                  </a:lnTo>
                  <a:lnTo>
                    <a:pt x="35549" y="601343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094993" y="808988"/>
              <a:ext cx="6049010" cy="6049010"/>
            </a:xfrm>
            <a:custGeom>
              <a:avLst/>
              <a:gdLst/>
              <a:ahLst/>
              <a:cxnLst/>
              <a:rect l="l" t="t" r="r" b="b"/>
              <a:pathLst>
                <a:path w="6049009" h="6049009">
                  <a:moveTo>
                    <a:pt x="35549" y="6048997"/>
                  </a:moveTo>
                  <a:lnTo>
                    <a:pt x="0" y="6048997"/>
                  </a:lnTo>
                  <a:lnTo>
                    <a:pt x="6048987" y="0"/>
                  </a:lnTo>
                  <a:lnTo>
                    <a:pt x="6048987" y="35559"/>
                  </a:lnTo>
                  <a:lnTo>
                    <a:pt x="35549" y="604899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059418" y="773428"/>
              <a:ext cx="6084570" cy="6084570"/>
            </a:xfrm>
            <a:custGeom>
              <a:avLst/>
              <a:gdLst/>
              <a:ahLst/>
              <a:cxnLst/>
              <a:rect l="l" t="t" r="r" b="b"/>
              <a:pathLst>
                <a:path w="6084570" h="6084570">
                  <a:moveTo>
                    <a:pt x="35574" y="6084557"/>
                  </a:moveTo>
                  <a:lnTo>
                    <a:pt x="0" y="6084557"/>
                  </a:lnTo>
                  <a:lnTo>
                    <a:pt x="6084562" y="0"/>
                  </a:lnTo>
                  <a:lnTo>
                    <a:pt x="6084562" y="35559"/>
                  </a:lnTo>
                  <a:lnTo>
                    <a:pt x="35574" y="60845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023868" y="737868"/>
              <a:ext cx="6120130" cy="6120130"/>
            </a:xfrm>
            <a:custGeom>
              <a:avLst/>
              <a:gdLst/>
              <a:ahLst/>
              <a:cxnLst/>
              <a:rect l="l" t="t" r="r" b="b"/>
              <a:pathLst>
                <a:path w="6120130" h="6120130">
                  <a:moveTo>
                    <a:pt x="35549" y="6120117"/>
                  </a:moveTo>
                  <a:lnTo>
                    <a:pt x="0" y="6120117"/>
                  </a:lnTo>
                  <a:lnTo>
                    <a:pt x="6120112" y="0"/>
                  </a:lnTo>
                  <a:lnTo>
                    <a:pt x="6120112" y="35557"/>
                  </a:lnTo>
                  <a:lnTo>
                    <a:pt x="35549" y="612011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989569" y="703578"/>
              <a:ext cx="6154420" cy="6154420"/>
            </a:xfrm>
            <a:custGeom>
              <a:avLst/>
              <a:gdLst/>
              <a:ahLst/>
              <a:cxnLst/>
              <a:rect l="l" t="t" r="r" b="b"/>
              <a:pathLst>
                <a:path w="6154420" h="6154420">
                  <a:moveTo>
                    <a:pt x="34299" y="6154407"/>
                  </a:moveTo>
                  <a:lnTo>
                    <a:pt x="0" y="6154407"/>
                  </a:lnTo>
                  <a:lnTo>
                    <a:pt x="6154412" y="0"/>
                  </a:lnTo>
                  <a:lnTo>
                    <a:pt x="6154412" y="34289"/>
                  </a:lnTo>
                  <a:lnTo>
                    <a:pt x="34299" y="615440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919717" y="633729"/>
              <a:ext cx="6224270" cy="6224270"/>
            </a:xfrm>
            <a:custGeom>
              <a:avLst/>
              <a:gdLst/>
              <a:ahLst/>
              <a:cxnLst/>
              <a:rect l="l" t="t" r="r" b="b"/>
              <a:pathLst>
                <a:path w="6224270" h="6224270">
                  <a:moveTo>
                    <a:pt x="6224257" y="0"/>
                  </a:moveTo>
                  <a:lnTo>
                    <a:pt x="0" y="6224257"/>
                  </a:lnTo>
                  <a:lnTo>
                    <a:pt x="35572" y="6224257"/>
                  </a:lnTo>
                  <a:lnTo>
                    <a:pt x="69850" y="6224257"/>
                  </a:lnTo>
                  <a:lnTo>
                    <a:pt x="6224257" y="69850"/>
                  </a:lnTo>
                  <a:lnTo>
                    <a:pt x="6224257" y="35560"/>
                  </a:lnTo>
                  <a:lnTo>
                    <a:pt x="62242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848584" y="562609"/>
              <a:ext cx="6295390" cy="6295390"/>
            </a:xfrm>
            <a:custGeom>
              <a:avLst/>
              <a:gdLst/>
              <a:ahLst/>
              <a:cxnLst/>
              <a:rect l="l" t="t" r="r" b="b"/>
              <a:pathLst>
                <a:path w="6295390" h="6295390">
                  <a:moveTo>
                    <a:pt x="6295390" y="0"/>
                  </a:moveTo>
                  <a:lnTo>
                    <a:pt x="0" y="6295377"/>
                  </a:lnTo>
                  <a:lnTo>
                    <a:pt x="35572" y="6295377"/>
                  </a:lnTo>
                  <a:lnTo>
                    <a:pt x="71132" y="6295377"/>
                  </a:lnTo>
                  <a:lnTo>
                    <a:pt x="6295390" y="71120"/>
                  </a:lnTo>
                  <a:lnTo>
                    <a:pt x="6295390" y="35560"/>
                  </a:lnTo>
                  <a:lnTo>
                    <a:pt x="62953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813044" y="527048"/>
              <a:ext cx="6330950" cy="6330950"/>
            </a:xfrm>
            <a:custGeom>
              <a:avLst/>
              <a:gdLst/>
              <a:ahLst/>
              <a:cxnLst/>
              <a:rect l="l" t="t" r="r" b="b"/>
              <a:pathLst>
                <a:path w="6330950" h="6330950">
                  <a:moveTo>
                    <a:pt x="35549" y="6330937"/>
                  </a:moveTo>
                  <a:lnTo>
                    <a:pt x="0" y="6330937"/>
                  </a:lnTo>
                  <a:lnTo>
                    <a:pt x="6330937" y="0"/>
                  </a:lnTo>
                  <a:lnTo>
                    <a:pt x="6330937" y="35559"/>
                  </a:lnTo>
                  <a:lnTo>
                    <a:pt x="35549" y="633093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778744" y="492759"/>
              <a:ext cx="6365240" cy="6365240"/>
            </a:xfrm>
            <a:custGeom>
              <a:avLst/>
              <a:gdLst/>
              <a:ahLst/>
              <a:cxnLst/>
              <a:rect l="l" t="t" r="r" b="b"/>
              <a:pathLst>
                <a:path w="6365240" h="6365240">
                  <a:moveTo>
                    <a:pt x="34299" y="6365227"/>
                  </a:moveTo>
                  <a:lnTo>
                    <a:pt x="0" y="6365227"/>
                  </a:lnTo>
                  <a:lnTo>
                    <a:pt x="6365237" y="0"/>
                  </a:lnTo>
                  <a:lnTo>
                    <a:pt x="6365237" y="34289"/>
                  </a:lnTo>
                  <a:lnTo>
                    <a:pt x="34299" y="636522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744469" y="458469"/>
              <a:ext cx="6399530" cy="6399530"/>
            </a:xfrm>
            <a:custGeom>
              <a:avLst/>
              <a:gdLst/>
              <a:ahLst/>
              <a:cxnLst/>
              <a:rect l="l" t="t" r="r" b="b"/>
              <a:pathLst>
                <a:path w="6399530" h="6399530">
                  <a:moveTo>
                    <a:pt x="34274" y="6399517"/>
                  </a:moveTo>
                  <a:lnTo>
                    <a:pt x="0" y="6399517"/>
                  </a:lnTo>
                  <a:lnTo>
                    <a:pt x="6399512" y="0"/>
                  </a:lnTo>
                  <a:lnTo>
                    <a:pt x="6399512" y="34287"/>
                  </a:lnTo>
                  <a:lnTo>
                    <a:pt x="34274" y="639951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673337" y="387349"/>
              <a:ext cx="6470650" cy="6470650"/>
            </a:xfrm>
            <a:custGeom>
              <a:avLst/>
              <a:gdLst/>
              <a:ahLst/>
              <a:cxnLst/>
              <a:rect l="l" t="t" r="r" b="b"/>
              <a:pathLst>
                <a:path w="6470650" h="6470650">
                  <a:moveTo>
                    <a:pt x="6470637" y="0"/>
                  </a:moveTo>
                  <a:lnTo>
                    <a:pt x="0" y="6470637"/>
                  </a:lnTo>
                  <a:lnTo>
                    <a:pt x="35547" y="6470637"/>
                  </a:lnTo>
                  <a:lnTo>
                    <a:pt x="71120" y="6470637"/>
                  </a:lnTo>
                  <a:lnTo>
                    <a:pt x="6470637" y="71120"/>
                  </a:lnTo>
                  <a:lnTo>
                    <a:pt x="6470637" y="35560"/>
                  </a:lnTo>
                  <a:lnTo>
                    <a:pt x="64706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637794" y="351789"/>
              <a:ext cx="6506209" cy="6506209"/>
            </a:xfrm>
            <a:custGeom>
              <a:avLst/>
              <a:gdLst/>
              <a:ahLst/>
              <a:cxnLst/>
              <a:rect l="l" t="t" r="r" b="b"/>
              <a:pathLst>
                <a:path w="6506209" h="6506209">
                  <a:moveTo>
                    <a:pt x="35549" y="6506196"/>
                  </a:moveTo>
                  <a:lnTo>
                    <a:pt x="0" y="6506196"/>
                  </a:lnTo>
                  <a:lnTo>
                    <a:pt x="6506186" y="0"/>
                  </a:lnTo>
                  <a:lnTo>
                    <a:pt x="6506186" y="35559"/>
                  </a:lnTo>
                  <a:lnTo>
                    <a:pt x="35549" y="650619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566657" y="280669"/>
              <a:ext cx="6577330" cy="6577330"/>
            </a:xfrm>
            <a:custGeom>
              <a:avLst/>
              <a:gdLst/>
              <a:ahLst/>
              <a:cxnLst/>
              <a:rect l="l" t="t" r="r" b="b"/>
              <a:pathLst>
                <a:path w="6577330" h="6577330">
                  <a:moveTo>
                    <a:pt x="6577317" y="0"/>
                  </a:moveTo>
                  <a:lnTo>
                    <a:pt x="0" y="6577317"/>
                  </a:lnTo>
                  <a:lnTo>
                    <a:pt x="35560" y="6577317"/>
                  </a:lnTo>
                  <a:lnTo>
                    <a:pt x="71132" y="6577317"/>
                  </a:lnTo>
                  <a:lnTo>
                    <a:pt x="6577317" y="71120"/>
                  </a:lnTo>
                  <a:lnTo>
                    <a:pt x="6577317" y="35560"/>
                  </a:lnTo>
                  <a:lnTo>
                    <a:pt x="65773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498077" y="212089"/>
              <a:ext cx="6645909" cy="6645909"/>
            </a:xfrm>
            <a:custGeom>
              <a:avLst/>
              <a:gdLst/>
              <a:ahLst/>
              <a:cxnLst/>
              <a:rect l="l" t="t" r="r" b="b"/>
              <a:pathLst>
                <a:path w="6645909" h="6645909">
                  <a:moveTo>
                    <a:pt x="6645897" y="0"/>
                  </a:moveTo>
                  <a:lnTo>
                    <a:pt x="0" y="6645897"/>
                  </a:lnTo>
                  <a:lnTo>
                    <a:pt x="34290" y="6645897"/>
                  </a:lnTo>
                  <a:lnTo>
                    <a:pt x="68580" y="6645897"/>
                  </a:lnTo>
                  <a:lnTo>
                    <a:pt x="6645897" y="68580"/>
                  </a:lnTo>
                  <a:lnTo>
                    <a:pt x="6645897" y="34290"/>
                  </a:lnTo>
                  <a:lnTo>
                    <a:pt x="66458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462525" y="176528"/>
              <a:ext cx="6681470" cy="6681470"/>
            </a:xfrm>
            <a:custGeom>
              <a:avLst/>
              <a:gdLst/>
              <a:ahLst/>
              <a:cxnLst/>
              <a:rect l="l" t="t" r="r" b="b"/>
              <a:pathLst>
                <a:path w="6681470" h="6681470">
                  <a:moveTo>
                    <a:pt x="35557" y="6681457"/>
                  </a:moveTo>
                  <a:lnTo>
                    <a:pt x="0" y="6681457"/>
                  </a:lnTo>
                  <a:lnTo>
                    <a:pt x="6681456" y="0"/>
                  </a:lnTo>
                  <a:lnTo>
                    <a:pt x="6681456" y="35558"/>
                  </a:lnTo>
                  <a:lnTo>
                    <a:pt x="35557" y="66814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426965" y="140969"/>
              <a:ext cx="6717030" cy="6717030"/>
            </a:xfrm>
            <a:custGeom>
              <a:avLst/>
              <a:gdLst/>
              <a:ahLst/>
              <a:cxnLst/>
              <a:rect l="l" t="t" r="r" b="b"/>
              <a:pathLst>
                <a:path w="6717030" h="6717030">
                  <a:moveTo>
                    <a:pt x="35559" y="6717016"/>
                  </a:moveTo>
                  <a:lnTo>
                    <a:pt x="0" y="6717016"/>
                  </a:lnTo>
                  <a:lnTo>
                    <a:pt x="6717016" y="0"/>
                  </a:lnTo>
                  <a:lnTo>
                    <a:pt x="6717016" y="35558"/>
                  </a:lnTo>
                  <a:lnTo>
                    <a:pt x="35559" y="671701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391405" y="105409"/>
              <a:ext cx="6752590" cy="6752590"/>
            </a:xfrm>
            <a:custGeom>
              <a:avLst/>
              <a:gdLst/>
              <a:ahLst/>
              <a:cxnLst/>
              <a:rect l="l" t="t" r="r" b="b"/>
              <a:pathLst>
                <a:path w="6752590" h="6752590">
                  <a:moveTo>
                    <a:pt x="35559" y="6752576"/>
                  </a:moveTo>
                  <a:lnTo>
                    <a:pt x="0" y="6752576"/>
                  </a:lnTo>
                  <a:lnTo>
                    <a:pt x="6752576" y="0"/>
                  </a:lnTo>
                  <a:lnTo>
                    <a:pt x="6752576" y="35558"/>
                  </a:lnTo>
                  <a:lnTo>
                    <a:pt x="35559" y="675257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321547" y="35559"/>
              <a:ext cx="6822440" cy="6822440"/>
            </a:xfrm>
            <a:custGeom>
              <a:avLst/>
              <a:gdLst/>
              <a:ahLst/>
              <a:cxnLst/>
              <a:rect l="l" t="t" r="r" b="b"/>
              <a:pathLst>
                <a:path w="6822440" h="6822440">
                  <a:moveTo>
                    <a:pt x="6822427" y="0"/>
                  </a:moveTo>
                  <a:lnTo>
                    <a:pt x="0" y="6822427"/>
                  </a:lnTo>
                  <a:lnTo>
                    <a:pt x="34290" y="6822427"/>
                  </a:lnTo>
                  <a:lnTo>
                    <a:pt x="69850" y="6822427"/>
                  </a:lnTo>
                  <a:lnTo>
                    <a:pt x="6822427" y="69850"/>
                  </a:lnTo>
                  <a:lnTo>
                    <a:pt x="6822427" y="34290"/>
                  </a:lnTo>
                  <a:lnTo>
                    <a:pt x="682242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287265" y="1269"/>
              <a:ext cx="6856730" cy="6856730"/>
            </a:xfrm>
            <a:custGeom>
              <a:avLst/>
              <a:gdLst/>
              <a:ahLst/>
              <a:cxnLst/>
              <a:rect l="l" t="t" r="r" b="b"/>
              <a:pathLst>
                <a:path w="6856730" h="6856730">
                  <a:moveTo>
                    <a:pt x="34289" y="6856716"/>
                  </a:moveTo>
                  <a:lnTo>
                    <a:pt x="0" y="6856716"/>
                  </a:lnTo>
                  <a:lnTo>
                    <a:pt x="6856716" y="0"/>
                  </a:lnTo>
                  <a:lnTo>
                    <a:pt x="6856716" y="34288"/>
                  </a:lnTo>
                  <a:lnTo>
                    <a:pt x="34289" y="685671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251705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76" y="0"/>
                  </a:lnTo>
                  <a:lnTo>
                    <a:pt x="6892276" y="0"/>
                  </a:lnTo>
                  <a:lnTo>
                    <a:pt x="6892276" y="1269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216145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353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180585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96" y="0"/>
                  </a:lnTo>
                  <a:lnTo>
                    <a:pt x="689354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145025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7" y="6857986"/>
                  </a:moveTo>
                  <a:lnTo>
                    <a:pt x="0" y="6857986"/>
                  </a:lnTo>
                  <a:lnTo>
                    <a:pt x="6857981" y="0"/>
                  </a:lnTo>
                  <a:lnTo>
                    <a:pt x="6893556" y="0"/>
                  </a:lnTo>
                  <a:lnTo>
                    <a:pt x="3555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075167" y="0"/>
              <a:ext cx="6927850" cy="6858000"/>
            </a:xfrm>
            <a:custGeom>
              <a:avLst/>
              <a:gdLst/>
              <a:ahLst/>
              <a:cxnLst/>
              <a:rect l="l" t="t" r="r" b="b"/>
              <a:pathLst>
                <a:path w="6927850" h="6858000">
                  <a:moveTo>
                    <a:pt x="6927837" y="0"/>
                  </a:moveTo>
                  <a:lnTo>
                    <a:pt x="6892277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34290" y="6857987"/>
                  </a:lnTo>
                  <a:lnTo>
                    <a:pt x="69850" y="6857987"/>
                  </a:lnTo>
                  <a:lnTo>
                    <a:pt x="69278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040885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7" y="6857986"/>
                  </a:moveTo>
                  <a:lnTo>
                    <a:pt x="0" y="6857986"/>
                  </a:lnTo>
                  <a:lnTo>
                    <a:pt x="6857996" y="0"/>
                  </a:lnTo>
                  <a:lnTo>
                    <a:pt x="6892271" y="0"/>
                  </a:lnTo>
                  <a:lnTo>
                    <a:pt x="3428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005326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7" y="6857986"/>
                  </a:moveTo>
                  <a:lnTo>
                    <a:pt x="0" y="6857986"/>
                  </a:lnTo>
                  <a:lnTo>
                    <a:pt x="6857981" y="0"/>
                  </a:lnTo>
                  <a:lnTo>
                    <a:pt x="6893556" y="0"/>
                  </a:lnTo>
                  <a:lnTo>
                    <a:pt x="3555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969766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3541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89863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120" y="0"/>
                  </a:moveTo>
                  <a:lnTo>
                    <a:pt x="6893534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12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863086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7" y="6857986"/>
                  </a:moveTo>
                  <a:lnTo>
                    <a:pt x="0" y="6857986"/>
                  </a:lnTo>
                  <a:lnTo>
                    <a:pt x="6857996" y="0"/>
                  </a:lnTo>
                  <a:lnTo>
                    <a:pt x="6893546" y="0"/>
                  </a:lnTo>
                  <a:lnTo>
                    <a:pt x="3555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794497" y="0"/>
              <a:ext cx="6926580" cy="6858000"/>
            </a:xfrm>
            <a:custGeom>
              <a:avLst/>
              <a:gdLst/>
              <a:ahLst/>
              <a:cxnLst/>
              <a:rect l="l" t="t" r="r" b="b"/>
              <a:pathLst>
                <a:path w="6926580" h="6858000">
                  <a:moveTo>
                    <a:pt x="6926580" y="0"/>
                  </a:moveTo>
                  <a:lnTo>
                    <a:pt x="6892277" y="0"/>
                  </a:lnTo>
                  <a:lnTo>
                    <a:pt x="6857974" y="0"/>
                  </a:lnTo>
                  <a:lnTo>
                    <a:pt x="0" y="6857987"/>
                  </a:lnTo>
                  <a:lnTo>
                    <a:pt x="34290" y="6857987"/>
                  </a:lnTo>
                  <a:lnTo>
                    <a:pt x="68580" y="6857987"/>
                  </a:lnTo>
                  <a:lnTo>
                    <a:pt x="692658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758946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353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68781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107" y="0"/>
                  </a:moveTo>
                  <a:lnTo>
                    <a:pt x="6893560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1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652266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3541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583677" y="0"/>
              <a:ext cx="6926580" cy="6858000"/>
            </a:xfrm>
            <a:custGeom>
              <a:avLst/>
              <a:gdLst/>
              <a:ahLst/>
              <a:cxnLst/>
              <a:rect l="l" t="t" r="r" b="b"/>
              <a:pathLst>
                <a:path w="6926580" h="6858000">
                  <a:moveTo>
                    <a:pt x="6926580" y="0"/>
                  </a:moveTo>
                  <a:lnTo>
                    <a:pt x="6892277" y="0"/>
                  </a:lnTo>
                  <a:lnTo>
                    <a:pt x="6858000" y="0"/>
                  </a:lnTo>
                  <a:lnTo>
                    <a:pt x="0" y="6857987"/>
                  </a:lnTo>
                  <a:lnTo>
                    <a:pt x="34290" y="6857987"/>
                  </a:lnTo>
                  <a:lnTo>
                    <a:pt x="68580" y="6857987"/>
                  </a:lnTo>
                  <a:lnTo>
                    <a:pt x="692658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548126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1" y="0"/>
                  </a:lnTo>
                  <a:lnTo>
                    <a:pt x="689355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47699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107" y="0"/>
                  </a:moveTo>
                  <a:lnTo>
                    <a:pt x="6893560" y="0"/>
                  </a:lnTo>
                  <a:lnTo>
                    <a:pt x="6857974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1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441447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353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371587" y="0"/>
              <a:ext cx="6927850" cy="6858000"/>
            </a:xfrm>
            <a:custGeom>
              <a:avLst/>
              <a:gdLst/>
              <a:ahLst/>
              <a:cxnLst/>
              <a:rect l="l" t="t" r="r" b="b"/>
              <a:pathLst>
                <a:path w="6927850" h="6858000">
                  <a:moveTo>
                    <a:pt x="6927837" y="0"/>
                  </a:moveTo>
                  <a:lnTo>
                    <a:pt x="6892290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34290" y="6857987"/>
                  </a:lnTo>
                  <a:lnTo>
                    <a:pt x="69850" y="6857987"/>
                  </a:lnTo>
                  <a:lnTo>
                    <a:pt x="69278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337307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76" y="0"/>
                  </a:lnTo>
                  <a:lnTo>
                    <a:pt x="6892276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301747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353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23061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107" y="0"/>
                  </a:moveTo>
                  <a:lnTo>
                    <a:pt x="6893560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1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195067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7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3541" y="0"/>
                  </a:lnTo>
                  <a:lnTo>
                    <a:pt x="3555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160777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81" y="0"/>
                  </a:lnTo>
                  <a:lnTo>
                    <a:pt x="6892281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125217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7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3541" y="0"/>
                  </a:lnTo>
                  <a:lnTo>
                    <a:pt x="3555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055367" y="0"/>
              <a:ext cx="6927850" cy="6858000"/>
            </a:xfrm>
            <a:custGeom>
              <a:avLst/>
              <a:gdLst/>
              <a:ahLst/>
              <a:cxnLst/>
              <a:rect l="l" t="t" r="r" b="b"/>
              <a:pathLst>
                <a:path w="6927850" h="6858000">
                  <a:moveTo>
                    <a:pt x="69849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927841" y="0"/>
                  </a:lnTo>
                  <a:lnTo>
                    <a:pt x="6984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019807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76" y="0"/>
                  </a:lnTo>
                  <a:lnTo>
                    <a:pt x="6893551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94867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094" y="0"/>
                  </a:moveTo>
                  <a:lnTo>
                    <a:pt x="6893547" y="0"/>
                  </a:lnTo>
                  <a:lnTo>
                    <a:pt x="6858000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0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914398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7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2286" y="0"/>
                  </a:lnTo>
                  <a:lnTo>
                    <a:pt x="3428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880108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76" y="0"/>
                  </a:lnTo>
                  <a:lnTo>
                    <a:pt x="6892276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844548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353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808988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96" y="0"/>
                  </a:lnTo>
                  <a:lnTo>
                    <a:pt x="689354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3785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120" y="0"/>
                  </a:moveTo>
                  <a:lnTo>
                    <a:pt x="6893547" y="0"/>
                  </a:lnTo>
                  <a:lnTo>
                    <a:pt x="6858000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12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02308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76" y="0"/>
                  </a:lnTo>
                  <a:lnTo>
                    <a:pt x="6893551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68018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2266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33728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81" y="0"/>
                  </a:lnTo>
                  <a:lnTo>
                    <a:pt x="6892281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98168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7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3541" y="0"/>
                  </a:lnTo>
                  <a:lnTo>
                    <a:pt x="3555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2703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120" y="0"/>
                  </a:moveTo>
                  <a:lnTo>
                    <a:pt x="6893547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12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491488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96" y="0"/>
                  </a:lnTo>
                  <a:lnTo>
                    <a:pt x="689354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457199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7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2286" y="0"/>
                  </a:lnTo>
                  <a:lnTo>
                    <a:pt x="3428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22909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76" y="0"/>
                  </a:lnTo>
                  <a:lnTo>
                    <a:pt x="6892276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87349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353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16217" y="0"/>
              <a:ext cx="6929120" cy="6858000"/>
            </a:xfrm>
            <a:custGeom>
              <a:avLst/>
              <a:gdLst/>
              <a:ahLst/>
              <a:cxnLst/>
              <a:rect l="l" t="t" r="r" b="b"/>
              <a:pathLst>
                <a:path w="6929120" h="6858000">
                  <a:moveTo>
                    <a:pt x="6929107" y="0"/>
                  </a:moveTo>
                  <a:lnTo>
                    <a:pt x="6893560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35560" y="6857987"/>
                  </a:lnTo>
                  <a:lnTo>
                    <a:pt x="71120" y="6857987"/>
                  </a:lnTo>
                  <a:lnTo>
                    <a:pt x="69291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80669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3541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45108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60" y="6857986"/>
                  </a:moveTo>
                  <a:lnTo>
                    <a:pt x="0" y="6857986"/>
                  </a:lnTo>
                  <a:lnTo>
                    <a:pt x="6857977" y="0"/>
                  </a:lnTo>
                  <a:lnTo>
                    <a:pt x="6893552" y="0"/>
                  </a:lnTo>
                  <a:lnTo>
                    <a:pt x="35560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10819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2266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76528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9" y="6857986"/>
                  </a:moveTo>
                  <a:lnTo>
                    <a:pt x="0" y="6857986"/>
                  </a:lnTo>
                  <a:lnTo>
                    <a:pt x="6857982" y="0"/>
                  </a:lnTo>
                  <a:lnTo>
                    <a:pt x="6892282" y="0"/>
                  </a:lnTo>
                  <a:lnTo>
                    <a:pt x="3428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40969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8" y="6857986"/>
                  </a:moveTo>
                  <a:lnTo>
                    <a:pt x="0" y="6857986"/>
                  </a:lnTo>
                  <a:lnTo>
                    <a:pt x="6857991" y="0"/>
                  </a:lnTo>
                  <a:lnTo>
                    <a:pt x="6893541" y="0"/>
                  </a:lnTo>
                  <a:lnTo>
                    <a:pt x="35558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05409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76" y="0"/>
                  </a:lnTo>
                  <a:lnTo>
                    <a:pt x="6893551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69848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87" y="0"/>
                  </a:lnTo>
                  <a:lnTo>
                    <a:pt x="6893537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4289" y="0"/>
              <a:ext cx="6893559" cy="6858000"/>
            </a:xfrm>
            <a:custGeom>
              <a:avLst/>
              <a:gdLst/>
              <a:ahLst/>
              <a:cxnLst/>
              <a:rect l="l" t="t" r="r" b="b"/>
              <a:pathLst>
                <a:path w="6893559" h="6858000">
                  <a:moveTo>
                    <a:pt x="35559" y="6857986"/>
                  </a:moveTo>
                  <a:lnTo>
                    <a:pt x="0" y="6857986"/>
                  </a:lnTo>
                  <a:lnTo>
                    <a:pt x="6857996" y="0"/>
                  </a:lnTo>
                  <a:lnTo>
                    <a:pt x="6893546" y="0"/>
                  </a:lnTo>
                  <a:lnTo>
                    <a:pt x="355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0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34288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892286" y="0"/>
                  </a:lnTo>
                  <a:lnTo>
                    <a:pt x="34288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0" y="0"/>
              <a:ext cx="6858000" cy="6858000"/>
            </a:xfrm>
            <a:custGeom>
              <a:avLst/>
              <a:gdLst/>
              <a:ahLst/>
              <a:cxnLst/>
              <a:rect l="l" t="t" r="r" b="b"/>
              <a:pathLst>
                <a:path w="6858000" h="6858000">
                  <a:moveTo>
                    <a:pt x="6857974" y="0"/>
                  </a:moveTo>
                  <a:lnTo>
                    <a:pt x="6822427" y="0"/>
                  </a:lnTo>
                  <a:lnTo>
                    <a:pt x="6788124" y="0"/>
                  </a:lnTo>
                  <a:lnTo>
                    <a:pt x="0" y="6788137"/>
                  </a:lnTo>
                  <a:lnTo>
                    <a:pt x="0" y="6822440"/>
                  </a:lnTo>
                  <a:lnTo>
                    <a:pt x="0" y="6857987"/>
                  </a:lnTo>
                  <a:lnTo>
                    <a:pt x="685797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0" y="0"/>
              <a:ext cx="6788150" cy="6788150"/>
            </a:xfrm>
            <a:custGeom>
              <a:avLst/>
              <a:gdLst/>
              <a:ahLst/>
              <a:cxnLst/>
              <a:rect l="l" t="t" r="r" b="b"/>
              <a:pathLst>
                <a:path w="6788150" h="6788150">
                  <a:moveTo>
                    <a:pt x="0" y="6788136"/>
                  </a:moveTo>
                  <a:lnTo>
                    <a:pt x="0" y="6752586"/>
                  </a:lnTo>
                  <a:lnTo>
                    <a:pt x="6752586" y="0"/>
                  </a:lnTo>
                  <a:lnTo>
                    <a:pt x="6788136" y="0"/>
                  </a:lnTo>
                  <a:lnTo>
                    <a:pt x="0" y="678813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0" y="0"/>
              <a:ext cx="6752590" cy="6752590"/>
            </a:xfrm>
            <a:custGeom>
              <a:avLst/>
              <a:gdLst/>
              <a:ahLst/>
              <a:cxnLst/>
              <a:rect l="l" t="t" r="r" b="b"/>
              <a:pathLst>
                <a:path w="6752590" h="6752590">
                  <a:moveTo>
                    <a:pt x="0" y="6752586"/>
                  </a:moveTo>
                  <a:lnTo>
                    <a:pt x="0" y="6717011"/>
                  </a:lnTo>
                  <a:lnTo>
                    <a:pt x="6717011" y="0"/>
                  </a:lnTo>
                  <a:lnTo>
                    <a:pt x="6752586" y="0"/>
                  </a:lnTo>
                  <a:lnTo>
                    <a:pt x="0" y="67525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0" y="0"/>
              <a:ext cx="6717030" cy="6717030"/>
            </a:xfrm>
            <a:custGeom>
              <a:avLst/>
              <a:gdLst/>
              <a:ahLst/>
              <a:cxnLst/>
              <a:rect l="l" t="t" r="r" b="b"/>
              <a:pathLst>
                <a:path w="6717030" h="6717030">
                  <a:moveTo>
                    <a:pt x="6717004" y="0"/>
                  </a:moveTo>
                  <a:lnTo>
                    <a:pt x="6681457" y="0"/>
                  </a:lnTo>
                  <a:lnTo>
                    <a:pt x="6645884" y="0"/>
                  </a:lnTo>
                  <a:lnTo>
                    <a:pt x="0" y="6645897"/>
                  </a:lnTo>
                  <a:lnTo>
                    <a:pt x="0" y="6681470"/>
                  </a:lnTo>
                  <a:lnTo>
                    <a:pt x="0" y="6717017"/>
                  </a:lnTo>
                  <a:lnTo>
                    <a:pt x="67170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0" y="0"/>
              <a:ext cx="6645909" cy="6645909"/>
            </a:xfrm>
            <a:custGeom>
              <a:avLst/>
              <a:gdLst/>
              <a:ahLst/>
              <a:cxnLst/>
              <a:rect l="l" t="t" r="r" b="b"/>
              <a:pathLst>
                <a:path w="6645909" h="6645909">
                  <a:moveTo>
                    <a:pt x="0" y="6645886"/>
                  </a:moveTo>
                  <a:lnTo>
                    <a:pt x="0" y="6611611"/>
                  </a:lnTo>
                  <a:lnTo>
                    <a:pt x="6611611" y="0"/>
                  </a:lnTo>
                  <a:lnTo>
                    <a:pt x="6645886" y="0"/>
                  </a:lnTo>
                  <a:lnTo>
                    <a:pt x="0" y="66458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0" y="0"/>
              <a:ext cx="6611620" cy="6611620"/>
            </a:xfrm>
            <a:custGeom>
              <a:avLst/>
              <a:gdLst/>
              <a:ahLst/>
              <a:cxnLst/>
              <a:rect l="l" t="t" r="r" b="b"/>
              <a:pathLst>
                <a:path w="6611620" h="6611620">
                  <a:moveTo>
                    <a:pt x="6611607" y="0"/>
                  </a:moveTo>
                  <a:lnTo>
                    <a:pt x="6577304" y="0"/>
                  </a:lnTo>
                  <a:lnTo>
                    <a:pt x="6541757" y="0"/>
                  </a:lnTo>
                  <a:lnTo>
                    <a:pt x="0" y="6541770"/>
                  </a:lnTo>
                  <a:lnTo>
                    <a:pt x="0" y="6577317"/>
                  </a:lnTo>
                  <a:lnTo>
                    <a:pt x="0" y="6611620"/>
                  </a:lnTo>
                  <a:lnTo>
                    <a:pt x="66116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0" y="0"/>
              <a:ext cx="6541770" cy="6541770"/>
            </a:xfrm>
            <a:custGeom>
              <a:avLst/>
              <a:gdLst/>
              <a:ahLst/>
              <a:cxnLst/>
              <a:rect l="l" t="t" r="r" b="b"/>
              <a:pathLst>
                <a:path w="6541770" h="6541770">
                  <a:moveTo>
                    <a:pt x="6541757" y="0"/>
                  </a:moveTo>
                  <a:lnTo>
                    <a:pt x="6506184" y="0"/>
                  </a:lnTo>
                  <a:lnTo>
                    <a:pt x="6470624" y="0"/>
                  </a:lnTo>
                  <a:lnTo>
                    <a:pt x="0" y="6470637"/>
                  </a:lnTo>
                  <a:lnTo>
                    <a:pt x="0" y="6506197"/>
                  </a:lnTo>
                  <a:lnTo>
                    <a:pt x="0" y="6541770"/>
                  </a:lnTo>
                  <a:lnTo>
                    <a:pt x="65417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0" y="0"/>
              <a:ext cx="6470650" cy="6470650"/>
            </a:xfrm>
            <a:custGeom>
              <a:avLst/>
              <a:gdLst/>
              <a:ahLst/>
              <a:cxnLst/>
              <a:rect l="l" t="t" r="r" b="b"/>
              <a:pathLst>
                <a:path w="6470650" h="6470650">
                  <a:moveTo>
                    <a:pt x="6470624" y="0"/>
                  </a:moveTo>
                  <a:lnTo>
                    <a:pt x="6435077" y="0"/>
                  </a:lnTo>
                  <a:lnTo>
                    <a:pt x="6399504" y="0"/>
                  </a:lnTo>
                  <a:lnTo>
                    <a:pt x="0" y="6399517"/>
                  </a:lnTo>
                  <a:lnTo>
                    <a:pt x="0" y="6435090"/>
                  </a:lnTo>
                  <a:lnTo>
                    <a:pt x="0" y="6470637"/>
                  </a:lnTo>
                  <a:lnTo>
                    <a:pt x="647062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0" y="0"/>
              <a:ext cx="6399530" cy="6399530"/>
            </a:xfrm>
            <a:custGeom>
              <a:avLst/>
              <a:gdLst/>
              <a:ahLst/>
              <a:cxnLst/>
              <a:rect l="l" t="t" r="r" b="b"/>
              <a:pathLst>
                <a:path w="6399530" h="6399530">
                  <a:moveTo>
                    <a:pt x="0" y="6399512"/>
                  </a:moveTo>
                  <a:lnTo>
                    <a:pt x="0" y="6365237"/>
                  </a:lnTo>
                  <a:lnTo>
                    <a:pt x="6365237" y="0"/>
                  </a:lnTo>
                  <a:lnTo>
                    <a:pt x="6399512" y="0"/>
                  </a:lnTo>
                  <a:lnTo>
                    <a:pt x="0" y="639951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0" y="0"/>
              <a:ext cx="6365240" cy="6365240"/>
            </a:xfrm>
            <a:custGeom>
              <a:avLst/>
              <a:gdLst/>
              <a:ahLst/>
              <a:cxnLst/>
              <a:rect l="l" t="t" r="r" b="b"/>
              <a:pathLst>
                <a:path w="6365240" h="6365240">
                  <a:moveTo>
                    <a:pt x="0" y="6365237"/>
                  </a:moveTo>
                  <a:lnTo>
                    <a:pt x="0" y="6330937"/>
                  </a:lnTo>
                  <a:lnTo>
                    <a:pt x="6330937" y="0"/>
                  </a:lnTo>
                  <a:lnTo>
                    <a:pt x="6365237" y="0"/>
                  </a:lnTo>
                  <a:lnTo>
                    <a:pt x="0" y="636523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0" y="0"/>
              <a:ext cx="6330950" cy="6330950"/>
            </a:xfrm>
            <a:custGeom>
              <a:avLst/>
              <a:gdLst/>
              <a:ahLst/>
              <a:cxnLst/>
              <a:rect l="l" t="t" r="r" b="b"/>
              <a:pathLst>
                <a:path w="6330950" h="6330950">
                  <a:moveTo>
                    <a:pt x="0" y="6330937"/>
                  </a:moveTo>
                  <a:lnTo>
                    <a:pt x="0" y="6295387"/>
                  </a:lnTo>
                  <a:lnTo>
                    <a:pt x="6295387" y="0"/>
                  </a:lnTo>
                  <a:lnTo>
                    <a:pt x="6330937" y="0"/>
                  </a:lnTo>
                  <a:lnTo>
                    <a:pt x="0" y="633093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0" y="0"/>
              <a:ext cx="6295390" cy="6295390"/>
            </a:xfrm>
            <a:custGeom>
              <a:avLst/>
              <a:gdLst/>
              <a:ahLst/>
              <a:cxnLst/>
              <a:rect l="l" t="t" r="r" b="b"/>
              <a:pathLst>
                <a:path w="6295390" h="6295390">
                  <a:moveTo>
                    <a:pt x="6295377" y="0"/>
                  </a:moveTo>
                  <a:lnTo>
                    <a:pt x="6259804" y="0"/>
                  </a:lnTo>
                  <a:lnTo>
                    <a:pt x="6224257" y="0"/>
                  </a:lnTo>
                  <a:lnTo>
                    <a:pt x="0" y="6224270"/>
                  </a:lnTo>
                  <a:lnTo>
                    <a:pt x="0" y="6259817"/>
                  </a:lnTo>
                  <a:lnTo>
                    <a:pt x="0" y="6295390"/>
                  </a:lnTo>
                  <a:lnTo>
                    <a:pt x="62953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0" y="0"/>
              <a:ext cx="6224270" cy="6224270"/>
            </a:xfrm>
            <a:custGeom>
              <a:avLst/>
              <a:gdLst/>
              <a:ahLst/>
              <a:cxnLst/>
              <a:rect l="l" t="t" r="r" b="b"/>
              <a:pathLst>
                <a:path w="6224270" h="6224270">
                  <a:moveTo>
                    <a:pt x="0" y="6224262"/>
                  </a:moveTo>
                  <a:lnTo>
                    <a:pt x="0" y="6188687"/>
                  </a:lnTo>
                  <a:lnTo>
                    <a:pt x="6188687" y="0"/>
                  </a:lnTo>
                  <a:lnTo>
                    <a:pt x="6224262" y="0"/>
                  </a:lnTo>
                  <a:lnTo>
                    <a:pt x="0" y="622426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0" y="0"/>
              <a:ext cx="6188710" cy="6188710"/>
            </a:xfrm>
            <a:custGeom>
              <a:avLst/>
              <a:gdLst/>
              <a:ahLst/>
              <a:cxnLst/>
              <a:rect l="l" t="t" r="r" b="b"/>
              <a:pathLst>
                <a:path w="6188710" h="6188710">
                  <a:moveTo>
                    <a:pt x="0" y="6188712"/>
                  </a:moveTo>
                  <a:lnTo>
                    <a:pt x="0" y="6120112"/>
                  </a:lnTo>
                  <a:lnTo>
                    <a:pt x="6120112" y="0"/>
                  </a:lnTo>
                  <a:lnTo>
                    <a:pt x="6188687" y="0"/>
                  </a:lnTo>
                  <a:lnTo>
                    <a:pt x="0" y="618871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0" y="0"/>
              <a:ext cx="6120130" cy="6120130"/>
            </a:xfrm>
            <a:custGeom>
              <a:avLst/>
              <a:gdLst/>
              <a:ahLst/>
              <a:cxnLst/>
              <a:rect l="l" t="t" r="r" b="b"/>
              <a:pathLst>
                <a:path w="6120130" h="6120130">
                  <a:moveTo>
                    <a:pt x="6120104" y="0"/>
                  </a:moveTo>
                  <a:lnTo>
                    <a:pt x="6084557" y="0"/>
                  </a:lnTo>
                  <a:lnTo>
                    <a:pt x="6048984" y="0"/>
                  </a:lnTo>
                  <a:lnTo>
                    <a:pt x="0" y="6048997"/>
                  </a:lnTo>
                  <a:lnTo>
                    <a:pt x="0" y="6084570"/>
                  </a:lnTo>
                  <a:lnTo>
                    <a:pt x="0" y="6120117"/>
                  </a:lnTo>
                  <a:lnTo>
                    <a:pt x="61201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0" y="0"/>
              <a:ext cx="6049010" cy="6049010"/>
            </a:xfrm>
            <a:custGeom>
              <a:avLst/>
              <a:gdLst/>
              <a:ahLst/>
              <a:cxnLst/>
              <a:rect l="l" t="t" r="r" b="b"/>
              <a:pathLst>
                <a:path w="6049010" h="6049010">
                  <a:moveTo>
                    <a:pt x="6048984" y="0"/>
                  </a:moveTo>
                  <a:lnTo>
                    <a:pt x="6013437" y="0"/>
                  </a:lnTo>
                  <a:lnTo>
                    <a:pt x="5977877" y="0"/>
                  </a:lnTo>
                  <a:lnTo>
                    <a:pt x="0" y="5977890"/>
                  </a:lnTo>
                  <a:lnTo>
                    <a:pt x="0" y="6013450"/>
                  </a:lnTo>
                  <a:lnTo>
                    <a:pt x="0" y="6048997"/>
                  </a:lnTo>
                  <a:lnTo>
                    <a:pt x="60489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0" y="0"/>
              <a:ext cx="5977890" cy="5977890"/>
            </a:xfrm>
            <a:custGeom>
              <a:avLst/>
              <a:gdLst/>
              <a:ahLst/>
              <a:cxnLst/>
              <a:rect l="l" t="t" r="r" b="b"/>
              <a:pathLst>
                <a:path w="5977890" h="5977890">
                  <a:moveTo>
                    <a:pt x="5977877" y="0"/>
                  </a:moveTo>
                  <a:lnTo>
                    <a:pt x="5942304" y="0"/>
                  </a:lnTo>
                  <a:lnTo>
                    <a:pt x="5908027" y="0"/>
                  </a:lnTo>
                  <a:lnTo>
                    <a:pt x="0" y="5908040"/>
                  </a:lnTo>
                  <a:lnTo>
                    <a:pt x="0" y="5942317"/>
                  </a:lnTo>
                  <a:lnTo>
                    <a:pt x="0" y="5977890"/>
                  </a:lnTo>
                  <a:lnTo>
                    <a:pt x="59778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0" y="0"/>
              <a:ext cx="5908040" cy="5908040"/>
            </a:xfrm>
            <a:custGeom>
              <a:avLst/>
              <a:gdLst/>
              <a:ahLst/>
              <a:cxnLst/>
              <a:rect l="l" t="t" r="r" b="b"/>
              <a:pathLst>
                <a:path w="5908040" h="5908040">
                  <a:moveTo>
                    <a:pt x="0" y="5908038"/>
                  </a:moveTo>
                  <a:lnTo>
                    <a:pt x="0" y="5873738"/>
                  </a:lnTo>
                  <a:lnTo>
                    <a:pt x="5873738" y="0"/>
                  </a:lnTo>
                  <a:lnTo>
                    <a:pt x="5908038" y="0"/>
                  </a:lnTo>
                  <a:lnTo>
                    <a:pt x="0" y="590803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0" y="0"/>
              <a:ext cx="5873750" cy="5873750"/>
            </a:xfrm>
            <a:custGeom>
              <a:avLst/>
              <a:gdLst/>
              <a:ahLst/>
              <a:cxnLst/>
              <a:rect l="l" t="t" r="r" b="b"/>
              <a:pathLst>
                <a:path w="5873750" h="5873750">
                  <a:moveTo>
                    <a:pt x="5873737" y="0"/>
                  </a:moveTo>
                  <a:lnTo>
                    <a:pt x="5838177" y="0"/>
                  </a:lnTo>
                  <a:lnTo>
                    <a:pt x="5802604" y="0"/>
                  </a:lnTo>
                  <a:lnTo>
                    <a:pt x="0" y="5802617"/>
                  </a:lnTo>
                  <a:lnTo>
                    <a:pt x="0" y="5838190"/>
                  </a:lnTo>
                  <a:lnTo>
                    <a:pt x="0" y="5873750"/>
                  </a:lnTo>
                  <a:lnTo>
                    <a:pt x="58737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0" y="0"/>
              <a:ext cx="5802630" cy="5802630"/>
            </a:xfrm>
            <a:custGeom>
              <a:avLst/>
              <a:gdLst/>
              <a:ahLst/>
              <a:cxnLst/>
              <a:rect l="l" t="t" r="r" b="b"/>
              <a:pathLst>
                <a:path w="5802630" h="5802630">
                  <a:moveTo>
                    <a:pt x="5802604" y="0"/>
                  </a:moveTo>
                  <a:lnTo>
                    <a:pt x="5767057" y="0"/>
                  </a:lnTo>
                  <a:lnTo>
                    <a:pt x="5731484" y="0"/>
                  </a:lnTo>
                  <a:lnTo>
                    <a:pt x="0" y="5731497"/>
                  </a:lnTo>
                  <a:lnTo>
                    <a:pt x="0" y="5767070"/>
                  </a:lnTo>
                  <a:lnTo>
                    <a:pt x="0" y="5802617"/>
                  </a:lnTo>
                  <a:lnTo>
                    <a:pt x="58026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0" y="0"/>
              <a:ext cx="5731510" cy="5731510"/>
            </a:xfrm>
            <a:custGeom>
              <a:avLst/>
              <a:gdLst/>
              <a:ahLst/>
              <a:cxnLst/>
              <a:rect l="l" t="t" r="r" b="b"/>
              <a:pathLst>
                <a:path w="5731510" h="5731510">
                  <a:moveTo>
                    <a:pt x="5731484" y="0"/>
                  </a:moveTo>
                  <a:lnTo>
                    <a:pt x="5695937" y="0"/>
                  </a:lnTo>
                  <a:lnTo>
                    <a:pt x="5661634" y="0"/>
                  </a:lnTo>
                  <a:lnTo>
                    <a:pt x="0" y="5661647"/>
                  </a:lnTo>
                  <a:lnTo>
                    <a:pt x="0" y="5695950"/>
                  </a:lnTo>
                  <a:lnTo>
                    <a:pt x="0" y="5731497"/>
                  </a:lnTo>
                  <a:lnTo>
                    <a:pt x="57314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0" y="0"/>
              <a:ext cx="5661660" cy="5661660"/>
            </a:xfrm>
            <a:custGeom>
              <a:avLst/>
              <a:gdLst/>
              <a:ahLst/>
              <a:cxnLst/>
              <a:rect l="l" t="t" r="r" b="b"/>
              <a:pathLst>
                <a:path w="5661660" h="5661660">
                  <a:moveTo>
                    <a:pt x="0" y="5661638"/>
                  </a:moveTo>
                  <a:lnTo>
                    <a:pt x="0" y="5627363"/>
                  </a:lnTo>
                  <a:lnTo>
                    <a:pt x="5627363" y="0"/>
                  </a:lnTo>
                  <a:lnTo>
                    <a:pt x="5661638" y="0"/>
                  </a:lnTo>
                  <a:lnTo>
                    <a:pt x="0" y="566163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0" y="0"/>
              <a:ext cx="5627370" cy="5627370"/>
            </a:xfrm>
            <a:custGeom>
              <a:avLst/>
              <a:gdLst/>
              <a:ahLst/>
              <a:cxnLst/>
              <a:rect l="l" t="t" r="r" b="b"/>
              <a:pathLst>
                <a:path w="5627370" h="5627370">
                  <a:moveTo>
                    <a:pt x="5627357" y="0"/>
                  </a:moveTo>
                  <a:lnTo>
                    <a:pt x="5591784" y="0"/>
                  </a:lnTo>
                  <a:lnTo>
                    <a:pt x="5556237" y="0"/>
                  </a:lnTo>
                  <a:lnTo>
                    <a:pt x="0" y="5556250"/>
                  </a:lnTo>
                  <a:lnTo>
                    <a:pt x="0" y="5591797"/>
                  </a:lnTo>
                  <a:lnTo>
                    <a:pt x="0" y="5627370"/>
                  </a:lnTo>
                  <a:lnTo>
                    <a:pt x="56273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0" y="0"/>
              <a:ext cx="5556250" cy="5556250"/>
            </a:xfrm>
            <a:custGeom>
              <a:avLst/>
              <a:gdLst/>
              <a:ahLst/>
              <a:cxnLst/>
              <a:rect l="l" t="t" r="r" b="b"/>
              <a:pathLst>
                <a:path w="5556250" h="5556250">
                  <a:moveTo>
                    <a:pt x="0" y="5556238"/>
                  </a:moveTo>
                  <a:lnTo>
                    <a:pt x="0" y="5520688"/>
                  </a:lnTo>
                  <a:lnTo>
                    <a:pt x="5520688" y="0"/>
                  </a:lnTo>
                  <a:lnTo>
                    <a:pt x="5556238" y="0"/>
                  </a:lnTo>
                  <a:lnTo>
                    <a:pt x="0" y="555623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0" y="0"/>
              <a:ext cx="5520690" cy="5520690"/>
            </a:xfrm>
            <a:custGeom>
              <a:avLst/>
              <a:gdLst/>
              <a:ahLst/>
              <a:cxnLst/>
              <a:rect l="l" t="t" r="r" b="b"/>
              <a:pathLst>
                <a:path w="5520690" h="5520690">
                  <a:moveTo>
                    <a:pt x="0" y="5520688"/>
                  </a:moveTo>
                  <a:lnTo>
                    <a:pt x="0" y="5485113"/>
                  </a:lnTo>
                  <a:lnTo>
                    <a:pt x="5485113" y="0"/>
                  </a:lnTo>
                  <a:lnTo>
                    <a:pt x="5520688" y="0"/>
                  </a:lnTo>
                  <a:lnTo>
                    <a:pt x="0" y="552068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0" y="0"/>
              <a:ext cx="5485130" cy="5485130"/>
            </a:xfrm>
            <a:custGeom>
              <a:avLst/>
              <a:gdLst/>
              <a:ahLst/>
              <a:cxnLst/>
              <a:rect l="l" t="t" r="r" b="b"/>
              <a:pathLst>
                <a:path w="5485130" h="5485130">
                  <a:moveTo>
                    <a:pt x="5485104" y="0"/>
                  </a:moveTo>
                  <a:lnTo>
                    <a:pt x="5450827" y="0"/>
                  </a:lnTo>
                  <a:lnTo>
                    <a:pt x="5416537" y="0"/>
                  </a:lnTo>
                  <a:lnTo>
                    <a:pt x="0" y="5416550"/>
                  </a:lnTo>
                  <a:lnTo>
                    <a:pt x="0" y="5450840"/>
                  </a:lnTo>
                  <a:lnTo>
                    <a:pt x="0" y="5485117"/>
                  </a:lnTo>
                  <a:lnTo>
                    <a:pt x="54851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0" y="0"/>
              <a:ext cx="5416550" cy="5416550"/>
            </a:xfrm>
            <a:custGeom>
              <a:avLst/>
              <a:gdLst/>
              <a:ahLst/>
              <a:cxnLst/>
              <a:rect l="l" t="t" r="r" b="b"/>
              <a:pathLst>
                <a:path w="5416550" h="5416550">
                  <a:moveTo>
                    <a:pt x="0" y="5416539"/>
                  </a:moveTo>
                  <a:lnTo>
                    <a:pt x="0" y="5380989"/>
                  </a:lnTo>
                  <a:lnTo>
                    <a:pt x="5380989" y="0"/>
                  </a:lnTo>
                  <a:lnTo>
                    <a:pt x="5416539" y="0"/>
                  </a:lnTo>
                  <a:lnTo>
                    <a:pt x="0" y="541653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0" y="0"/>
              <a:ext cx="5380990" cy="5380990"/>
            </a:xfrm>
            <a:custGeom>
              <a:avLst/>
              <a:gdLst/>
              <a:ahLst/>
              <a:cxnLst/>
              <a:rect l="l" t="t" r="r" b="b"/>
              <a:pathLst>
                <a:path w="5380990" h="5380990">
                  <a:moveTo>
                    <a:pt x="5380977" y="0"/>
                  </a:moveTo>
                  <a:lnTo>
                    <a:pt x="5345404" y="0"/>
                  </a:lnTo>
                  <a:lnTo>
                    <a:pt x="5309857" y="0"/>
                  </a:lnTo>
                  <a:lnTo>
                    <a:pt x="0" y="5309870"/>
                  </a:lnTo>
                  <a:lnTo>
                    <a:pt x="0" y="5345417"/>
                  </a:lnTo>
                  <a:lnTo>
                    <a:pt x="0" y="5380990"/>
                  </a:lnTo>
                  <a:lnTo>
                    <a:pt x="53809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0" y="0"/>
              <a:ext cx="5309870" cy="5309870"/>
            </a:xfrm>
            <a:custGeom>
              <a:avLst/>
              <a:gdLst/>
              <a:ahLst/>
              <a:cxnLst/>
              <a:rect l="l" t="t" r="r" b="b"/>
              <a:pathLst>
                <a:path w="5309870" h="5309870">
                  <a:moveTo>
                    <a:pt x="0" y="5309864"/>
                  </a:moveTo>
                  <a:lnTo>
                    <a:pt x="0" y="5274289"/>
                  </a:lnTo>
                  <a:lnTo>
                    <a:pt x="5274289" y="0"/>
                  </a:lnTo>
                  <a:lnTo>
                    <a:pt x="5309864" y="0"/>
                  </a:lnTo>
                  <a:lnTo>
                    <a:pt x="0" y="530986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0" y="0"/>
              <a:ext cx="5274310" cy="5274310"/>
            </a:xfrm>
            <a:custGeom>
              <a:avLst/>
              <a:gdLst/>
              <a:ahLst/>
              <a:cxnLst/>
              <a:rect l="l" t="t" r="r" b="b"/>
              <a:pathLst>
                <a:path w="5274310" h="5274310">
                  <a:moveTo>
                    <a:pt x="0" y="5274289"/>
                  </a:moveTo>
                  <a:lnTo>
                    <a:pt x="0" y="5238739"/>
                  </a:lnTo>
                  <a:lnTo>
                    <a:pt x="5238739" y="0"/>
                  </a:lnTo>
                  <a:lnTo>
                    <a:pt x="5274289" y="0"/>
                  </a:lnTo>
                  <a:lnTo>
                    <a:pt x="0" y="527428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0" y="0"/>
              <a:ext cx="5238750" cy="5238750"/>
            </a:xfrm>
            <a:custGeom>
              <a:avLst/>
              <a:gdLst/>
              <a:ahLst/>
              <a:cxnLst/>
              <a:rect l="l" t="t" r="r" b="b"/>
              <a:pathLst>
                <a:path w="5238750" h="5238750">
                  <a:moveTo>
                    <a:pt x="5238737" y="0"/>
                  </a:moveTo>
                  <a:lnTo>
                    <a:pt x="5204434" y="0"/>
                  </a:lnTo>
                  <a:lnTo>
                    <a:pt x="5170157" y="0"/>
                  </a:lnTo>
                  <a:lnTo>
                    <a:pt x="0" y="5170170"/>
                  </a:lnTo>
                  <a:lnTo>
                    <a:pt x="0" y="5204447"/>
                  </a:lnTo>
                  <a:lnTo>
                    <a:pt x="0" y="5238750"/>
                  </a:lnTo>
                  <a:lnTo>
                    <a:pt x="52387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0" y="0"/>
              <a:ext cx="5170170" cy="5170170"/>
            </a:xfrm>
            <a:custGeom>
              <a:avLst/>
              <a:gdLst/>
              <a:ahLst/>
              <a:cxnLst/>
              <a:rect l="l" t="t" r="r" b="b"/>
              <a:pathLst>
                <a:path w="5170170" h="5170170">
                  <a:moveTo>
                    <a:pt x="5170157" y="0"/>
                  </a:moveTo>
                  <a:lnTo>
                    <a:pt x="5134584" y="0"/>
                  </a:lnTo>
                  <a:lnTo>
                    <a:pt x="5099037" y="0"/>
                  </a:lnTo>
                  <a:lnTo>
                    <a:pt x="0" y="5099050"/>
                  </a:lnTo>
                  <a:lnTo>
                    <a:pt x="0" y="5134597"/>
                  </a:lnTo>
                  <a:lnTo>
                    <a:pt x="0" y="5170170"/>
                  </a:lnTo>
                  <a:lnTo>
                    <a:pt x="51701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0" y="0"/>
              <a:ext cx="5099050" cy="5099050"/>
            </a:xfrm>
            <a:custGeom>
              <a:avLst/>
              <a:gdLst/>
              <a:ahLst/>
              <a:cxnLst/>
              <a:rect l="l" t="t" r="r" b="b"/>
              <a:pathLst>
                <a:path w="5099050" h="5099050">
                  <a:moveTo>
                    <a:pt x="0" y="5099039"/>
                  </a:moveTo>
                  <a:lnTo>
                    <a:pt x="0" y="5063489"/>
                  </a:lnTo>
                  <a:lnTo>
                    <a:pt x="5063489" y="0"/>
                  </a:lnTo>
                  <a:lnTo>
                    <a:pt x="5099039" y="0"/>
                  </a:lnTo>
                  <a:lnTo>
                    <a:pt x="0" y="509903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0" y="0"/>
              <a:ext cx="5063490" cy="5063490"/>
            </a:xfrm>
            <a:custGeom>
              <a:avLst/>
              <a:gdLst/>
              <a:ahLst/>
              <a:cxnLst/>
              <a:rect l="l" t="t" r="r" b="b"/>
              <a:pathLst>
                <a:path w="5063490" h="5063490">
                  <a:moveTo>
                    <a:pt x="0" y="5063489"/>
                  </a:moveTo>
                  <a:lnTo>
                    <a:pt x="0" y="5027914"/>
                  </a:lnTo>
                  <a:lnTo>
                    <a:pt x="5027914" y="0"/>
                  </a:lnTo>
                  <a:lnTo>
                    <a:pt x="5063489" y="0"/>
                  </a:lnTo>
                  <a:lnTo>
                    <a:pt x="0" y="506348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0" y="0"/>
              <a:ext cx="5027930" cy="5027930"/>
            </a:xfrm>
            <a:custGeom>
              <a:avLst/>
              <a:gdLst/>
              <a:ahLst/>
              <a:cxnLst/>
              <a:rect l="l" t="t" r="r" b="b"/>
              <a:pathLst>
                <a:path w="5027930" h="5027930">
                  <a:moveTo>
                    <a:pt x="0" y="5027914"/>
                  </a:moveTo>
                  <a:lnTo>
                    <a:pt x="0" y="4993639"/>
                  </a:lnTo>
                  <a:lnTo>
                    <a:pt x="4993639" y="0"/>
                  </a:lnTo>
                  <a:lnTo>
                    <a:pt x="5027914" y="0"/>
                  </a:lnTo>
                  <a:lnTo>
                    <a:pt x="0" y="502791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0" y="0"/>
              <a:ext cx="4993640" cy="4993640"/>
            </a:xfrm>
            <a:custGeom>
              <a:avLst/>
              <a:gdLst/>
              <a:ahLst/>
              <a:cxnLst/>
              <a:rect l="l" t="t" r="r" b="b"/>
              <a:pathLst>
                <a:path w="4993640" h="4993640">
                  <a:moveTo>
                    <a:pt x="0" y="4993639"/>
                  </a:moveTo>
                  <a:lnTo>
                    <a:pt x="0" y="4959340"/>
                  </a:lnTo>
                  <a:lnTo>
                    <a:pt x="4959340" y="0"/>
                  </a:lnTo>
                  <a:lnTo>
                    <a:pt x="4993639" y="0"/>
                  </a:lnTo>
                  <a:lnTo>
                    <a:pt x="0" y="499363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0" y="0"/>
              <a:ext cx="4959350" cy="4959350"/>
            </a:xfrm>
            <a:custGeom>
              <a:avLst/>
              <a:gdLst/>
              <a:ahLst/>
              <a:cxnLst/>
              <a:rect l="l" t="t" r="r" b="b"/>
              <a:pathLst>
                <a:path w="4959350" h="4959350">
                  <a:moveTo>
                    <a:pt x="0" y="4959340"/>
                  </a:moveTo>
                  <a:lnTo>
                    <a:pt x="0" y="4923790"/>
                  </a:lnTo>
                  <a:lnTo>
                    <a:pt x="4923790" y="0"/>
                  </a:lnTo>
                  <a:lnTo>
                    <a:pt x="4959340" y="0"/>
                  </a:lnTo>
                  <a:lnTo>
                    <a:pt x="0" y="495934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0" y="0"/>
              <a:ext cx="4923790" cy="4924425"/>
            </a:xfrm>
            <a:custGeom>
              <a:avLst/>
              <a:gdLst/>
              <a:ahLst/>
              <a:cxnLst/>
              <a:rect l="l" t="t" r="r" b="b"/>
              <a:pathLst>
                <a:path w="4923790" h="4924425">
                  <a:moveTo>
                    <a:pt x="4923790" y="0"/>
                  </a:moveTo>
                  <a:lnTo>
                    <a:pt x="4888204" y="0"/>
                  </a:lnTo>
                  <a:lnTo>
                    <a:pt x="4852657" y="0"/>
                  </a:lnTo>
                  <a:lnTo>
                    <a:pt x="0" y="4852670"/>
                  </a:lnTo>
                  <a:lnTo>
                    <a:pt x="0" y="4888217"/>
                  </a:lnTo>
                  <a:lnTo>
                    <a:pt x="0" y="4923802"/>
                  </a:lnTo>
                  <a:lnTo>
                    <a:pt x="49237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0" y="0"/>
              <a:ext cx="4852670" cy="4852670"/>
            </a:xfrm>
            <a:custGeom>
              <a:avLst/>
              <a:gdLst/>
              <a:ahLst/>
              <a:cxnLst/>
              <a:rect l="l" t="t" r="r" b="b"/>
              <a:pathLst>
                <a:path w="4852670" h="4852670">
                  <a:moveTo>
                    <a:pt x="0" y="4852665"/>
                  </a:moveTo>
                  <a:lnTo>
                    <a:pt x="0" y="4817090"/>
                  </a:lnTo>
                  <a:lnTo>
                    <a:pt x="4817090" y="0"/>
                  </a:lnTo>
                  <a:lnTo>
                    <a:pt x="4852665" y="0"/>
                  </a:lnTo>
                  <a:lnTo>
                    <a:pt x="0" y="485266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0" y="0"/>
              <a:ext cx="4817110" cy="4817110"/>
            </a:xfrm>
            <a:custGeom>
              <a:avLst/>
              <a:gdLst/>
              <a:ahLst/>
              <a:cxnLst/>
              <a:rect l="l" t="t" r="r" b="b"/>
              <a:pathLst>
                <a:path w="4817110" h="4817110">
                  <a:moveTo>
                    <a:pt x="4817084" y="0"/>
                  </a:moveTo>
                  <a:lnTo>
                    <a:pt x="4781537" y="0"/>
                  </a:lnTo>
                  <a:lnTo>
                    <a:pt x="4747234" y="0"/>
                  </a:lnTo>
                  <a:lnTo>
                    <a:pt x="0" y="4747247"/>
                  </a:lnTo>
                  <a:lnTo>
                    <a:pt x="0" y="4781550"/>
                  </a:lnTo>
                  <a:lnTo>
                    <a:pt x="0" y="4817097"/>
                  </a:lnTo>
                  <a:lnTo>
                    <a:pt x="48170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0" y="0"/>
              <a:ext cx="4747260" cy="4747260"/>
            </a:xfrm>
            <a:custGeom>
              <a:avLst/>
              <a:gdLst/>
              <a:ahLst/>
              <a:cxnLst/>
              <a:rect l="l" t="t" r="r" b="b"/>
              <a:pathLst>
                <a:path w="4747260" h="4747260">
                  <a:moveTo>
                    <a:pt x="0" y="4747240"/>
                  </a:moveTo>
                  <a:lnTo>
                    <a:pt x="0" y="4712965"/>
                  </a:lnTo>
                  <a:lnTo>
                    <a:pt x="4712965" y="0"/>
                  </a:lnTo>
                  <a:lnTo>
                    <a:pt x="4747240" y="0"/>
                  </a:lnTo>
                  <a:lnTo>
                    <a:pt x="0" y="474724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0" y="0"/>
              <a:ext cx="4712970" cy="4712970"/>
            </a:xfrm>
            <a:custGeom>
              <a:avLst/>
              <a:gdLst/>
              <a:ahLst/>
              <a:cxnLst/>
              <a:rect l="l" t="t" r="r" b="b"/>
              <a:pathLst>
                <a:path w="4712970" h="4712970">
                  <a:moveTo>
                    <a:pt x="0" y="4712965"/>
                  </a:moveTo>
                  <a:lnTo>
                    <a:pt x="0" y="4677390"/>
                  </a:lnTo>
                  <a:lnTo>
                    <a:pt x="4677390" y="0"/>
                  </a:lnTo>
                  <a:lnTo>
                    <a:pt x="4712965" y="0"/>
                  </a:lnTo>
                  <a:lnTo>
                    <a:pt x="0" y="471296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0" y="0"/>
              <a:ext cx="4677410" cy="4677410"/>
            </a:xfrm>
            <a:custGeom>
              <a:avLst/>
              <a:gdLst/>
              <a:ahLst/>
              <a:cxnLst/>
              <a:rect l="l" t="t" r="r" b="b"/>
              <a:pathLst>
                <a:path w="4677410" h="4677410">
                  <a:moveTo>
                    <a:pt x="4677384" y="0"/>
                  </a:moveTo>
                  <a:lnTo>
                    <a:pt x="4641837" y="0"/>
                  </a:lnTo>
                  <a:lnTo>
                    <a:pt x="4606290" y="0"/>
                  </a:lnTo>
                  <a:lnTo>
                    <a:pt x="0" y="4606302"/>
                  </a:lnTo>
                  <a:lnTo>
                    <a:pt x="0" y="4641850"/>
                  </a:lnTo>
                  <a:lnTo>
                    <a:pt x="0" y="4677397"/>
                  </a:lnTo>
                  <a:lnTo>
                    <a:pt x="46773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0" y="0"/>
              <a:ext cx="4606290" cy="4606290"/>
            </a:xfrm>
            <a:custGeom>
              <a:avLst/>
              <a:gdLst/>
              <a:ahLst/>
              <a:cxnLst/>
              <a:rect l="l" t="t" r="r" b="b"/>
              <a:pathLst>
                <a:path w="4606290" h="4606290">
                  <a:moveTo>
                    <a:pt x="0" y="4606290"/>
                  </a:moveTo>
                  <a:lnTo>
                    <a:pt x="0" y="4570715"/>
                  </a:lnTo>
                  <a:lnTo>
                    <a:pt x="4570715" y="0"/>
                  </a:lnTo>
                  <a:lnTo>
                    <a:pt x="4606290" y="0"/>
                  </a:lnTo>
                  <a:lnTo>
                    <a:pt x="0" y="460629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0" y="0"/>
              <a:ext cx="4570730" cy="4570730"/>
            </a:xfrm>
            <a:custGeom>
              <a:avLst/>
              <a:gdLst/>
              <a:ahLst/>
              <a:cxnLst/>
              <a:rect l="l" t="t" r="r" b="b"/>
              <a:pathLst>
                <a:path w="4570730" h="4570730">
                  <a:moveTo>
                    <a:pt x="4570704" y="0"/>
                  </a:moveTo>
                  <a:lnTo>
                    <a:pt x="4535157" y="0"/>
                  </a:lnTo>
                  <a:lnTo>
                    <a:pt x="4500854" y="0"/>
                  </a:lnTo>
                  <a:lnTo>
                    <a:pt x="0" y="4500867"/>
                  </a:lnTo>
                  <a:lnTo>
                    <a:pt x="0" y="4535170"/>
                  </a:lnTo>
                  <a:lnTo>
                    <a:pt x="0" y="4570717"/>
                  </a:lnTo>
                  <a:lnTo>
                    <a:pt x="45707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0" y="0"/>
              <a:ext cx="4500880" cy="4500880"/>
            </a:xfrm>
            <a:custGeom>
              <a:avLst/>
              <a:gdLst/>
              <a:ahLst/>
              <a:cxnLst/>
              <a:rect l="l" t="t" r="r" b="b"/>
              <a:pathLst>
                <a:path w="4500880" h="4500880">
                  <a:moveTo>
                    <a:pt x="0" y="4500865"/>
                  </a:moveTo>
                  <a:lnTo>
                    <a:pt x="0" y="4466591"/>
                  </a:lnTo>
                  <a:lnTo>
                    <a:pt x="4466591" y="0"/>
                  </a:lnTo>
                  <a:lnTo>
                    <a:pt x="4500865" y="0"/>
                  </a:lnTo>
                  <a:lnTo>
                    <a:pt x="0" y="450086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0" y="0"/>
              <a:ext cx="4466590" cy="4466590"/>
            </a:xfrm>
            <a:custGeom>
              <a:avLst/>
              <a:gdLst/>
              <a:ahLst/>
              <a:cxnLst/>
              <a:rect l="l" t="t" r="r" b="b"/>
              <a:pathLst>
                <a:path w="4466590" h="4466590">
                  <a:moveTo>
                    <a:pt x="0" y="4466591"/>
                  </a:moveTo>
                  <a:lnTo>
                    <a:pt x="0" y="4431016"/>
                  </a:lnTo>
                  <a:lnTo>
                    <a:pt x="4431016" y="0"/>
                  </a:lnTo>
                  <a:lnTo>
                    <a:pt x="4466591" y="0"/>
                  </a:lnTo>
                  <a:lnTo>
                    <a:pt x="0" y="446659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0" y="0"/>
              <a:ext cx="4431030" cy="4431030"/>
            </a:xfrm>
            <a:custGeom>
              <a:avLst/>
              <a:gdLst/>
              <a:ahLst/>
              <a:cxnLst/>
              <a:rect l="l" t="t" r="r" b="b"/>
              <a:pathLst>
                <a:path w="4431030" h="4431030">
                  <a:moveTo>
                    <a:pt x="0" y="4431016"/>
                  </a:moveTo>
                  <a:lnTo>
                    <a:pt x="0" y="4395466"/>
                  </a:lnTo>
                  <a:lnTo>
                    <a:pt x="4395466" y="0"/>
                  </a:lnTo>
                  <a:lnTo>
                    <a:pt x="4431016" y="0"/>
                  </a:lnTo>
                  <a:lnTo>
                    <a:pt x="0" y="443101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0" y="0"/>
              <a:ext cx="4395470" cy="4395470"/>
            </a:xfrm>
            <a:custGeom>
              <a:avLst/>
              <a:gdLst/>
              <a:ahLst/>
              <a:cxnLst/>
              <a:rect l="l" t="t" r="r" b="b"/>
              <a:pathLst>
                <a:path w="4395470" h="4395470">
                  <a:moveTo>
                    <a:pt x="0" y="4395466"/>
                  </a:moveTo>
                  <a:lnTo>
                    <a:pt x="0" y="4324341"/>
                  </a:lnTo>
                  <a:lnTo>
                    <a:pt x="4324341" y="0"/>
                  </a:lnTo>
                  <a:lnTo>
                    <a:pt x="4395466" y="0"/>
                  </a:lnTo>
                  <a:lnTo>
                    <a:pt x="0" y="439546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0" y="0"/>
              <a:ext cx="4324350" cy="4324350"/>
            </a:xfrm>
            <a:custGeom>
              <a:avLst/>
              <a:gdLst/>
              <a:ahLst/>
              <a:cxnLst/>
              <a:rect l="l" t="t" r="r" b="b"/>
              <a:pathLst>
                <a:path w="4324350" h="4324350">
                  <a:moveTo>
                    <a:pt x="4324337" y="0"/>
                  </a:moveTo>
                  <a:lnTo>
                    <a:pt x="4290034" y="0"/>
                  </a:lnTo>
                  <a:lnTo>
                    <a:pt x="4255757" y="0"/>
                  </a:lnTo>
                  <a:lnTo>
                    <a:pt x="0" y="4255770"/>
                  </a:lnTo>
                  <a:lnTo>
                    <a:pt x="0" y="4290047"/>
                  </a:lnTo>
                  <a:lnTo>
                    <a:pt x="0" y="4324350"/>
                  </a:lnTo>
                  <a:lnTo>
                    <a:pt x="43243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0" y="0"/>
              <a:ext cx="4255770" cy="4255770"/>
            </a:xfrm>
            <a:custGeom>
              <a:avLst/>
              <a:gdLst/>
              <a:ahLst/>
              <a:cxnLst/>
              <a:rect l="l" t="t" r="r" b="b"/>
              <a:pathLst>
                <a:path w="4255770" h="4255770">
                  <a:moveTo>
                    <a:pt x="0" y="4255766"/>
                  </a:moveTo>
                  <a:lnTo>
                    <a:pt x="0" y="4220191"/>
                  </a:lnTo>
                  <a:lnTo>
                    <a:pt x="4220191" y="0"/>
                  </a:lnTo>
                  <a:lnTo>
                    <a:pt x="4255766" y="0"/>
                  </a:lnTo>
                  <a:lnTo>
                    <a:pt x="0" y="425576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0" y="0"/>
              <a:ext cx="4220210" cy="4220210"/>
            </a:xfrm>
            <a:custGeom>
              <a:avLst/>
              <a:gdLst/>
              <a:ahLst/>
              <a:cxnLst/>
              <a:rect l="l" t="t" r="r" b="b"/>
              <a:pathLst>
                <a:path w="4220210" h="4220210">
                  <a:moveTo>
                    <a:pt x="0" y="4220191"/>
                  </a:moveTo>
                  <a:lnTo>
                    <a:pt x="0" y="4184641"/>
                  </a:lnTo>
                  <a:lnTo>
                    <a:pt x="4184641" y="0"/>
                  </a:lnTo>
                  <a:lnTo>
                    <a:pt x="4220191" y="0"/>
                  </a:lnTo>
                  <a:lnTo>
                    <a:pt x="0" y="422019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0" y="0"/>
              <a:ext cx="4184650" cy="4184650"/>
            </a:xfrm>
            <a:custGeom>
              <a:avLst/>
              <a:gdLst/>
              <a:ahLst/>
              <a:cxnLst/>
              <a:rect l="l" t="t" r="r" b="b"/>
              <a:pathLst>
                <a:path w="4184650" h="4184650">
                  <a:moveTo>
                    <a:pt x="0" y="4184641"/>
                  </a:moveTo>
                  <a:lnTo>
                    <a:pt x="0" y="4149091"/>
                  </a:lnTo>
                  <a:lnTo>
                    <a:pt x="4149091" y="0"/>
                  </a:lnTo>
                  <a:lnTo>
                    <a:pt x="4184641" y="0"/>
                  </a:lnTo>
                  <a:lnTo>
                    <a:pt x="0" y="418464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0" y="0"/>
              <a:ext cx="4149090" cy="4149090"/>
            </a:xfrm>
            <a:custGeom>
              <a:avLst/>
              <a:gdLst/>
              <a:ahLst/>
              <a:cxnLst/>
              <a:rect l="l" t="t" r="r" b="b"/>
              <a:pathLst>
                <a:path w="4149090" h="4149090">
                  <a:moveTo>
                    <a:pt x="0" y="4149091"/>
                  </a:moveTo>
                  <a:lnTo>
                    <a:pt x="0" y="4113516"/>
                  </a:lnTo>
                  <a:lnTo>
                    <a:pt x="4113516" y="0"/>
                  </a:lnTo>
                  <a:lnTo>
                    <a:pt x="4149091" y="0"/>
                  </a:lnTo>
                  <a:lnTo>
                    <a:pt x="0" y="414909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0" y="0"/>
              <a:ext cx="4113529" cy="4113529"/>
            </a:xfrm>
            <a:custGeom>
              <a:avLst/>
              <a:gdLst/>
              <a:ahLst/>
              <a:cxnLst/>
              <a:rect l="l" t="t" r="r" b="b"/>
              <a:pathLst>
                <a:path w="4113529" h="4113529">
                  <a:moveTo>
                    <a:pt x="0" y="4113516"/>
                  </a:moveTo>
                  <a:lnTo>
                    <a:pt x="0" y="4077966"/>
                  </a:lnTo>
                  <a:lnTo>
                    <a:pt x="4077966" y="0"/>
                  </a:lnTo>
                  <a:lnTo>
                    <a:pt x="4113516" y="0"/>
                  </a:lnTo>
                  <a:lnTo>
                    <a:pt x="0" y="411351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0" y="0"/>
              <a:ext cx="4077970" cy="4077970"/>
            </a:xfrm>
            <a:custGeom>
              <a:avLst/>
              <a:gdLst/>
              <a:ahLst/>
              <a:cxnLst/>
              <a:rect l="l" t="t" r="r" b="b"/>
              <a:pathLst>
                <a:path w="4077970" h="4077970">
                  <a:moveTo>
                    <a:pt x="4077957" y="0"/>
                  </a:moveTo>
                  <a:lnTo>
                    <a:pt x="4043654" y="0"/>
                  </a:lnTo>
                  <a:lnTo>
                    <a:pt x="4009390" y="0"/>
                  </a:lnTo>
                  <a:lnTo>
                    <a:pt x="0" y="4009402"/>
                  </a:lnTo>
                  <a:lnTo>
                    <a:pt x="0" y="4043667"/>
                  </a:lnTo>
                  <a:lnTo>
                    <a:pt x="0" y="4077970"/>
                  </a:lnTo>
                  <a:lnTo>
                    <a:pt x="40779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0" y="0"/>
              <a:ext cx="4009390" cy="4009390"/>
            </a:xfrm>
            <a:custGeom>
              <a:avLst/>
              <a:gdLst/>
              <a:ahLst/>
              <a:cxnLst/>
              <a:rect l="l" t="t" r="r" b="b"/>
              <a:pathLst>
                <a:path w="4009390" h="4009390">
                  <a:moveTo>
                    <a:pt x="0" y="4009391"/>
                  </a:moveTo>
                  <a:lnTo>
                    <a:pt x="0" y="3973816"/>
                  </a:lnTo>
                  <a:lnTo>
                    <a:pt x="3973816" y="0"/>
                  </a:lnTo>
                  <a:lnTo>
                    <a:pt x="4009391" y="0"/>
                  </a:lnTo>
                  <a:lnTo>
                    <a:pt x="0" y="400939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0" y="0"/>
              <a:ext cx="3973829" cy="3973829"/>
            </a:xfrm>
            <a:custGeom>
              <a:avLst/>
              <a:gdLst/>
              <a:ahLst/>
              <a:cxnLst/>
              <a:rect l="l" t="t" r="r" b="b"/>
              <a:pathLst>
                <a:path w="3973829" h="3973829">
                  <a:moveTo>
                    <a:pt x="0" y="3973816"/>
                  </a:moveTo>
                  <a:lnTo>
                    <a:pt x="0" y="3938267"/>
                  </a:lnTo>
                  <a:lnTo>
                    <a:pt x="3938267" y="0"/>
                  </a:lnTo>
                  <a:lnTo>
                    <a:pt x="3973816" y="0"/>
                  </a:lnTo>
                  <a:lnTo>
                    <a:pt x="0" y="397381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0" y="0"/>
              <a:ext cx="3938270" cy="3938270"/>
            </a:xfrm>
            <a:custGeom>
              <a:avLst/>
              <a:gdLst/>
              <a:ahLst/>
              <a:cxnLst/>
              <a:rect l="l" t="t" r="r" b="b"/>
              <a:pathLst>
                <a:path w="3938270" h="3938270">
                  <a:moveTo>
                    <a:pt x="3938257" y="0"/>
                  </a:moveTo>
                  <a:lnTo>
                    <a:pt x="3902684" y="0"/>
                  </a:lnTo>
                  <a:lnTo>
                    <a:pt x="3867137" y="0"/>
                  </a:lnTo>
                  <a:lnTo>
                    <a:pt x="0" y="3867150"/>
                  </a:lnTo>
                  <a:lnTo>
                    <a:pt x="0" y="3902697"/>
                  </a:lnTo>
                  <a:lnTo>
                    <a:pt x="0" y="3938270"/>
                  </a:lnTo>
                  <a:lnTo>
                    <a:pt x="39382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0" y="0"/>
              <a:ext cx="3867150" cy="3867150"/>
            </a:xfrm>
            <a:custGeom>
              <a:avLst/>
              <a:gdLst/>
              <a:ahLst/>
              <a:cxnLst/>
              <a:rect l="l" t="t" r="r" b="b"/>
              <a:pathLst>
                <a:path w="3867150" h="3867150">
                  <a:moveTo>
                    <a:pt x="0" y="3867142"/>
                  </a:moveTo>
                  <a:lnTo>
                    <a:pt x="0" y="3832842"/>
                  </a:lnTo>
                  <a:lnTo>
                    <a:pt x="3832842" y="0"/>
                  </a:lnTo>
                  <a:lnTo>
                    <a:pt x="3867142" y="0"/>
                  </a:lnTo>
                  <a:lnTo>
                    <a:pt x="0" y="386714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0" y="0"/>
              <a:ext cx="3832860" cy="3832860"/>
            </a:xfrm>
            <a:custGeom>
              <a:avLst/>
              <a:gdLst/>
              <a:ahLst/>
              <a:cxnLst/>
              <a:rect l="l" t="t" r="r" b="b"/>
              <a:pathLst>
                <a:path w="3832860" h="3832860">
                  <a:moveTo>
                    <a:pt x="3832834" y="0"/>
                  </a:moveTo>
                  <a:lnTo>
                    <a:pt x="3797287" y="0"/>
                  </a:lnTo>
                  <a:lnTo>
                    <a:pt x="3762984" y="0"/>
                  </a:lnTo>
                  <a:lnTo>
                    <a:pt x="0" y="3762997"/>
                  </a:lnTo>
                  <a:lnTo>
                    <a:pt x="0" y="3797300"/>
                  </a:lnTo>
                  <a:lnTo>
                    <a:pt x="0" y="3832847"/>
                  </a:lnTo>
                  <a:lnTo>
                    <a:pt x="383283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0" y="0"/>
              <a:ext cx="3763010" cy="3763010"/>
            </a:xfrm>
            <a:custGeom>
              <a:avLst/>
              <a:gdLst/>
              <a:ahLst/>
              <a:cxnLst/>
              <a:rect l="l" t="t" r="r" b="b"/>
              <a:pathLst>
                <a:path w="3763010" h="3763010">
                  <a:moveTo>
                    <a:pt x="3762984" y="0"/>
                  </a:moveTo>
                  <a:lnTo>
                    <a:pt x="3727437" y="0"/>
                  </a:lnTo>
                  <a:lnTo>
                    <a:pt x="3691890" y="0"/>
                  </a:lnTo>
                  <a:lnTo>
                    <a:pt x="0" y="3691902"/>
                  </a:lnTo>
                  <a:lnTo>
                    <a:pt x="0" y="3727450"/>
                  </a:lnTo>
                  <a:lnTo>
                    <a:pt x="0" y="3762997"/>
                  </a:lnTo>
                  <a:lnTo>
                    <a:pt x="37629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0" y="0"/>
              <a:ext cx="3691890" cy="3692525"/>
            </a:xfrm>
            <a:custGeom>
              <a:avLst/>
              <a:gdLst/>
              <a:ahLst/>
              <a:cxnLst/>
              <a:rect l="l" t="t" r="r" b="b"/>
              <a:pathLst>
                <a:path w="3691890" h="3692525">
                  <a:moveTo>
                    <a:pt x="3691890" y="0"/>
                  </a:moveTo>
                  <a:lnTo>
                    <a:pt x="3656317" y="0"/>
                  </a:lnTo>
                  <a:lnTo>
                    <a:pt x="3620757" y="0"/>
                  </a:lnTo>
                  <a:lnTo>
                    <a:pt x="0" y="3620770"/>
                  </a:lnTo>
                  <a:lnTo>
                    <a:pt x="0" y="3656330"/>
                  </a:lnTo>
                  <a:lnTo>
                    <a:pt x="0" y="3691902"/>
                  </a:lnTo>
                  <a:lnTo>
                    <a:pt x="36918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0" y="0"/>
              <a:ext cx="3620770" cy="3620770"/>
            </a:xfrm>
            <a:custGeom>
              <a:avLst/>
              <a:gdLst/>
              <a:ahLst/>
              <a:cxnLst/>
              <a:rect l="l" t="t" r="r" b="b"/>
              <a:pathLst>
                <a:path w="3620770" h="3620770">
                  <a:moveTo>
                    <a:pt x="0" y="3620767"/>
                  </a:moveTo>
                  <a:lnTo>
                    <a:pt x="0" y="3586467"/>
                  </a:lnTo>
                  <a:lnTo>
                    <a:pt x="3586467" y="0"/>
                  </a:lnTo>
                  <a:lnTo>
                    <a:pt x="3620767" y="0"/>
                  </a:lnTo>
                  <a:lnTo>
                    <a:pt x="0" y="362076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0" y="0"/>
              <a:ext cx="3586479" cy="3586479"/>
            </a:xfrm>
            <a:custGeom>
              <a:avLst/>
              <a:gdLst/>
              <a:ahLst/>
              <a:cxnLst/>
              <a:rect l="l" t="t" r="r" b="b"/>
              <a:pathLst>
                <a:path w="3586479" h="3586479">
                  <a:moveTo>
                    <a:pt x="3586467" y="0"/>
                  </a:moveTo>
                  <a:lnTo>
                    <a:pt x="3552190" y="0"/>
                  </a:lnTo>
                  <a:lnTo>
                    <a:pt x="3516617" y="0"/>
                  </a:lnTo>
                  <a:lnTo>
                    <a:pt x="0" y="3516630"/>
                  </a:lnTo>
                  <a:lnTo>
                    <a:pt x="0" y="3552202"/>
                  </a:lnTo>
                  <a:lnTo>
                    <a:pt x="0" y="3586480"/>
                  </a:lnTo>
                  <a:lnTo>
                    <a:pt x="35864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0" y="0"/>
              <a:ext cx="3516629" cy="3516629"/>
            </a:xfrm>
            <a:custGeom>
              <a:avLst/>
              <a:gdLst/>
              <a:ahLst/>
              <a:cxnLst/>
              <a:rect l="l" t="t" r="r" b="b"/>
              <a:pathLst>
                <a:path w="3516629" h="3516629">
                  <a:moveTo>
                    <a:pt x="3516617" y="0"/>
                  </a:moveTo>
                  <a:lnTo>
                    <a:pt x="3481057" y="0"/>
                  </a:lnTo>
                  <a:lnTo>
                    <a:pt x="3445484" y="0"/>
                  </a:lnTo>
                  <a:lnTo>
                    <a:pt x="0" y="3445497"/>
                  </a:lnTo>
                  <a:lnTo>
                    <a:pt x="0" y="3481070"/>
                  </a:lnTo>
                  <a:lnTo>
                    <a:pt x="0" y="3516630"/>
                  </a:lnTo>
                  <a:lnTo>
                    <a:pt x="35166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0" y="0"/>
              <a:ext cx="3445510" cy="3445510"/>
            </a:xfrm>
            <a:custGeom>
              <a:avLst/>
              <a:gdLst/>
              <a:ahLst/>
              <a:cxnLst/>
              <a:rect l="l" t="t" r="r" b="b"/>
              <a:pathLst>
                <a:path w="3445510" h="3445510">
                  <a:moveTo>
                    <a:pt x="3445484" y="0"/>
                  </a:moveTo>
                  <a:lnTo>
                    <a:pt x="3409937" y="0"/>
                  </a:lnTo>
                  <a:lnTo>
                    <a:pt x="3374390" y="0"/>
                  </a:lnTo>
                  <a:lnTo>
                    <a:pt x="0" y="3374402"/>
                  </a:lnTo>
                  <a:lnTo>
                    <a:pt x="0" y="3409950"/>
                  </a:lnTo>
                  <a:lnTo>
                    <a:pt x="0" y="3445497"/>
                  </a:lnTo>
                  <a:lnTo>
                    <a:pt x="34454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0" y="0"/>
              <a:ext cx="3374390" cy="3374390"/>
            </a:xfrm>
            <a:custGeom>
              <a:avLst/>
              <a:gdLst/>
              <a:ahLst/>
              <a:cxnLst/>
              <a:rect l="l" t="t" r="r" b="b"/>
              <a:pathLst>
                <a:path w="3374390" h="3374390">
                  <a:moveTo>
                    <a:pt x="0" y="3374393"/>
                  </a:moveTo>
                  <a:lnTo>
                    <a:pt x="0" y="3340093"/>
                  </a:lnTo>
                  <a:lnTo>
                    <a:pt x="3340093" y="0"/>
                  </a:lnTo>
                  <a:lnTo>
                    <a:pt x="3374393" y="0"/>
                  </a:lnTo>
                  <a:lnTo>
                    <a:pt x="0" y="33743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0" y="0"/>
              <a:ext cx="3340100" cy="3340100"/>
            </a:xfrm>
            <a:custGeom>
              <a:avLst/>
              <a:gdLst/>
              <a:ahLst/>
              <a:cxnLst/>
              <a:rect l="l" t="t" r="r" b="b"/>
              <a:pathLst>
                <a:path w="3340100" h="3340100">
                  <a:moveTo>
                    <a:pt x="3340087" y="0"/>
                  </a:moveTo>
                  <a:lnTo>
                    <a:pt x="3305784" y="0"/>
                  </a:lnTo>
                  <a:lnTo>
                    <a:pt x="3270237" y="0"/>
                  </a:lnTo>
                  <a:lnTo>
                    <a:pt x="0" y="3270250"/>
                  </a:lnTo>
                  <a:lnTo>
                    <a:pt x="0" y="3305797"/>
                  </a:lnTo>
                  <a:lnTo>
                    <a:pt x="0" y="3340100"/>
                  </a:lnTo>
                  <a:lnTo>
                    <a:pt x="334008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0" y="0"/>
              <a:ext cx="3270250" cy="3270250"/>
            </a:xfrm>
            <a:custGeom>
              <a:avLst/>
              <a:gdLst/>
              <a:ahLst/>
              <a:cxnLst/>
              <a:rect l="l" t="t" r="r" b="b"/>
              <a:pathLst>
                <a:path w="3270250" h="3270250">
                  <a:moveTo>
                    <a:pt x="3270237" y="0"/>
                  </a:moveTo>
                  <a:lnTo>
                    <a:pt x="3234690" y="0"/>
                  </a:lnTo>
                  <a:lnTo>
                    <a:pt x="3199117" y="0"/>
                  </a:lnTo>
                  <a:lnTo>
                    <a:pt x="0" y="3199130"/>
                  </a:lnTo>
                  <a:lnTo>
                    <a:pt x="0" y="3234702"/>
                  </a:lnTo>
                  <a:lnTo>
                    <a:pt x="0" y="3270250"/>
                  </a:lnTo>
                  <a:lnTo>
                    <a:pt x="32702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0" y="0"/>
              <a:ext cx="3199130" cy="3199130"/>
            </a:xfrm>
            <a:custGeom>
              <a:avLst/>
              <a:gdLst/>
              <a:ahLst/>
              <a:cxnLst/>
              <a:rect l="l" t="t" r="r" b="b"/>
              <a:pathLst>
                <a:path w="3199130" h="3199130">
                  <a:moveTo>
                    <a:pt x="0" y="3199118"/>
                  </a:moveTo>
                  <a:lnTo>
                    <a:pt x="0" y="3163568"/>
                  </a:lnTo>
                  <a:lnTo>
                    <a:pt x="3163568" y="0"/>
                  </a:lnTo>
                  <a:lnTo>
                    <a:pt x="3199118" y="0"/>
                  </a:lnTo>
                  <a:lnTo>
                    <a:pt x="0" y="319911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0" y="0"/>
              <a:ext cx="3163570" cy="3163570"/>
            </a:xfrm>
            <a:custGeom>
              <a:avLst/>
              <a:gdLst/>
              <a:ahLst/>
              <a:cxnLst/>
              <a:rect l="l" t="t" r="r" b="b"/>
              <a:pathLst>
                <a:path w="3163570" h="3163570">
                  <a:moveTo>
                    <a:pt x="0" y="3163568"/>
                  </a:moveTo>
                  <a:lnTo>
                    <a:pt x="0" y="3129268"/>
                  </a:lnTo>
                  <a:lnTo>
                    <a:pt x="3129268" y="0"/>
                  </a:lnTo>
                  <a:lnTo>
                    <a:pt x="3163568" y="0"/>
                  </a:lnTo>
                  <a:lnTo>
                    <a:pt x="0" y="316356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0" y="0"/>
              <a:ext cx="3129280" cy="3129280"/>
            </a:xfrm>
            <a:custGeom>
              <a:avLst/>
              <a:gdLst/>
              <a:ahLst/>
              <a:cxnLst/>
              <a:rect l="l" t="t" r="r" b="b"/>
              <a:pathLst>
                <a:path w="3129280" h="3129280">
                  <a:moveTo>
                    <a:pt x="3129267" y="0"/>
                  </a:moveTo>
                  <a:lnTo>
                    <a:pt x="3094990" y="0"/>
                  </a:lnTo>
                  <a:lnTo>
                    <a:pt x="3059417" y="0"/>
                  </a:lnTo>
                  <a:lnTo>
                    <a:pt x="0" y="3059430"/>
                  </a:lnTo>
                  <a:lnTo>
                    <a:pt x="0" y="3095002"/>
                  </a:lnTo>
                  <a:lnTo>
                    <a:pt x="0" y="3129280"/>
                  </a:lnTo>
                  <a:lnTo>
                    <a:pt x="31292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0" y="0"/>
              <a:ext cx="3059430" cy="3059430"/>
            </a:xfrm>
            <a:custGeom>
              <a:avLst/>
              <a:gdLst/>
              <a:ahLst/>
              <a:cxnLst/>
              <a:rect l="l" t="t" r="r" b="b"/>
              <a:pathLst>
                <a:path w="3059430" h="3059430">
                  <a:moveTo>
                    <a:pt x="0" y="3059418"/>
                  </a:moveTo>
                  <a:lnTo>
                    <a:pt x="0" y="3023868"/>
                  </a:lnTo>
                  <a:lnTo>
                    <a:pt x="3023868" y="0"/>
                  </a:lnTo>
                  <a:lnTo>
                    <a:pt x="3059418" y="0"/>
                  </a:lnTo>
                  <a:lnTo>
                    <a:pt x="0" y="305941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0" y="0"/>
              <a:ext cx="3023870" cy="3023870"/>
            </a:xfrm>
            <a:custGeom>
              <a:avLst/>
              <a:gdLst/>
              <a:ahLst/>
              <a:cxnLst/>
              <a:rect l="l" t="t" r="r" b="b"/>
              <a:pathLst>
                <a:path w="3023870" h="3023870">
                  <a:moveTo>
                    <a:pt x="3023857" y="0"/>
                  </a:moveTo>
                  <a:lnTo>
                    <a:pt x="2988284" y="0"/>
                  </a:lnTo>
                  <a:lnTo>
                    <a:pt x="2952737" y="0"/>
                  </a:lnTo>
                  <a:lnTo>
                    <a:pt x="0" y="2952750"/>
                  </a:lnTo>
                  <a:lnTo>
                    <a:pt x="0" y="2988297"/>
                  </a:lnTo>
                  <a:lnTo>
                    <a:pt x="0" y="3023870"/>
                  </a:lnTo>
                  <a:lnTo>
                    <a:pt x="30238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0" y="0"/>
              <a:ext cx="2952750" cy="2952750"/>
            </a:xfrm>
            <a:custGeom>
              <a:avLst/>
              <a:gdLst/>
              <a:ahLst/>
              <a:cxnLst/>
              <a:rect l="l" t="t" r="r" b="b"/>
              <a:pathLst>
                <a:path w="2952750" h="2952750">
                  <a:moveTo>
                    <a:pt x="0" y="2952744"/>
                  </a:moveTo>
                  <a:lnTo>
                    <a:pt x="0" y="2917194"/>
                  </a:lnTo>
                  <a:lnTo>
                    <a:pt x="2917194" y="0"/>
                  </a:lnTo>
                  <a:lnTo>
                    <a:pt x="2952744" y="0"/>
                  </a:lnTo>
                  <a:lnTo>
                    <a:pt x="0" y="295274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0" y="0"/>
              <a:ext cx="2917190" cy="2917190"/>
            </a:xfrm>
            <a:custGeom>
              <a:avLst/>
              <a:gdLst/>
              <a:ahLst/>
              <a:cxnLst/>
              <a:rect l="l" t="t" r="r" b="b"/>
              <a:pathLst>
                <a:path w="2917190" h="2917190">
                  <a:moveTo>
                    <a:pt x="0" y="2917194"/>
                  </a:moveTo>
                  <a:lnTo>
                    <a:pt x="0" y="2882894"/>
                  </a:lnTo>
                  <a:lnTo>
                    <a:pt x="2882894" y="0"/>
                  </a:lnTo>
                  <a:lnTo>
                    <a:pt x="2917194" y="0"/>
                  </a:lnTo>
                  <a:lnTo>
                    <a:pt x="0" y="29171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0" y="0"/>
              <a:ext cx="2882900" cy="2882900"/>
            </a:xfrm>
            <a:custGeom>
              <a:avLst/>
              <a:gdLst/>
              <a:ahLst/>
              <a:cxnLst/>
              <a:rect l="l" t="t" r="r" b="b"/>
              <a:pathLst>
                <a:path w="2882900" h="2882900">
                  <a:moveTo>
                    <a:pt x="0" y="2882894"/>
                  </a:moveTo>
                  <a:lnTo>
                    <a:pt x="0" y="2848594"/>
                  </a:lnTo>
                  <a:lnTo>
                    <a:pt x="2848594" y="0"/>
                  </a:lnTo>
                  <a:lnTo>
                    <a:pt x="2882894" y="0"/>
                  </a:lnTo>
                  <a:lnTo>
                    <a:pt x="0" y="28828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0" y="0"/>
              <a:ext cx="2848610" cy="2848610"/>
            </a:xfrm>
            <a:custGeom>
              <a:avLst/>
              <a:gdLst/>
              <a:ahLst/>
              <a:cxnLst/>
              <a:rect l="l" t="t" r="r" b="b"/>
              <a:pathLst>
                <a:path w="2848610" h="2848610">
                  <a:moveTo>
                    <a:pt x="0" y="2848594"/>
                  </a:moveTo>
                  <a:lnTo>
                    <a:pt x="0" y="2813044"/>
                  </a:lnTo>
                  <a:lnTo>
                    <a:pt x="2813044" y="0"/>
                  </a:lnTo>
                  <a:lnTo>
                    <a:pt x="2848594" y="0"/>
                  </a:lnTo>
                  <a:lnTo>
                    <a:pt x="0" y="28485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0" y="0"/>
              <a:ext cx="2813050" cy="2813050"/>
            </a:xfrm>
            <a:custGeom>
              <a:avLst/>
              <a:gdLst/>
              <a:ahLst/>
              <a:cxnLst/>
              <a:rect l="l" t="t" r="r" b="b"/>
              <a:pathLst>
                <a:path w="2813050" h="2813050">
                  <a:moveTo>
                    <a:pt x="0" y="2813044"/>
                  </a:moveTo>
                  <a:lnTo>
                    <a:pt x="0" y="2777494"/>
                  </a:lnTo>
                  <a:lnTo>
                    <a:pt x="2777494" y="0"/>
                  </a:lnTo>
                  <a:lnTo>
                    <a:pt x="2813044" y="0"/>
                  </a:lnTo>
                  <a:lnTo>
                    <a:pt x="0" y="281304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0" y="0"/>
              <a:ext cx="2777490" cy="2778125"/>
            </a:xfrm>
            <a:custGeom>
              <a:avLst/>
              <a:gdLst/>
              <a:ahLst/>
              <a:cxnLst/>
              <a:rect l="l" t="t" r="r" b="b"/>
              <a:pathLst>
                <a:path w="2777490" h="2778125">
                  <a:moveTo>
                    <a:pt x="2777490" y="0"/>
                  </a:moveTo>
                  <a:lnTo>
                    <a:pt x="2741917" y="0"/>
                  </a:lnTo>
                  <a:lnTo>
                    <a:pt x="2706357" y="0"/>
                  </a:lnTo>
                  <a:lnTo>
                    <a:pt x="0" y="2706370"/>
                  </a:lnTo>
                  <a:lnTo>
                    <a:pt x="0" y="2741930"/>
                  </a:lnTo>
                  <a:lnTo>
                    <a:pt x="0" y="2777502"/>
                  </a:lnTo>
                  <a:lnTo>
                    <a:pt x="27774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0" y="0"/>
              <a:ext cx="2706370" cy="2706370"/>
            </a:xfrm>
            <a:custGeom>
              <a:avLst/>
              <a:gdLst/>
              <a:ahLst/>
              <a:cxnLst/>
              <a:rect l="l" t="t" r="r" b="b"/>
              <a:pathLst>
                <a:path w="2706370" h="2706370">
                  <a:moveTo>
                    <a:pt x="2636494" y="0"/>
                  </a:moveTo>
                  <a:lnTo>
                    <a:pt x="2602217" y="0"/>
                  </a:lnTo>
                  <a:lnTo>
                    <a:pt x="0" y="2602230"/>
                  </a:lnTo>
                  <a:lnTo>
                    <a:pt x="0" y="2636520"/>
                  </a:lnTo>
                  <a:lnTo>
                    <a:pt x="2636494" y="0"/>
                  </a:lnTo>
                  <a:close/>
                </a:path>
                <a:path w="2706370" h="2706370">
                  <a:moveTo>
                    <a:pt x="2706357" y="0"/>
                  </a:moveTo>
                  <a:lnTo>
                    <a:pt x="2672067" y="0"/>
                  </a:lnTo>
                  <a:lnTo>
                    <a:pt x="2636507" y="0"/>
                  </a:lnTo>
                  <a:lnTo>
                    <a:pt x="0" y="2636520"/>
                  </a:lnTo>
                  <a:lnTo>
                    <a:pt x="0" y="2672080"/>
                  </a:lnTo>
                  <a:lnTo>
                    <a:pt x="0" y="2706370"/>
                  </a:lnTo>
                  <a:lnTo>
                    <a:pt x="27063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0" y="0"/>
              <a:ext cx="2602230" cy="2602230"/>
            </a:xfrm>
            <a:custGeom>
              <a:avLst/>
              <a:gdLst/>
              <a:ahLst/>
              <a:cxnLst/>
              <a:rect l="l" t="t" r="r" b="b"/>
              <a:pathLst>
                <a:path w="2602230" h="2602230">
                  <a:moveTo>
                    <a:pt x="0" y="2602219"/>
                  </a:moveTo>
                  <a:lnTo>
                    <a:pt x="0" y="2566669"/>
                  </a:lnTo>
                  <a:lnTo>
                    <a:pt x="2566669" y="0"/>
                  </a:lnTo>
                  <a:lnTo>
                    <a:pt x="2602219" y="0"/>
                  </a:lnTo>
                  <a:lnTo>
                    <a:pt x="0" y="260221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0" y="0"/>
              <a:ext cx="2566670" cy="2566670"/>
            </a:xfrm>
            <a:custGeom>
              <a:avLst/>
              <a:gdLst/>
              <a:ahLst/>
              <a:cxnLst/>
              <a:rect l="l" t="t" r="r" b="b"/>
              <a:pathLst>
                <a:path w="2566670" h="2566670">
                  <a:moveTo>
                    <a:pt x="0" y="2566669"/>
                  </a:moveTo>
                  <a:lnTo>
                    <a:pt x="0" y="2531094"/>
                  </a:lnTo>
                  <a:lnTo>
                    <a:pt x="2531094" y="0"/>
                  </a:lnTo>
                  <a:lnTo>
                    <a:pt x="2566669" y="0"/>
                  </a:lnTo>
                  <a:lnTo>
                    <a:pt x="0" y="256666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0" y="0"/>
              <a:ext cx="2531110" cy="2531110"/>
            </a:xfrm>
            <a:custGeom>
              <a:avLst/>
              <a:gdLst/>
              <a:ahLst/>
              <a:cxnLst/>
              <a:rect l="l" t="t" r="r" b="b"/>
              <a:pathLst>
                <a:path w="2531110" h="2531110">
                  <a:moveTo>
                    <a:pt x="0" y="2531094"/>
                  </a:moveTo>
                  <a:lnTo>
                    <a:pt x="0" y="2495544"/>
                  </a:lnTo>
                  <a:lnTo>
                    <a:pt x="2495544" y="0"/>
                  </a:lnTo>
                  <a:lnTo>
                    <a:pt x="2531094" y="0"/>
                  </a:lnTo>
                  <a:lnTo>
                    <a:pt x="0" y="25310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0" y="0"/>
              <a:ext cx="2495550" cy="2495550"/>
            </a:xfrm>
            <a:custGeom>
              <a:avLst/>
              <a:gdLst/>
              <a:ahLst/>
              <a:cxnLst/>
              <a:rect l="l" t="t" r="r" b="b"/>
              <a:pathLst>
                <a:path w="2495550" h="2495550">
                  <a:moveTo>
                    <a:pt x="2495537" y="0"/>
                  </a:moveTo>
                  <a:lnTo>
                    <a:pt x="2459977" y="0"/>
                  </a:lnTo>
                  <a:lnTo>
                    <a:pt x="2425687" y="0"/>
                  </a:lnTo>
                  <a:lnTo>
                    <a:pt x="0" y="2425700"/>
                  </a:lnTo>
                  <a:lnTo>
                    <a:pt x="0" y="2459990"/>
                  </a:lnTo>
                  <a:lnTo>
                    <a:pt x="0" y="2495550"/>
                  </a:lnTo>
                  <a:lnTo>
                    <a:pt x="24955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0" y="0"/>
              <a:ext cx="2425700" cy="2425700"/>
            </a:xfrm>
            <a:custGeom>
              <a:avLst/>
              <a:gdLst/>
              <a:ahLst/>
              <a:cxnLst/>
              <a:rect l="l" t="t" r="r" b="b"/>
              <a:pathLst>
                <a:path w="2425700" h="2425700">
                  <a:moveTo>
                    <a:pt x="2425687" y="0"/>
                  </a:moveTo>
                  <a:lnTo>
                    <a:pt x="2391397" y="0"/>
                  </a:lnTo>
                  <a:lnTo>
                    <a:pt x="2355837" y="0"/>
                  </a:lnTo>
                  <a:lnTo>
                    <a:pt x="0" y="2355850"/>
                  </a:lnTo>
                  <a:lnTo>
                    <a:pt x="0" y="2391410"/>
                  </a:lnTo>
                  <a:lnTo>
                    <a:pt x="0" y="2425700"/>
                  </a:lnTo>
                  <a:lnTo>
                    <a:pt x="242568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0" y="0"/>
              <a:ext cx="2355850" cy="2355850"/>
            </a:xfrm>
            <a:custGeom>
              <a:avLst/>
              <a:gdLst/>
              <a:ahLst/>
              <a:cxnLst/>
              <a:rect l="l" t="t" r="r" b="b"/>
              <a:pathLst>
                <a:path w="2355850" h="2355850">
                  <a:moveTo>
                    <a:pt x="0" y="2355845"/>
                  </a:moveTo>
                  <a:lnTo>
                    <a:pt x="0" y="2320285"/>
                  </a:lnTo>
                  <a:lnTo>
                    <a:pt x="2320285" y="0"/>
                  </a:lnTo>
                  <a:lnTo>
                    <a:pt x="2355845" y="0"/>
                  </a:lnTo>
                  <a:lnTo>
                    <a:pt x="0" y="235584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0" y="0"/>
              <a:ext cx="2320290" cy="2320290"/>
            </a:xfrm>
            <a:custGeom>
              <a:avLst/>
              <a:gdLst/>
              <a:ahLst/>
              <a:cxnLst/>
              <a:rect l="l" t="t" r="r" b="b"/>
              <a:pathLst>
                <a:path w="2320290" h="2320290">
                  <a:moveTo>
                    <a:pt x="0" y="2320285"/>
                  </a:moveTo>
                  <a:lnTo>
                    <a:pt x="0" y="2284725"/>
                  </a:lnTo>
                  <a:lnTo>
                    <a:pt x="2284725" y="0"/>
                  </a:lnTo>
                  <a:lnTo>
                    <a:pt x="2320285" y="0"/>
                  </a:lnTo>
                  <a:lnTo>
                    <a:pt x="0" y="232028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0" y="0"/>
              <a:ext cx="2284730" cy="2284730"/>
            </a:xfrm>
            <a:custGeom>
              <a:avLst/>
              <a:gdLst/>
              <a:ahLst/>
              <a:cxnLst/>
              <a:rect l="l" t="t" r="r" b="b"/>
              <a:pathLst>
                <a:path w="2284730" h="2284730">
                  <a:moveTo>
                    <a:pt x="0" y="2284725"/>
                  </a:moveTo>
                  <a:lnTo>
                    <a:pt x="0" y="2249165"/>
                  </a:lnTo>
                  <a:lnTo>
                    <a:pt x="2249165" y="0"/>
                  </a:lnTo>
                  <a:lnTo>
                    <a:pt x="2284725" y="0"/>
                  </a:lnTo>
                  <a:lnTo>
                    <a:pt x="0" y="22847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0" y="0"/>
              <a:ext cx="2249170" cy="2249170"/>
            </a:xfrm>
            <a:custGeom>
              <a:avLst/>
              <a:gdLst/>
              <a:ahLst/>
              <a:cxnLst/>
              <a:rect l="l" t="t" r="r" b="b"/>
              <a:pathLst>
                <a:path w="2249170" h="2249170">
                  <a:moveTo>
                    <a:pt x="0" y="2249165"/>
                  </a:moveTo>
                  <a:lnTo>
                    <a:pt x="0" y="2213605"/>
                  </a:lnTo>
                  <a:lnTo>
                    <a:pt x="2213605" y="0"/>
                  </a:lnTo>
                  <a:lnTo>
                    <a:pt x="2249165" y="0"/>
                  </a:lnTo>
                  <a:lnTo>
                    <a:pt x="0" y="224916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0" y="0"/>
              <a:ext cx="2213610" cy="2213610"/>
            </a:xfrm>
            <a:custGeom>
              <a:avLst/>
              <a:gdLst/>
              <a:ahLst/>
              <a:cxnLst/>
              <a:rect l="l" t="t" r="r" b="b"/>
              <a:pathLst>
                <a:path w="2213610" h="2213610">
                  <a:moveTo>
                    <a:pt x="0" y="2213605"/>
                  </a:moveTo>
                  <a:lnTo>
                    <a:pt x="0" y="2179315"/>
                  </a:lnTo>
                  <a:lnTo>
                    <a:pt x="2179315" y="0"/>
                  </a:lnTo>
                  <a:lnTo>
                    <a:pt x="2213605" y="0"/>
                  </a:lnTo>
                  <a:lnTo>
                    <a:pt x="0" y="221360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0" y="0"/>
              <a:ext cx="2179320" cy="2179320"/>
            </a:xfrm>
            <a:custGeom>
              <a:avLst/>
              <a:gdLst/>
              <a:ahLst/>
              <a:cxnLst/>
              <a:rect l="l" t="t" r="r" b="b"/>
              <a:pathLst>
                <a:path w="2179320" h="2179320">
                  <a:moveTo>
                    <a:pt x="2179307" y="0"/>
                  </a:moveTo>
                  <a:lnTo>
                    <a:pt x="2145017" y="0"/>
                  </a:lnTo>
                  <a:lnTo>
                    <a:pt x="2109457" y="0"/>
                  </a:lnTo>
                  <a:lnTo>
                    <a:pt x="0" y="2109470"/>
                  </a:lnTo>
                  <a:lnTo>
                    <a:pt x="0" y="2145030"/>
                  </a:lnTo>
                  <a:lnTo>
                    <a:pt x="0" y="2179320"/>
                  </a:lnTo>
                  <a:lnTo>
                    <a:pt x="21793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0" y="0"/>
              <a:ext cx="2109470" cy="2109470"/>
            </a:xfrm>
            <a:custGeom>
              <a:avLst/>
              <a:gdLst/>
              <a:ahLst/>
              <a:cxnLst/>
              <a:rect l="l" t="t" r="r" b="b"/>
              <a:pathLst>
                <a:path w="2109470" h="2109470">
                  <a:moveTo>
                    <a:pt x="0" y="2109465"/>
                  </a:moveTo>
                  <a:lnTo>
                    <a:pt x="0" y="2073905"/>
                  </a:lnTo>
                  <a:lnTo>
                    <a:pt x="2073905" y="0"/>
                  </a:lnTo>
                  <a:lnTo>
                    <a:pt x="2109465" y="0"/>
                  </a:lnTo>
                  <a:lnTo>
                    <a:pt x="0" y="210946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0" y="0"/>
              <a:ext cx="2073910" cy="2073910"/>
            </a:xfrm>
            <a:custGeom>
              <a:avLst/>
              <a:gdLst/>
              <a:ahLst/>
              <a:cxnLst/>
              <a:rect l="l" t="t" r="r" b="b"/>
              <a:pathLst>
                <a:path w="2073910" h="2073910">
                  <a:moveTo>
                    <a:pt x="0" y="2073905"/>
                  </a:moveTo>
                  <a:lnTo>
                    <a:pt x="0" y="2038345"/>
                  </a:lnTo>
                  <a:lnTo>
                    <a:pt x="2038345" y="0"/>
                  </a:lnTo>
                  <a:lnTo>
                    <a:pt x="2073905" y="0"/>
                  </a:lnTo>
                  <a:lnTo>
                    <a:pt x="0" y="207390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0" y="0"/>
              <a:ext cx="2038350" cy="2038350"/>
            </a:xfrm>
            <a:custGeom>
              <a:avLst/>
              <a:gdLst/>
              <a:ahLst/>
              <a:cxnLst/>
              <a:rect l="l" t="t" r="r" b="b"/>
              <a:pathLst>
                <a:path w="2038350" h="2038350">
                  <a:moveTo>
                    <a:pt x="0" y="2038345"/>
                  </a:moveTo>
                  <a:lnTo>
                    <a:pt x="0" y="2002785"/>
                  </a:lnTo>
                  <a:lnTo>
                    <a:pt x="2002785" y="0"/>
                  </a:lnTo>
                  <a:lnTo>
                    <a:pt x="2038345" y="0"/>
                  </a:lnTo>
                  <a:lnTo>
                    <a:pt x="0" y="203834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0" y="0"/>
              <a:ext cx="2002789" cy="2002789"/>
            </a:xfrm>
            <a:custGeom>
              <a:avLst/>
              <a:gdLst/>
              <a:ahLst/>
              <a:cxnLst/>
              <a:rect l="l" t="t" r="r" b="b"/>
              <a:pathLst>
                <a:path w="2002789" h="2002789">
                  <a:moveTo>
                    <a:pt x="2002777" y="0"/>
                  </a:moveTo>
                  <a:lnTo>
                    <a:pt x="1968487" y="0"/>
                  </a:lnTo>
                  <a:lnTo>
                    <a:pt x="1934197" y="0"/>
                  </a:lnTo>
                  <a:lnTo>
                    <a:pt x="0" y="1934210"/>
                  </a:lnTo>
                  <a:lnTo>
                    <a:pt x="0" y="1968500"/>
                  </a:lnTo>
                  <a:lnTo>
                    <a:pt x="0" y="2002790"/>
                  </a:lnTo>
                  <a:lnTo>
                    <a:pt x="20027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0" y="0"/>
              <a:ext cx="1934210" cy="1934210"/>
            </a:xfrm>
            <a:custGeom>
              <a:avLst/>
              <a:gdLst/>
              <a:ahLst/>
              <a:cxnLst/>
              <a:rect l="l" t="t" r="r" b="b"/>
              <a:pathLst>
                <a:path w="1934210" h="1934210">
                  <a:moveTo>
                    <a:pt x="1934197" y="0"/>
                  </a:moveTo>
                  <a:lnTo>
                    <a:pt x="1898637" y="0"/>
                  </a:lnTo>
                  <a:lnTo>
                    <a:pt x="1863077" y="0"/>
                  </a:lnTo>
                  <a:lnTo>
                    <a:pt x="0" y="1863090"/>
                  </a:lnTo>
                  <a:lnTo>
                    <a:pt x="0" y="1898650"/>
                  </a:lnTo>
                  <a:lnTo>
                    <a:pt x="0" y="1934210"/>
                  </a:lnTo>
                  <a:lnTo>
                    <a:pt x="19341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0" y="0"/>
              <a:ext cx="1863089" cy="1863089"/>
            </a:xfrm>
            <a:custGeom>
              <a:avLst/>
              <a:gdLst/>
              <a:ahLst/>
              <a:cxnLst/>
              <a:rect l="l" t="t" r="r" b="b"/>
              <a:pathLst>
                <a:path w="1863089" h="1863089">
                  <a:moveTo>
                    <a:pt x="1863077" y="0"/>
                  </a:moveTo>
                  <a:lnTo>
                    <a:pt x="1827517" y="0"/>
                  </a:lnTo>
                  <a:lnTo>
                    <a:pt x="1791957" y="0"/>
                  </a:lnTo>
                  <a:lnTo>
                    <a:pt x="0" y="1791970"/>
                  </a:lnTo>
                  <a:lnTo>
                    <a:pt x="0" y="1827530"/>
                  </a:lnTo>
                  <a:lnTo>
                    <a:pt x="0" y="1863090"/>
                  </a:lnTo>
                  <a:lnTo>
                    <a:pt x="18630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0" y="0"/>
              <a:ext cx="1791970" cy="1791970"/>
            </a:xfrm>
            <a:custGeom>
              <a:avLst/>
              <a:gdLst/>
              <a:ahLst/>
              <a:cxnLst/>
              <a:rect l="l" t="t" r="r" b="b"/>
              <a:pathLst>
                <a:path w="1791970" h="1791970">
                  <a:moveTo>
                    <a:pt x="0" y="1791966"/>
                  </a:moveTo>
                  <a:lnTo>
                    <a:pt x="0" y="1756406"/>
                  </a:lnTo>
                  <a:lnTo>
                    <a:pt x="1756406" y="0"/>
                  </a:lnTo>
                  <a:lnTo>
                    <a:pt x="1791966" y="0"/>
                  </a:lnTo>
                  <a:lnTo>
                    <a:pt x="0" y="179196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0" y="0"/>
              <a:ext cx="1756410" cy="1756410"/>
            </a:xfrm>
            <a:custGeom>
              <a:avLst/>
              <a:gdLst/>
              <a:ahLst/>
              <a:cxnLst/>
              <a:rect l="l" t="t" r="r" b="b"/>
              <a:pathLst>
                <a:path w="1756410" h="1756410">
                  <a:moveTo>
                    <a:pt x="0" y="1756406"/>
                  </a:moveTo>
                  <a:lnTo>
                    <a:pt x="0" y="1722116"/>
                  </a:lnTo>
                  <a:lnTo>
                    <a:pt x="1722116" y="0"/>
                  </a:lnTo>
                  <a:lnTo>
                    <a:pt x="1756406" y="0"/>
                  </a:lnTo>
                  <a:lnTo>
                    <a:pt x="0" y="175640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0" y="0"/>
              <a:ext cx="1722120" cy="1722120"/>
            </a:xfrm>
            <a:custGeom>
              <a:avLst/>
              <a:gdLst/>
              <a:ahLst/>
              <a:cxnLst/>
              <a:rect l="l" t="t" r="r" b="b"/>
              <a:pathLst>
                <a:path w="1722120" h="1722120">
                  <a:moveTo>
                    <a:pt x="0" y="1722116"/>
                  </a:moveTo>
                  <a:lnTo>
                    <a:pt x="0" y="1687826"/>
                  </a:lnTo>
                  <a:lnTo>
                    <a:pt x="1687826" y="0"/>
                  </a:lnTo>
                  <a:lnTo>
                    <a:pt x="1722116" y="0"/>
                  </a:lnTo>
                  <a:lnTo>
                    <a:pt x="0" y="172211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0" y="0"/>
              <a:ext cx="1687830" cy="1687830"/>
            </a:xfrm>
            <a:custGeom>
              <a:avLst/>
              <a:gdLst/>
              <a:ahLst/>
              <a:cxnLst/>
              <a:rect l="l" t="t" r="r" b="b"/>
              <a:pathLst>
                <a:path w="1687830" h="1687830">
                  <a:moveTo>
                    <a:pt x="1687817" y="0"/>
                  </a:moveTo>
                  <a:lnTo>
                    <a:pt x="1652257" y="0"/>
                  </a:lnTo>
                  <a:lnTo>
                    <a:pt x="1616697" y="0"/>
                  </a:lnTo>
                  <a:lnTo>
                    <a:pt x="0" y="1616710"/>
                  </a:lnTo>
                  <a:lnTo>
                    <a:pt x="0" y="1652270"/>
                  </a:lnTo>
                  <a:lnTo>
                    <a:pt x="0" y="1687830"/>
                  </a:lnTo>
                  <a:lnTo>
                    <a:pt x="16878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0" y="0"/>
              <a:ext cx="1616710" cy="1616710"/>
            </a:xfrm>
            <a:custGeom>
              <a:avLst/>
              <a:gdLst/>
              <a:ahLst/>
              <a:cxnLst/>
              <a:rect l="l" t="t" r="r" b="b"/>
              <a:pathLst>
                <a:path w="1616710" h="1616710">
                  <a:moveTo>
                    <a:pt x="1616697" y="0"/>
                  </a:moveTo>
                  <a:lnTo>
                    <a:pt x="1581137" y="0"/>
                  </a:lnTo>
                  <a:lnTo>
                    <a:pt x="1545577" y="0"/>
                  </a:lnTo>
                  <a:lnTo>
                    <a:pt x="0" y="1545590"/>
                  </a:lnTo>
                  <a:lnTo>
                    <a:pt x="0" y="1581150"/>
                  </a:lnTo>
                  <a:lnTo>
                    <a:pt x="0" y="1616710"/>
                  </a:lnTo>
                  <a:lnTo>
                    <a:pt x="16166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0" y="0"/>
              <a:ext cx="1545590" cy="1545590"/>
            </a:xfrm>
            <a:custGeom>
              <a:avLst/>
              <a:gdLst/>
              <a:ahLst/>
              <a:cxnLst/>
              <a:rect l="l" t="t" r="r" b="b"/>
              <a:pathLst>
                <a:path w="1545590" h="1545590">
                  <a:moveTo>
                    <a:pt x="0" y="1545586"/>
                  </a:moveTo>
                  <a:lnTo>
                    <a:pt x="0" y="1510026"/>
                  </a:lnTo>
                  <a:lnTo>
                    <a:pt x="1510026" y="0"/>
                  </a:lnTo>
                  <a:lnTo>
                    <a:pt x="1545586" y="0"/>
                  </a:lnTo>
                  <a:lnTo>
                    <a:pt x="0" y="15455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0" y="0"/>
              <a:ext cx="1510030" cy="1510030"/>
            </a:xfrm>
            <a:custGeom>
              <a:avLst/>
              <a:gdLst/>
              <a:ahLst/>
              <a:cxnLst/>
              <a:rect l="l" t="t" r="r" b="b"/>
              <a:pathLst>
                <a:path w="1510030" h="1510030">
                  <a:moveTo>
                    <a:pt x="1510017" y="0"/>
                  </a:moveTo>
                  <a:lnTo>
                    <a:pt x="1475727" y="0"/>
                  </a:lnTo>
                  <a:lnTo>
                    <a:pt x="1441437" y="0"/>
                  </a:lnTo>
                  <a:lnTo>
                    <a:pt x="0" y="1441450"/>
                  </a:lnTo>
                  <a:lnTo>
                    <a:pt x="0" y="1475740"/>
                  </a:lnTo>
                  <a:lnTo>
                    <a:pt x="0" y="1510030"/>
                  </a:lnTo>
                  <a:lnTo>
                    <a:pt x="15100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0" y="0"/>
              <a:ext cx="1441450" cy="1441450"/>
            </a:xfrm>
            <a:custGeom>
              <a:avLst/>
              <a:gdLst/>
              <a:ahLst/>
              <a:cxnLst/>
              <a:rect l="l" t="t" r="r" b="b"/>
              <a:pathLst>
                <a:path w="1441450" h="1441450">
                  <a:moveTo>
                    <a:pt x="1441437" y="0"/>
                  </a:moveTo>
                  <a:lnTo>
                    <a:pt x="1405877" y="0"/>
                  </a:lnTo>
                  <a:lnTo>
                    <a:pt x="1370317" y="0"/>
                  </a:lnTo>
                  <a:lnTo>
                    <a:pt x="0" y="1370330"/>
                  </a:lnTo>
                  <a:lnTo>
                    <a:pt x="0" y="1405890"/>
                  </a:lnTo>
                  <a:lnTo>
                    <a:pt x="0" y="1441450"/>
                  </a:lnTo>
                  <a:lnTo>
                    <a:pt x="14414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0" y="0"/>
              <a:ext cx="1370330" cy="1370330"/>
            </a:xfrm>
            <a:custGeom>
              <a:avLst/>
              <a:gdLst/>
              <a:ahLst/>
              <a:cxnLst/>
              <a:rect l="l" t="t" r="r" b="b"/>
              <a:pathLst>
                <a:path w="1370330" h="1370330">
                  <a:moveTo>
                    <a:pt x="0" y="1370327"/>
                  </a:moveTo>
                  <a:lnTo>
                    <a:pt x="0" y="1334767"/>
                  </a:lnTo>
                  <a:lnTo>
                    <a:pt x="1334767" y="0"/>
                  </a:lnTo>
                  <a:lnTo>
                    <a:pt x="1370327" y="0"/>
                  </a:lnTo>
                  <a:lnTo>
                    <a:pt x="0" y="137032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0" y="0"/>
              <a:ext cx="1334770" cy="1334770"/>
            </a:xfrm>
            <a:custGeom>
              <a:avLst/>
              <a:gdLst/>
              <a:ahLst/>
              <a:cxnLst/>
              <a:rect l="l" t="t" r="r" b="b"/>
              <a:pathLst>
                <a:path w="1334770" h="1334770">
                  <a:moveTo>
                    <a:pt x="0" y="1334767"/>
                  </a:moveTo>
                  <a:lnTo>
                    <a:pt x="0" y="1299207"/>
                  </a:lnTo>
                  <a:lnTo>
                    <a:pt x="1299207" y="0"/>
                  </a:lnTo>
                  <a:lnTo>
                    <a:pt x="1334767" y="0"/>
                  </a:lnTo>
                  <a:lnTo>
                    <a:pt x="0" y="133476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0" y="0"/>
              <a:ext cx="1299210" cy="1299210"/>
            </a:xfrm>
            <a:custGeom>
              <a:avLst/>
              <a:gdLst/>
              <a:ahLst/>
              <a:cxnLst/>
              <a:rect l="l" t="t" r="r" b="b"/>
              <a:pathLst>
                <a:path w="1299210" h="1299210">
                  <a:moveTo>
                    <a:pt x="0" y="1299207"/>
                  </a:moveTo>
                  <a:lnTo>
                    <a:pt x="0" y="1264917"/>
                  </a:lnTo>
                  <a:lnTo>
                    <a:pt x="1264917" y="0"/>
                  </a:lnTo>
                  <a:lnTo>
                    <a:pt x="1299207" y="0"/>
                  </a:lnTo>
                  <a:lnTo>
                    <a:pt x="0" y="129920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0" y="0"/>
              <a:ext cx="1264920" cy="1264920"/>
            </a:xfrm>
            <a:custGeom>
              <a:avLst/>
              <a:gdLst/>
              <a:ahLst/>
              <a:cxnLst/>
              <a:rect l="l" t="t" r="r" b="b"/>
              <a:pathLst>
                <a:path w="1264920" h="1264920">
                  <a:moveTo>
                    <a:pt x="0" y="1264917"/>
                  </a:moveTo>
                  <a:lnTo>
                    <a:pt x="0" y="1230627"/>
                  </a:lnTo>
                  <a:lnTo>
                    <a:pt x="1230627" y="0"/>
                  </a:lnTo>
                  <a:lnTo>
                    <a:pt x="1264917" y="0"/>
                  </a:lnTo>
                  <a:lnTo>
                    <a:pt x="0" y="126491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0" y="0"/>
              <a:ext cx="1230630" cy="1230630"/>
            </a:xfrm>
            <a:custGeom>
              <a:avLst/>
              <a:gdLst/>
              <a:ahLst/>
              <a:cxnLst/>
              <a:rect l="l" t="t" r="r" b="b"/>
              <a:pathLst>
                <a:path w="1230630" h="1230630">
                  <a:moveTo>
                    <a:pt x="0" y="1230627"/>
                  </a:moveTo>
                  <a:lnTo>
                    <a:pt x="0" y="1195067"/>
                  </a:lnTo>
                  <a:lnTo>
                    <a:pt x="1195067" y="0"/>
                  </a:lnTo>
                  <a:lnTo>
                    <a:pt x="1230627" y="0"/>
                  </a:lnTo>
                  <a:lnTo>
                    <a:pt x="0" y="123062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0" y="0"/>
              <a:ext cx="1195070" cy="1195070"/>
            </a:xfrm>
            <a:custGeom>
              <a:avLst/>
              <a:gdLst/>
              <a:ahLst/>
              <a:cxnLst/>
              <a:rect l="l" t="t" r="r" b="b"/>
              <a:pathLst>
                <a:path w="1195070" h="1195070">
                  <a:moveTo>
                    <a:pt x="0" y="1195067"/>
                  </a:moveTo>
                  <a:lnTo>
                    <a:pt x="0" y="1159507"/>
                  </a:lnTo>
                  <a:lnTo>
                    <a:pt x="1159507" y="0"/>
                  </a:lnTo>
                  <a:lnTo>
                    <a:pt x="1195067" y="0"/>
                  </a:lnTo>
                  <a:lnTo>
                    <a:pt x="0" y="119506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0" y="0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10" h="1159510">
                  <a:moveTo>
                    <a:pt x="0" y="1159507"/>
                  </a:moveTo>
                  <a:lnTo>
                    <a:pt x="0" y="1123947"/>
                  </a:lnTo>
                  <a:lnTo>
                    <a:pt x="1123947" y="0"/>
                  </a:lnTo>
                  <a:lnTo>
                    <a:pt x="1159507" y="0"/>
                  </a:lnTo>
                  <a:lnTo>
                    <a:pt x="0" y="115950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0" y="0"/>
              <a:ext cx="1123950" cy="1123950"/>
            </a:xfrm>
            <a:custGeom>
              <a:avLst/>
              <a:gdLst/>
              <a:ahLst/>
              <a:cxnLst/>
              <a:rect l="l" t="t" r="r" b="b"/>
              <a:pathLst>
                <a:path w="1123950" h="1123950">
                  <a:moveTo>
                    <a:pt x="1123937" y="0"/>
                  </a:moveTo>
                  <a:lnTo>
                    <a:pt x="1088377" y="0"/>
                  </a:lnTo>
                  <a:lnTo>
                    <a:pt x="1052817" y="0"/>
                  </a:lnTo>
                  <a:lnTo>
                    <a:pt x="0" y="1052830"/>
                  </a:lnTo>
                  <a:lnTo>
                    <a:pt x="0" y="1088390"/>
                  </a:lnTo>
                  <a:lnTo>
                    <a:pt x="0" y="1123950"/>
                  </a:lnTo>
                  <a:lnTo>
                    <a:pt x="11239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0" y="0"/>
              <a:ext cx="1052830" cy="1052830"/>
            </a:xfrm>
            <a:custGeom>
              <a:avLst/>
              <a:gdLst/>
              <a:ahLst/>
              <a:cxnLst/>
              <a:rect l="l" t="t" r="r" b="b"/>
              <a:pathLst>
                <a:path w="1052830" h="1052830">
                  <a:moveTo>
                    <a:pt x="1052817" y="0"/>
                  </a:moveTo>
                  <a:lnTo>
                    <a:pt x="1018527" y="0"/>
                  </a:lnTo>
                  <a:lnTo>
                    <a:pt x="984237" y="0"/>
                  </a:lnTo>
                  <a:lnTo>
                    <a:pt x="0" y="984250"/>
                  </a:lnTo>
                  <a:lnTo>
                    <a:pt x="0" y="1018540"/>
                  </a:lnTo>
                  <a:lnTo>
                    <a:pt x="0" y="1052830"/>
                  </a:lnTo>
                  <a:lnTo>
                    <a:pt x="10528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0" y="0"/>
              <a:ext cx="984250" cy="984250"/>
            </a:xfrm>
            <a:custGeom>
              <a:avLst/>
              <a:gdLst/>
              <a:ahLst/>
              <a:cxnLst/>
              <a:rect l="l" t="t" r="r" b="b"/>
              <a:pathLst>
                <a:path w="984250" h="984250">
                  <a:moveTo>
                    <a:pt x="0" y="984248"/>
                  </a:moveTo>
                  <a:lnTo>
                    <a:pt x="0" y="948688"/>
                  </a:lnTo>
                  <a:lnTo>
                    <a:pt x="948688" y="0"/>
                  </a:lnTo>
                  <a:lnTo>
                    <a:pt x="984248" y="0"/>
                  </a:lnTo>
                  <a:lnTo>
                    <a:pt x="0" y="98424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0" y="0"/>
              <a:ext cx="948690" cy="948690"/>
            </a:xfrm>
            <a:custGeom>
              <a:avLst/>
              <a:gdLst/>
              <a:ahLst/>
              <a:cxnLst/>
              <a:rect l="l" t="t" r="r" b="b"/>
              <a:pathLst>
                <a:path w="948690" h="948690">
                  <a:moveTo>
                    <a:pt x="0" y="948688"/>
                  </a:moveTo>
                  <a:lnTo>
                    <a:pt x="0" y="913128"/>
                  </a:lnTo>
                  <a:lnTo>
                    <a:pt x="913128" y="0"/>
                  </a:lnTo>
                  <a:lnTo>
                    <a:pt x="948688" y="0"/>
                  </a:lnTo>
                  <a:lnTo>
                    <a:pt x="0" y="94868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0" y="0"/>
              <a:ext cx="913130" cy="913130"/>
            </a:xfrm>
            <a:custGeom>
              <a:avLst/>
              <a:gdLst/>
              <a:ahLst/>
              <a:cxnLst/>
              <a:rect l="l" t="t" r="r" b="b"/>
              <a:pathLst>
                <a:path w="913130" h="913130">
                  <a:moveTo>
                    <a:pt x="0" y="913128"/>
                  </a:moveTo>
                  <a:lnTo>
                    <a:pt x="0" y="877568"/>
                  </a:lnTo>
                  <a:lnTo>
                    <a:pt x="877568" y="0"/>
                  </a:lnTo>
                  <a:lnTo>
                    <a:pt x="913128" y="0"/>
                  </a:lnTo>
                  <a:lnTo>
                    <a:pt x="0" y="91312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0" y="0"/>
              <a:ext cx="877569" cy="877569"/>
            </a:xfrm>
            <a:custGeom>
              <a:avLst/>
              <a:gdLst/>
              <a:ahLst/>
              <a:cxnLst/>
              <a:rect l="l" t="t" r="r" b="b"/>
              <a:pathLst>
                <a:path w="877569" h="877569">
                  <a:moveTo>
                    <a:pt x="877557" y="0"/>
                  </a:moveTo>
                  <a:lnTo>
                    <a:pt x="841997" y="0"/>
                  </a:lnTo>
                  <a:lnTo>
                    <a:pt x="807707" y="0"/>
                  </a:lnTo>
                  <a:lnTo>
                    <a:pt x="0" y="807720"/>
                  </a:lnTo>
                  <a:lnTo>
                    <a:pt x="0" y="842010"/>
                  </a:lnTo>
                  <a:lnTo>
                    <a:pt x="0" y="877570"/>
                  </a:lnTo>
                  <a:lnTo>
                    <a:pt x="8775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0" y="0"/>
              <a:ext cx="807720" cy="807720"/>
            </a:xfrm>
            <a:custGeom>
              <a:avLst/>
              <a:gdLst/>
              <a:ahLst/>
              <a:cxnLst/>
              <a:rect l="l" t="t" r="r" b="b"/>
              <a:pathLst>
                <a:path w="807720" h="807720">
                  <a:moveTo>
                    <a:pt x="0" y="807718"/>
                  </a:moveTo>
                  <a:lnTo>
                    <a:pt x="0" y="773428"/>
                  </a:lnTo>
                  <a:lnTo>
                    <a:pt x="773428" y="0"/>
                  </a:lnTo>
                  <a:lnTo>
                    <a:pt x="807718" y="0"/>
                  </a:lnTo>
                  <a:lnTo>
                    <a:pt x="0" y="80771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0" y="0"/>
              <a:ext cx="773430" cy="773430"/>
            </a:xfrm>
            <a:custGeom>
              <a:avLst/>
              <a:gdLst/>
              <a:ahLst/>
              <a:cxnLst/>
              <a:rect l="l" t="t" r="r" b="b"/>
              <a:pathLst>
                <a:path w="773430" h="773430">
                  <a:moveTo>
                    <a:pt x="0" y="773428"/>
                  </a:moveTo>
                  <a:lnTo>
                    <a:pt x="0" y="702308"/>
                  </a:lnTo>
                  <a:lnTo>
                    <a:pt x="702308" y="0"/>
                  </a:lnTo>
                  <a:lnTo>
                    <a:pt x="773415" y="0"/>
                  </a:lnTo>
                  <a:lnTo>
                    <a:pt x="0" y="77342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0" y="0"/>
              <a:ext cx="702310" cy="702310"/>
            </a:xfrm>
            <a:custGeom>
              <a:avLst/>
              <a:gdLst/>
              <a:ahLst/>
              <a:cxnLst/>
              <a:rect l="l" t="t" r="r" b="b"/>
              <a:pathLst>
                <a:path w="702310" h="702310">
                  <a:moveTo>
                    <a:pt x="0" y="702308"/>
                  </a:moveTo>
                  <a:lnTo>
                    <a:pt x="0" y="666748"/>
                  </a:lnTo>
                  <a:lnTo>
                    <a:pt x="666748" y="0"/>
                  </a:lnTo>
                  <a:lnTo>
                    <a:pt x="702308" y="0"/>
                  </a:lnTo>
                  <a:lnTo>
                    <a:pt x="0" y="70230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0" y="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0" y="666748"/>
                  </a:moveTo>
                  <a:lnTo>
                    <a:pt x="0" y="631188"/>
                  </a:lnTo>
                  <a:lnTo>
                    <a:pt x="631188" y="0"/>
                  </a:lnTo>
                  <a:lnTo>
                    <a:pt x="666748" y="0"/>
                  </a:lnTo>
                  <a:lnTo>
                    <a:pt x="0" y="66674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0" y="0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177" y="0"/>
                  </a:moveTo>
                  <a:lnTo>
                    <a:pt x="595617" y="0"/>
                  </a:lnTo>
                  <a:lnTo>
                    <a:pt x="561327" y="0"/>
                  </a:lnTo>
                  <a:lnTo>
                    <a:pt x="0" y="561340"/>
                  </a:lnTo>
                  <a:lnTo>
                    <a:pt x="0" y="595630"/>
                  </a:lnTo>
                  <a:lnTo>
                    <a:pt x="0" y="631190"/>
                  </a:lnTo>
                  <a:lnTo>
                    <a:pt x="6311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0" y="0"/>
              <a:ext cx="561340" cy="561340"/>
            </a:xfrm>
            <a:custGeom>
              <a:avLst/>
              <a:gdLst/>
              <a:ahLst/>
              <a:cxnLst/>
              <a:rect l="l" t="t" r="r" b="b"/>
              <a:pathLst>
                <a:path w="561340" h="561340">
                  <a:moveTo>
                    <a:pt x="0" y="561338"/>
                  </a:moveTo>
                  <a:lnTo>
                    <a:pt x="0" y="527048"/>
                  </a:lnTo>
                  <a:lnTo>
                    <a:pt x="527048" y="0"/>
                  </a:lnTo>
                  <a:lnTo>
                    <a:pt x="561338" y="0"/>
                  </a:lnTo>
                  <a:lnTo>
                    <a:pt x="0" y="56133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0" y="0"/>
              <a:ext cx="527050" cy="527050"/>
            </a:xfrm>
            <a:custGeom>
              <a:avLst/>
              <a:gdLst/>
              <a:ahLst/>
              <a:cxnLst/>
              <a:rect l="l" t="t" r="r" b="b"/>
              <a:pathLst>
                <a:path w="527050" h="527050">
                  <a:moveTo>
                    <a:pt x="0" y="527048"/>
                  </a:moveTo>
                  <a:lnTo>
                    <a:pt x="0" y="491489"/>
                  </a:lnTo>
                  <a:lnTo>
                    <a:pt x="491489" y="0"/>
                  </a:lnTo>
                  <a:lnTo>
                    <a:pt x="527048" y="0"/>
                  </a:lnTo>
                  <a:lnTo>
                    <a:pt x="0" y="52704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0" y="0"/>
              <a:ext cx="491490" cy="491490"/>
            </a:xfrm>
            <a:custGeom>
              <a:avLst/>
              <a:gdLst/>
              <a:ahLst/>
              <a:cxnLst/>
              <a:rect l="l" t="t" r="r" b="b"/>
              <a:pathLst>
                <a:path w="491490" h="491490">
                  <a:moveTo>
                    <a:pt x="0" y="491489"/>
                  </a:moveTo>
                  <a:lnTo>
                    <a:pt x="0" y="455929"/>
                  </a:lnTo>
                  <a:lnTo>
                    <a:pt x="455929" y="0"/>
                  </a:lnTo>
                  <a:lnTo>
                    <a:pt x="491489" y="0"/>
                  </a:lnTo>
                  <a:lnTo>
                    <a:pt x="0" y="49148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0" y="0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30" h="455930">
                  <a:moveTo>
                    <a:pt x="0" y="455929"/>
                  </a:moveTo>
                  <a:lnTo>
                    <a:pt x="0" y="420369"/>
                  </a:lnTo>
                  <a:lnTo>
                    <a:pt x="420369" y="0"/>
                  </a:lnTo>
                  <a:lnTo>
                    <a:pt x="455929" y="0"/>
                  </a:lnTo>
                  <a:lnTo>
                    <a:pt x="0" y="45592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0" y="0"/>
              <a:ext cx="420370" cy="420370"/>
            </a:xfrm>
            <a:custGeom>
              <a:avLst/>
              <a:gdLst/>
              <a:ahLst/>
              <a:cxnLst/>
              <a:rect l="l" t="t" r="r" b="b"/>
              <a:pathLst>
                <a:path w="420370" h="420370">
                  <a:moveTo>
                    <a:pt x="0" y="420369"/>
                  </a:moveTo>
                  <a:lnTo>
                    <a:pt x="0" y="384809"/>
                  </a:lnTo>
                  <a:lnTo>
                    <a:pt x="384809" y="0"/>
                  </a:lnTo>
                  <a:lnTo>
                    <a:pt x="420369" y="0"/>
                  </a:lnTo>
                  <a:lnTo>
                    <a:pt x="0" y="42036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0" y="0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10" h="384810">
                  <a:moveTo>
                    <a:pt x="384797" y="0"/>
                  </a:moveTo>
                  <a:lnTo>
                    <a:pt x="349237" y="0"/>
                  </a:lnTo>
                  <a:lnTo>
                    <a:pt x="314947" y="0"/>
                  </a:lnTo>
                  <a:lnTo>
                    <a:pt x="0" y="314960"/>
                  </a:lnTo>
                  <a:lnTo>
                    <a:pt x="0" y="349250"/>
                  </a:lnTo>
                  <a:lnTo>
                    <a:pt x="0" y="384810"/>
                  </a:lnTo>
                  <a:lnTo>
                    <a:pt x="3847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0" y="0"/>
              <a:ext cx="314960" cy="314960"/>
            </a:xfrm>
            <a:custGeom>
              <a:avLst/>
              <a:gdLst/>
              <a:ahLst/>
              <a:cxnLst/>
              <a:rect l="l" t="t" r="r" b="b"/>
              <a:pathLst>
                <a:path w="314960" h="314960">
                  <a:moveTo>
                    <a:pt x="314947" y="0"/>
                  </a:moveTo>
                  <a:lnTo>
                    <a:pt x="280657" y="0"/>
                  </a:lnTo>
                  <a:lnTo>
                    <a:pt x="245097" y="0"/>
                  </a:lnTo>
                  <a:lnTo>
                    <a:pt x="0" y="245110"/>
                  </a:lnTo>
                  <a:lnTo>
                    <a:pt x="0" y="280670"/>
                  </a:lnTo>
                  <a:lnTo>
                    <a:pt x="0" y="314960"/>
                  </a:lnTo>
                  <a:lnTo>
                    <a:pt x="31494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0" y="0"/>
              <a:ext cx="245109" cy="245108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5" name="object 325"/>
          <p:cNvSpPr txBox="1">
            <a:spLocks noGrp="1"/>
          </p:cNvSpPr>
          <p:nvPr>
            <p:ph type="title"/>
          </p:nvPr>
        </p:nvSpPr>
        <p:spPr>
          <a:xfrm>
            <a:off x="847086" y="441831"/>
            <a:ext cx="74364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DEFINITION OF</a:t>
            </a:r>
            <a:r>
              <a:rPr spc="-110" dirty="0"/>
              <a:t> </a:t>
            </a:r>
            <a:r>
              <a:rPr spc="-5" dirty="0"/>
              <a:t>POLLUTION</a:t>
            </a:r>
          </a:p>
        </p:txBody>
      </p:sp>
      <p:sp>
        <p:nvSpPr>
          <p:cNvPr id="326" name="object 326"/>
          <p:cNvSpPr txBox="1"/>
          <p:nvPr/>
        </p:nvSpPr>
        <p:spPr>
          <a:xfrm>
            <a:off x="595622" y="1561077"/>
            <a:ext cx="7543165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5080" indent="-280670">
              <a:lnSpc>
                <a:spcPct val="1113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When </a:t>
            </a:r>
            <a:r>
              <a:rPr sz="3200" spc="-5" dirty="0">
                <a:latin typeface="Arial"/>
                <a:cs typeface="Arial"/>
              </a:rPr>
              <a:t>Harmful </a:t>
            </a:r>
            <a:r>
              <a:rPr sz="3200" spc="-10" dirty="0">
                <a:latin typeface="Arial"/>
                <a:cs typeface="Arial"/>
              </a:rPr>
              <a:t>Substances </a:t>
            </a:r>
            <a:r>
              <a:rPr sz="3200" spc="-5" dirty="0">
                <a:latin typeface="Arial"/>
                <a:cs typeface="Arial"/>
              </a:rPr>
              <a:t>Contaminate  </a:t>
            </a:r>
            <a:r>
              <a:rPr sz="3200" spc="-10" dirty="0">
                <a:latin typeface="Arial"/>
                <a:cs typeface="Arial"/>
              </a:rPr>
              <a:t>the Environment </a:t>
            </a:r>
            <a:r>
              <a:rPr sz="3200" spc="-5" dirty="0">
                <a:latin typeface="Arial"/>
                <a:cs typeface="Arial"/>
              </a:rPr>
              <a:t>it is Called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595622" y="3943246"/>
            <a:ext cx="7545070" cy="14274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3370" marR="5080" indent="-280670">
              <a:lnSpc>
                <a:spcPts val="3600"/>
              </a:lnSpc>
              <a:spcBef>
                <a:spcPts val="420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Pollution </a:t>
            </a:r>
            <a:r>
              <a:rPr sz="3200" dirty="0">
                <a:latin typeface="Arial"/>
                <a:cs typeface="Arial"/>
              </a:rPr>
              <a:t>refers </a:t>
            </a:r>
            <a:r>
              <a:rPr sz="3200" spc="-5" dirty="0">
                <a:latin typeface="Arial"/>
                <a:cs typeface="Arial"/>
              </a:rPr>
              <a:t>to </a:t>
            </a:r>
            <a:r>
              <a:rPr sz="3200" spc="-10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very </a:t>
            </a:r>
            <a:r>
              <a:rPr sz="3200" spc="-5" dirty="0">
                <a:latin typeface="Arial"/>
                <a:cs typeface="Arial"/>
              </a:rPr>
              <a:t>bad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condition  </a:t>
            </a:r>
            <a:r>
              <a:rPr sz="3200" spc="-5" dirty="0">
                <a:latin typeface="Arial"/>
                <a:cs typeface="Arial"/>
              </a:rPr>
              <a:t>of environment in </a:t>
            </a:r>
            <a:r>
              <a:rPr sz="3200" spc="-10" dirty="0">
                <a:latin typeface="Arial"/>
                <a:cs typeface="Arial"/>
              </a:rPr>
              <a:t>terms </a:t>
            </a:r>
            <a:r>
              <a:rPr sz="3200" spc="-5" dirty="0">
                <a:latin typeface="Arial"/>
                <a:cs typeface="Arial"/>
              </a:rPr>
              <a:t>of quantity and  quality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667000" cy="6858000"/>
            <a:chOff x="0" y="0"/>
            <a:chExt cx="2667000" cy="6858000"/>
          </a:xfrm>
        </p:grpSpPr>
        <p:sp>
          <p:nvSpPr>
            <p:cNvPr id="3" name="object 3"/>
            <p:cNvSpPr/>
            <p:nvPr/>
          </p:nvSpPr>
          <p:spPr>
            <a:xfrm>
              <a:off x="265301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45394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2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24" y="6857986"/>
                  </a:lnTo>
                  <a:lnTo>
                    <a:pt x="7624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3904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75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31444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59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599" y="6857986"/>
                  </a:lnTo>
                  <a:lnTo>
                    <a:pt x="7599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17457" y="0"/>
              <a:ext cx="14604" cy="6858000"/>
            </a:xfrm>
            <a:custGeom>
              <a:avLst/>
              <a:gdLst/>
              <a:ahLst/>
              <a:cxnLst/>
              <a:rect l="l" t="t" r="r" b="b"/>
              <a:pathLst>
                <a:path w="14605" h="6858000">
                  <a:moveTo>
                    <a:pt x="13982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6350" y="6857987"/>
                  </a:lnTo>
                  <a:lnTo>
                    <a:pt x="13982" y="6857987"/>
                  </a:lnTo>
                  <a:lnTo>
                    <a:pt x="13982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0221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4594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2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24" y="6857986"/>
                  </a:lnTo>
                  <a:lnTo>
                    <a:pt x="762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88244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80644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59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599" y="6857986"/>
                  </a:lnTo>
                  <a:lnTo>
                    <a:pt x="759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6657" y="0"/>
              <a:ext cx="14604" cy="6858000"/>
            </a:xfrm>
            <a:custGeom>
              <a:avLst/>
              <a:gdLst/>
              <a:ahLst/>
              <a:cxnLst/>
              <a:rect l="l" t="t" r="r" b="b"/>
              <a:pathLst>
                <a:path w="14605" h="6858000">
                  <a:moveTo>
                    <a:pt x="13982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6350" y="6857987"/>
                  </a:lnTo>
                  <a:lnTo>
                    <a:pt x="13982" y="6857987"/>
                  </a:lnTo>
                  <a:lnTo>
                    <a:pt x="13982" y="0"/>
                  </a:lnTo>
                  <a:close/>
                </a:path>
              </a:pathLst>
            </a:custGeom>
            <a:solidFill>
              <a:srgbClr val="838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9044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2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24" y="6857986"/>
                  </a:lnTo>
                  <a:lnTo>
                    <a:pt x="7624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1419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2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24" y="6857986"/>
                  </a:lnTo>
                  <a:lnTo>
                    <a:pt x="7624" y="0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37434" y="0"/>
              <a:ext cx="14604" cy="6858000"/>
            </a:xfrm>
            <a:custGeom>
              <a:avLst/>
              <a:gdLst/>
              <a:ahLst/>
              <a:cxnLst/>
              <a:rect l="l" t="t" r="r" b="b"/>
              <a:pathLst>
                <a:path w="14605" h="6858000">
                  <a:moveTo>
                    <a:pt x="13982" y="0"/>
                  </a:moveTo>
                  <a:lnTo>
                    <a:pt x="7632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32" y="6857987"/>
                  </a:lnTo>
                  <a:lnTo>
                    <a:pt x="13982" y="6857987"/>
                  </a:lnTo>
                  <a:lnTo>
                    <a:pt x="13982" y="0"/>
                  </a:lnTo>
                  <a:close/>
                </a:path>
              </a:pathLst>
            </a:custGeom>
            <a:solidFill>
              <a:srgbClr val="898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23490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44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6350" y="6857987"/>
                  </a:lnTo>
                  <a:lnTo>
                    <a:pt x="13944" y="6857987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8C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5870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2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24" y="6857986"/>
                  </a:lnTo>
                  <a:lnTo>
                    <a:pt x="7624" y="0"/>
                  </a:lnTo>
                  <a:close/>
                </a:path>
              </a:pathLst>
            </a:custGeom>
            <a:solidFill>
              <a:srgbClr val="8E8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8244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2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24" y="6857986"/>
                  </a:lnTo>
                  <a:lnTo>
                    <a:pt x="7624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0620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2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24" y="6857986"/>
                  </a:lnTo>
                  <a:lnTo>
                    <a:pt x="7624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9427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4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4" y="6857986"/>
                  </a:lnTo>
                  <a:lnTo>
                    <a:pt x="6344" y="0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7902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7268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979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6506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5744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4346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635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3585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2823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2188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1426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9901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9267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505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7743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6345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5584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4822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4187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3425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2663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028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B6B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0503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9869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8344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6947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635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6186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5424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4789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4027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2502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1868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21106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0344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8946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8185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17423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6788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6026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14628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635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13104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12343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10945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0184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09549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8787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08025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06627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635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5103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044695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029447" y="0"/>
              <a:ext cx="15240" cy="6858000"/>
            </a:xfrm>
            <a:custGeom>
              <a:avLst/>
              <a:gdLst/>
              <a:ahLst/>
              <a:cxnLst/>
              <a:rect l="l" t="t" r="r" b="b"/>
              <a:pathLst>
                <a:path w="15239" h="6858000">
                  <a:moveTo>
                    <a:pt x="1524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5240" y="685798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015477" y="0"/>
              <a:ext cx="13970" cy="6858000"/>
            </a:xfrm>
            <a:custGeom>
              <a:avLst/>
              <a:gdLst/>
              <a:ahLst/>
              <a:cxnLst/>
              <a:rect l="l" t="t" r="r" b="b"/>
              <a:pathLst>
                <a:path w="13969" h="6858000">
                  <a:moveTo>
                    <a:pt x="1397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6857987"/>
                  </a:lnTo>
                  <a:lnTo>
                    <a:pt x="7620" y="6857987"/>
                  </a:lnTo>
                  <a:lnTo>
                    <a:pt x="13970" y="685798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007866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000245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993896" y="0"/>
              <a:ext cx="6350" cy="6858000"/>
            </a:xfrm>
            <a:custGeom>
              <a:avLst/>
              <a:gdLst/>
              <a:ahLst/>
              <a:cxnLst/>
              <a:rect l="l" t="t" r="r" b="b"/>
              <a:pathLst>
                <a:path w="6350" h="6858000">
                  <a:moveTo>
                    <a:pt x="634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6349" y="6857986"/>
                  </a:lnTo>
                  <a:lnTo>
                    <a:pt x="634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986276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978656" y="0"/>
              <a:ext cx="7620" cy="6858000"/>
            </a:xfrm>
            <a:custGeom>
              <a:avLst/>
              <a:gdLst/>
              <a:ahLst/>
              <a:cxnLst/>
              <a:rect l="l" t="t" r="r" b="b"/>
              <a:pathLst>
                <a:path w="7619" h="6858000">
                  <a:moveTo>
                    <a:pt x="7619" y="0"/>
                  </a:moveTo>
                  <a:lnTo>
                    <a:pt x="0" y="0"/>
                  </a:lnTo>
                  <a:lnTo>
                    <a:pt x="0" y="6857986"/>
                  </a:lnTo>
                  <a:lnTo>
                    <a:pt x="7619" y="6857986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0" y="0"/>
              <a:ext cx="2139945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2515861" y="504315"/>
            <a:ext cx="531749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0" dirty="0">
                <a:solidFill>
                  <a:srgbClr val="8A0038"/>
                </a:solidFill>
              </a:rPr>
              <a:t>Types</a:t>
            </a:r>
            <a:r>
              <a:rPr sz="3600" spc="-90" dirty="0">
                <a:solidFill>
                  <a:srgbClr val="8A0038"/>
                </a:solidFill>
              </a:rPr>
              <a:t> </a:t>
            </a:r>
            <a:r>
              <a:rPr sz="3600" spc="-5" dirty="0">
                <a:solidFill>
                  <a:srgbClr val="8A0038"/>
                </a:solidFill>
              </a:rPr>
              <a:t>of</a:t>
            </a:r>
            <a:r>
              <a:rPr lang="en-IN" sz="3600" spc="-5" dirty="0">
                <a:solidFill>
                  <a:srgbClr val="8A0038"/>
                </a:solidFill>
              </a:rPr>
              <a:t> Pollution</a:t>
            </a:r>
            <a:br>
              <a:rPr lang="en-IN" sz="3600" dirty="0"/>
            </a:br>
            <a:endParaRPr sz="3600" dirty="0"/>
          </a:p>
        </p:txBody>
      </p:sp>
      <p:sp>
        <p:nvSpPr>
          <p:cNvPr id="78" name="object 78"/>
          <p:cNvSpPr txBox="1"/>
          <p:nvPr/>
        </p:nvSpPr>
        <p:spPr>
          <a:xfrm>
            <a:off x="3048000" y="1608723"/>
            <a:ext cx="5890260" cy="3321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>
              <a:lnSpc>
                <a:spcPts val="3715"/>
              </a:lnSpc>
            </a:pPr>
            <a:r>
              <a:rPr sz="3200" spc="-10" dirty="0">
                <a:latin typeface="Arial"/>
                <a:cs typeface="Arial"/>
              </a:rPr>
              <a:t>There </a:t>
            </a:r>
            <a:r>
              <a:rPr sz="3200" spc="-5" dirty="0">
                <a:latin typeface="Arial"/>
                <a:cs typeface="Arial"/>
              </a:rPr>
              <a:t>are </a:t>
            </a:r>
            <a:r>
              <a:rPr sz="3200" spc="-10" dirty="0">
                <a:latin typeface="Arial"/>
                <a:cs typeface="Arial"/>
              </a:rPr>
              <a:t>Five types </a:t>
            </a:r>
            <a:r>
              <a:rPr sz="3200" spc="-5" dirty="0">
                <a:latin typeface="Arial"/>
                <a:cs typeface="Arial"/>
              </a:rPr>
              <a:t>of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</a:t>
            </a:r>
            <a:endParaRPr sz="3200" dirty="0">
              <a:latin typeface="Arial"/>
              <a:cs typeface="Arial"/>
            </a:endParaRPr>
          </a:p>
          <a:p>
            <a:pPr marL="383540" indent="-371475">
              <a:lnSpc>
                <a:spcPct val="100000"/>
              </a:lnSpc>
              <a:spcBef>
                <a:spcPts val="535"/>
              </a:spcBef>
              <a:buClr>
                <a:srgbClr val="E2005B"/>
              </a:buClr>
              <a:buSzPct val="70312"/>
              <a:buChar char="■"/>
              <a:tabLst>
                <a:tab pos="383540" algn="l"/>
                <a:tab pos="384175" algn="l"/>
              </a:tabLst>
            </a:pPr>
            <a:r>
              <a:rPr sz="3200" spc="-10" dirty="0">
                <a:latin typeface="Arial"/>
                <a:cs typeface="Arial"/>
              </a:rPr>
              <a:t>Air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</a:t>
            </a:r>
            <a:endParaRPr sz="3200" dirty="0">
              <a:latin typeface="Arial"/>
              <a:cs typeface="Arial"/>
            </a:endParaRPr>
          </a:p>
          <a:p>
            <a:pPr marL="383540" indent="-371475">
              <a:lnSpc>
                <a:spcPct val="100000"/>
              </a:lnSpc>
              <a:spcBef>
                <a:spcPts val="585"/>
              </a:spcBef>
              <a:buClr>
                <a:srgbClr val="E2005B"/>
              </a:buClr>
              <a:buSzPct val="70312"/>
              <a:buChar char="■"/>
              <a:tabLst>
                <a:tab pos="383540" algn="l"/>
                <a:tab pos="384175" algn="l"/>
              </a:tabLst>
            </a:pPr>
            <a:r>
              <a:rPr sz="3200" spc="-10" dirty="0">
                <a:latin typeface="Arial"/>
                <a:cs typeface="Arial"/>
              </a:rPr>
              <a:t>Water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</a:t>
            </a:r>
            <a:endParaRPr sz="3200" dirty="0">
              <a:latin typeface="Arial"/>
              <a:cs typeface="Arial"/>
            </a:endParaRPr>
          </a:p>
          <a:p>
            <a:pPr marL="383540" indent="-371475">
              <a:lnSpc>
                <a:spcPct val="100000"/>
              </a:lnSpc>
              <a:spcBef>
                <a:spcPts val="585"/>
              </a:spcBef>
              <a:buClr>
                <a:srgbClr val="E2005B"/>
              </a:buClr>
              <a:buSzPct val="70312"/>
              <a:buChar char="■"/>
              <a:tabLst>
                <a:tab pos="383540" algn="l"/>
                <a:tab pos="384175" algn="l"/>
              </a:tabLst>
            </a:pPr>
            <a:r>
              <a:rPr sz="3200" spc="-5" dirty="0">
                <a:latin typeface="Arial"/>
                <a:cs typeface="Arial"/>
              </a:rPr>
              <a:t>Noise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</a:t>
            </a:r>
            <a:endParaRPr sz="3200" dirty="0">
              <a:latin typeface="Arial"/>
              <a:cs typeface="Arial"/>
            </a:endParaRPr>
          </a:p>
          <a:p>
            <a:pPr marL="383540" indent="-371475">
              <a:lnSpc>
                <a:spcPct val="100000"/>
              </a:lnSpc>
              <a:spcBef>
                <a:spcPts val="585"/>
              </a:spcBef>
              <a:buClr>
                <a:srgbClr val="E2005B"/>
              </a:buClr>
              <a:buSzPct val="70312"/>
              <a:buChar char="■"/>
              <a:tabLst>
                <a:tab pos="383540" algn="l"/>
                <a:tab pos="384175" algn="l"/>
              </a:tabLst>
            </a:pPr>
            <a:r>
              <a:rPr sz="3200" spc="-5" dirty="0">
                <a:latin typeface="Arial"/>
                <a:cs typeface="Arial"/>
              </a:rPr>
              <a:t>Land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</a:t>
            </a:r>
            <a:endParaRPr sz="3200" dirty="0">
              <a:latin typeface="Arial"/>
              <a:cs typeface="Arial"/>
            </a:endParaRPr>
          </a:p>
          <a:p>
            <a:pPr marL="383540" indent="-371475">
              <a:lnSpc>
                <a:spcPct val="100000"/>
              </a:lnSpc>
              <a:spcBef>
                <a:spcPts val="575"/>
              </a:spcBef>
              <a:buClr>
                <a:srgbClr val="E2005B"/>
              </a:buClr>
              <a:buSzPct val="70312"/>
              <a:buChar char="■"/>
              <a:tabLst>
                <a:tab pos="383540" algn="l"/>
                <a:tab pos="384175" algn="l"/>
              </a:tabLst>
            </a:pPr>
            <a:r>
              <a:rPr sz="3200" spc="-5" dirty="0">
                <a:latin typeface="Arial"/>
                <a:cs typeface="Arial"/>
              </a:rPr>
              <a:t>Radio </a:t>
            </a:r>
            <a:r>
              <a:rPr sz="3200" spc="-10" dirty="0">
                <a:latin typeface="Arial"/>
                <a:cs typeface="Arial"/>
              </a:rPr>
              <a:t>Active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3" name="object 3"/>
            <p:cNvSpPr/>
            <p:nvPr/>
          </p:nvSpPr>
          <p:spPr>
            <a:xfrm>
              <a:off x="8898882" y="6612887"/>
              <a:ext cx="245099" cy="245099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652472" y="6366497"/>
              <a:ext cx="492125" cy="491490"/>
            </a:xfrm>
            <a:custGeom>
              <a:avLst/>
              <a:gdLst/>
              <a:ahLst/>
              <a:cxnLst/>
              <a:rect l="l" t="t" r="r" b="b"/>
              <a:pathLst>
                <a:path w="492125" h="491490">
                  <a:moveTo>
                    <a:pt x="491502" y="0"/>
                  </a:moveTo>
                  <a:lnTo>
                    <a:pt x="0" y="491490"/>
                  </a:lnTo>
                  <a:lnTo>
                    <a:pt x="123202" y="491490"/>
                  </a:lnTo>
                  <a:lnTo>
                    <a:pt x="246405" y="491490"/>
                  </a:lnTo>
                  <a:lnTo>
                    <a:pt x="491502" y="246392"/>
                  </a:lnTo>
                  <a:lnTo>
                    <a:pt x="491502" y="123190"/>
                  </a:lnTo>
                  <a:lnTo>
                    <a:pt x="49150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06104" y="6120117"/>
              <a:ext cx="737870" cy="737870"/>
            </a:xfrm>
            <a:custGeom>
              <a:avLst/>
              <a:gdLst/>
              <a:ahLst/>
              <a:cxnLst/>
              <a:rect l="l" t="t" r="r" b="b"/>
              <a:pathLst>
                <a:path w="737870" h="737870">
                  <a:moveTo>
                    <a:pt x="737870" y="0"/>
                  </a:moveTo>
                  <a:lnTo>
                    <a:pt x="0" y="737870"/>
                  </a:lnTo>
                  <a:lnTo>
                    <a:pt x="121920" y="737870"/>
                  </a:lnTo>
                  <a:lnTo>
                    <a:pt x="246367" y="737870"/>
                  </a:lnTo>
                  <a:lnTo>
                    <a:pt x="737870" y="246380"/>
                  </a:lnTo>
                  <a:lnTo>
                    <a:pt x="737870" y="121932"/>
                  </a:lnTo>
                  <a:lnTo>
                    <a:pt x="7378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84183" y="5998187"/>
              <a:ext cx="860425" cy="860425"/>
            </a:xfrm>
            <a:custGeom>
              <a:avLst/>
              <a:gdLst/>
              <a:ahLst/>
              <a:cxnLst/>
              <a:rect l="l" t="t" r="r" b="b"/>
              <a:pathLst>
                <a:path w="860425" h="860425">
                  <a:moveTo>
                    <a:pt x="121924" y="859798"/>
                  </a:moveTo>
                  <a:lnTo>
                    <a:pt x="0" y="859798"/>
                  </a:lnTo>
                  <a:lnTo>
                    <a:pt x="859798" y="0"/>
                  </a:lnTo>
                  <a:lnTo>
                    <a:pt x="859798" y="121924"/>
                  </a:lnTo>
                  <a:lnTo>
                    <a:pt x="121924" y="85979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37804" y="5751817"/>
              <a:ext cx="1106170" cy="1106170"/>
            </a:xfrm>
            <a:custGeom>
              <a:avLst/>
              <a:gdLst/>
              <a:ahLst/>
              <a:cxnLst/>
              <a:rect l="l" t="t" r="r" b="b"/>
              <a:pathLst>
                <a:path w="1106170" h="1106170">
                  <a:moveTo>
                    <a:pt x="1106170" y="0"/>
                  </a:moveTo>
                  <a:lnTo>
                    <a:pt x="0" y="1106170"/>
                  </a:lnTo>
                  <a:lnTo>
                    <a:pt x="121920" y="1106170"/>
                  </a:lnTo>
                  <a:lnTo>
                    <a:pt x="246367" y="1106170"/>
                  </a:lnTo>
                  <a:lnTo>
                    <a:pt x="1106170" y="246380"/>
                  </a:lnTo>
                  <a:lnTo>
                    <a:pt x="1106170" y="121932"/>
                  </a:lnTo>
                  <a:lnTo>
                    <a:pt x="11061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91425" y="5505450"/>
              <a:ext cx="1352550" cy="1352550"/>
            </a:xfrm>
            <a:custGeom>
              <a:avLst/>
              <a:gdLst/>
              <a:ahLst/>
              <a:cxnLst/>
              <a:rect l="l" t="t" r="r" b="b"/>
              <a:pathLst>
                <a:path w="1352550" h="1352550">
                  <a:moveTo>
                    <a:pt x="1352550" y="0"/>
                  </a:moveTo>
                  <a:lnTo>
                    <a:pt x="0" y="1352537"/>
                  </a:lnTo>
                  <a:lnTo>
                    <a:pt x="121932" y="1352537"/>
                  </a:lnTo>
                  <a:lnTo>
                    <a:pt x="246380" y="1352537"/>
                  </a:lnTo>
                  <a:lnTo>
                    <a:pt x="1352550" y="246367"/>
                  </a:lnTo>
                  <a:lnTo>
                    <a:pt x="1352550" y="121920"/>
                  </a:lnTo>
                  <a:lnTo>
                    <a:pt x="135255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45057" y="5259070"/>
              <a:ext cx="1598930" cy="1598930"/>
            </a:xfrm>
            <a:custGeom>
              <a:avLst/>
              <a:gdLst/>
              <a:ahLst/>
              <a:cxnLst/>
              <a:rect l="l" t="t" r="r" b="b"/>
              <a:pathLst>
                <a:path w="1598929" h="1598929">
                  <a:moveTo>
                    <a:pt x="1598917" y="0"/>
                  </a:moveTo>
                  <a:lnTo>
                    <a:pt x="0" y="1598917"/>
                  </a:lnTo>
                  <a:lnTo>
                    <a:pt x="121920" y="1598917"/>
                  </a:lnTo>
                  <a:lnTo>
                    <a:pt x="246367" y="1598917"/>
                  </a:lnTo>
                  <a:lnTo>
                    <a:pt x="1598917" y="246380"/>
                  </a:lnTo>
                  <a:lnTo>
                    <a:pt x="1598917" y="121920"/>
                  </a:lnTo>
                  <a:lnTo>
                    <a:pt x="15989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20585" y="5134589"/>
              <a:ext cx="1724025" cy="1724025"/>
            </a:xfrm>
            <a:custGeom>
              <a:avLst/>
              <a:gdLst/>
              <a:ahLst/>
              <a:cxnLst/>
              <a:rect l="l" t="t" r="r" b="b"/>
              <a:pathLst>
                <a:path w="1724025" h="1724025">
                  <a:moveTo>
                    <a:pt x="124474" y="1723396"/>
                  </a:moveTo>
                  <a:lnTo>
                    <a:pt x="0" y="1723396"/>
                  </a:lnTo>
                  <a:lnTo>
                    <a:pt x="1723396" y="0"/>
                  </a:lnTo>
                  <a:lnTo>
                    <a:pt x="1723396" y="124474"/>
                  </a:lnTo>
                  <a:lnTo>
                    <a:pt x="124474" y="172339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74204" y="4888217"/>
              <a:ext cx="1969770" cy="1969770"/>
            </a:xfrm>
            <a:custGeom>
              <a:avLst/>
              <a:gdLst/>
              <a:ahLst/>
              <a:cxnLst/>
              <a:rect l="l" t="t" r="r" b="b"/>
              <a:pathLst>
                <a:path w="1969770" h="1969770">
                  <a:moveTo>
                    <a:pt x="1969770" y="0"/>
                  </a:moveTo>
                  <a:lnTo>
                    <a:pt x="0" y="1969770"/>
                  </a:lnTo>
                  <a:lnTo>
                    <a:pt x="124472" y="1969770"/>
                  </a:lnTo>
                  <a:lnTo>
                    <a:pt x="246380" y="1969770"/>
                  </a:lnTo>
                  <a:lnTo>
                    <a:pt x="1969770" y="246380"/>
                  </a:lnTo>
                  <a:lnTo>
                    <a:pt x="1969770" y="124485"/>
                  </a:lnTo>
                  <a:lnTo>
                    <a:pt x="19697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29107" y="4643120"/>
              <a:ext cx="2214880" cy="2214880"/>
            </a:xfrm>
            <a:custGeom>
              <a:avLst/>
              <a:gdLst/>
              <a:ahLst/>
              <a:cxnLst/>
              <a:rect l="l" t="t" r="r" b="b"/>
              <a:pathLst>
                <a:path w="2214879" h="2214879">
                  <a:moveTo>
                    <a:pt x="2214867" y="0"/>
                  </a:moveTo>
                  <a:lnTo>
                    <a:pt x="0" y="2214867"/>
                  </a:lnTo>
                  <a:lnTo>
                    <a:pt x="123177" y="2214867"/>
                  </a:lnTo>
                  <a:lnTo>
                    <a:pt x="245097" y="2214867"/>
                  </a:lnTo>
                  <a:lnTo>
                    <a:pt x="2214867" y="245097"/>
                  </a:lnTo>
                  <a:lnTo>
                    <a:pt x="2214867" y="123177"/>
                  </a:lnTo>
                  <a:lnTo>
                    <a:pt x="22148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82727" y="4396752"/>
              <a:ext cx="2461260" cy="2461260"/>
            </a:xfrm>
            <a:custGeom>
              <a:avLst/>
              <a:gdLst/>
              <a:ahLst/>
              <a:cxnLst/>
              <a:rect l="l" t="t" r="r" b="b"/>
              <a:pathLst>
                <a:path w="2461259" h="2461259">
                  <a:moveTo>
                    <a:pt x="2461247" y="0"/>
                  </a:moveTo>
                  <a:lnTo>
                    <a:pt x="0" y="2461234"/>
                  </a:lnTo>
                  <a:lnTo>
                    <a:pt x="123177" y="2461234"/>
                  </a:lnTo>
                  <a:lnTo>
                    <a:pt x="246380" y="2461234"/>
                  </a:lnTo>
                  <a:lnTo>
                    <a:pt x="2461247" y="246367"/>
                  </a:lnTo>
                  <a:lnTo>
                    <a:pt x="2461247" y="123164"/>
                  </a:lnTo>
                  <a:lnTo>
                    <a:pt x="246124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35077" y="4149102"/>
              <a:ext cx="2708910" cy="2708910"/>
            </a:xfrm>
            <a:custGeom>
              <a:avLst/>
              <a:gdLst/>
              <a:ahLst/>
              <a:cxnLst/>
              <a:rect l="l" t="t" r="r" b="b"/>
              <a:pathLst>
                <a:path w="2708909" h="2708909">
                  <a:moveTo>
                    <a:pt x="2708897" y="0"/>
                  </a:moveTo>
                  <a:lnTo>
                    <a:pt x="0" y="2708884"/>
                  </a:lnTo>
                  <a:lnTo>
                    <a:pt x="124447" y="2708884"/>
                  </a:lnTo>
                  <a:lnTo>
                    <a:pt x="247650" y="2708884"/>
                  </a:lnTo>
                  <a:lnTo>
                    <a:pt x="2708897" y="247650"/>
                  </a:lnTo>
                  <a:lnTo>
                    <a:pt x="2708897" y="124447"/>
                  </a:lnTo>
                  <a:lnTo>
                    <a:pt x="27088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13162" y="4027166"/>
              <a:ext cx="2830830" cy="2830830"/>
            </a:xfrm>
            <a:custGeom>
              <a:avLst/>
              <a:gdLst/>
              <a:ahLst/>
              <a:cxnLst/>
              <a:rect l="l" t="t" r="r" b="b"/>
              <a:pathLst>
                <a:path w="2830829" h="2830829">
                  <a:moveTo>
                    <a:pt x="121924" y="2830819"/>
                  </a:moveTo>
                  <a:lnTo>
                    <a:pt x="0" y="2830819"/>
                  </a:lnTo>
                  <a:lnTo>
                    <a:pt x="2830819" y="0"/>
                  </a:lnTo>
                  <a:lnTo>
                    <a:pt x="2830819" y="121924"/>
                  </a:lnTo>
                  <a:lnTo>
                    <a:pt x="121924" y="283081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1237" y="3905242"/>
              <a:ext cx="2952750" cy="2952750"/>
            </a:xfrm>
            <a:custGeom>
              <a:avLst/>
              <a:gdLst/>
              <a:ahLst/>
              <a:cxnLst/>
              <a:rect l="l" t="t" r="r" b="b"/>
              <a:pathLst>
                <a:path w="2952750" h="2952750">
                  <a:moveTo>
                    <a:pt x="121924" y="2952744"/>
                  </a:moveTo>
                  <a:lnTo>
                    <a:pt x="0" y="2952744"/>
                  </a:lnTo>
                  <a:lnTo>
                    <a:pt x="2952744" y="0"/>
                  </a:lnTo>
                  <a:lnTo>
                    <a:pt x="2952744" y="121924"/>
                  </a:lnTo>
                  <a:lnTo>
                    <a:pt x="121924" y="295274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66787" y="3780792"/>
              <a:ext cx="3077210" cy="3077210"/>
            </a:xfrm>
            <a:custGeom>
              <a:avLst/>
              <a:gdLst/>
              <a:ahLst/>
              <a:cxnLst/>
              <a:rect l="l" t="t" r="r" b="b"/>
              <a:pathLst>
                <a:path w="3077209" h="3077209">
                  <a:moveTo>
                    <a:pt x="124449" y="3077193"/>
                  </a:moveTo>
                  <a:lnTo>
                    <a:pt x="0" y="3077193"/>
                  </a:lnTo>
                  <a:lnTo>
                    <a:pt x="3077193" y="0"/>
                  </a:lnTo>
                  <a:lnTo>
                    <a:pt x="3077193" y="124449"/>
                  </a:lnTo>
                  <a:lnTo>
                    <a:pt x="124449" y="30771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20385" y="3534397"/>
              <a:ext cx="3323590" cy="3323590"/>
            </a:xfrm>
            <a:custGeom>
              <a:avLst/>
              <a:gdLst/>
              <a:ahLst/>
              <a:cxnLst/>
              <a:rect l="l" t="t" r="r" b="b"/>
              <a:pathLst>
                <a:path w="3323590" h="3323590">
                  <a:moveTo>
                    <a:pt x="3323590" y="0"/>
                  </a:moveTo>
                  <a:lnTo>
                    <a:pt x="0" y="3323590"/>
                  </a:lnTo>
                  <a:lnTo>
                    <a:pt x="124472" y="3323590"/>
                  </a:lnTo>
                  <a:lnTo>
                    <a:pt x="246392" y="3323590"/>
                  </a:lnTo>
                  <a:lnTo>
                    <a:pt x="3323590" y="246405"/>
                  </a:lnTo>
                  <a:lnTo>
                    <a:pt x="3323590" y="124472"/>
                  </a:lnTo>
                  <a:lnTo>
                    <a:pt x="33235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98488" y="3412493"/>
              <a:ext cx="3445510" cy="3445510"/>
            </a:xfrm>
            <a:custGeom>
              <a:avLst/>
              <a:gdLst/>
              <a:ahLst/>
              <a:cxnLst/>
              <a:rect l="l" t="t" r="r" b="b"/>
              <a:pathLst>
                <a:path w="3445509" h="3445509">
                  <a:moveTo>
                    <a:pt x="121899" y="3445493"/>
                  </a:moveTo>
                  <a:lnTo>
                    <a:pt x="0" y="3445493"/>
                  </a:lnTo>
                  <a:lnTo>
                    <a:pt x="3445493" y="0"/>
                  </a:lnTo>
                  <a:lnTo>
                    <a:pt x="3445493" y="121899"/>
                  </a:lnTo>
                  <a:lnTo>
                    <a:pt x="121899" y="34454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52085" y="3166097"/>
              <a:ext cx="3691890" cy="3691890"/>
            </a:xfrm>
            <a:custGeom>
              <a:avLst/>
              <a:gdLst/>
              <a:ahLst/>
              <a:cxnLst/>
              <a:rect l="l" t="t" r="r" b="b"/>
              <a:pathLst>
                <a:path w="3691890" h="3691890">
                  <a:moveTo>
                    <a:pt x="3691890" y="0"/>
                  </a:moveTo>
                  <a:lnTo>
                    <a:pt x="0" y="3691890"/>
                  </a:lnTo>
                  <a:lnTo>
                    <a:pt x="123202" y="3691890"/>
                  </a:lnTo>
                  <a:lnTo>
                    <a:pt x="246392" y="3691890"/>
                  </a:lnTo>
                  <a:lnTo>
                    <a:pt x="3691890" y="246405"/>
                  </a:lnTo>
                  <a:lnTo>
                    <a:pt x="3691890" y="123202"/>
                  </a:lnTo>
                  <a:lnTo>
                    <a:pt x="36918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05704" y="2919729"/>
              <a:ext cx="3938270" cy="3938270"/>
            </a:xfrm>
            <a:custGeom>
              <a:avLst/>
              <a:gdLst/>
              <a:ahLst/>
              <a:cxnLst/>
              <a:rect l="l" t="t" r="r" b="b"/>
              <a:pathLst>
                <a:path w="3938270" h="3938270">
                  <a:moveTo>
                    <a:pt x="3938270" y="0"/>
                  </a:moveTo>
                  <a:lnTo>
                    <a:pt x="0" y="3938257"/>
                  </a:lnTo>
                  <a:lnTo>
                    <a:pt x="123202" y="3938257"/>
                  </a:lnTo>
                  <a:lnTo>
                    <a:pt x="246380" y="3938257"/>
                  </a:lnTo>
                  <a:lnTo>
                    <a:pt x="3938270" y="246367"/>
                  </a:lnTo>
                  <a:lnTo>
                    <a:pt x="3938270" y="123190"/>
                  </a:lnTo>
                  <a:lnTo>
                    <a:pt x="393827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82539" y="2796544"/>
              <a:ext cx="4061460" cy="4061460"/>
            </a:xfrm>
            <a:custGeom>
              <a:avLst/>
              <a:gdLst/>
              <a:ahLst/>
              <a:cxnLst/>
              <a:rect l="l" t="t" r="r" b="b"/>
              <a:pathLst>
                <a:path w="4061459" h="4061459">
                  <a:moveTo>
                    <a:pt x="123174" y="4061441"/>
                  </a:moveTo>
                  <a:lnTo>
                    <a:pt x="0" y="4061441"/>
                  </a:lnTo>
                  <a:lnTo>
                    <a:pt x="4061441" y="0"/>
                  </a:lnTo>
                  <a:lnTo>
                    <a:pt x="4061441" y="123174"/>
                  </a:lnTo>
                  <a:lnTo>
                    <a:pt x="123174" y="406144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59339" y="2673344"/>
              <a:ext cx="4184650" cy="4184650"/>
            </a:xfrm>
            <a:custGeom>
              <a:avLst/>
              <a:gdLst/>
              <a:ahLst/>
              <a:cxnLst/>
              <a:rect l="l" t="t" r="r" b="b"/>
              <a:pathLst>
                <a:path w="4184650" h="4184650">
                  <a:moveTo>
                    <a:pt x="123199" y="4184641"/>
                  </a:moveTo>
                  <a:lnTo>
                    <a:pt x="0" y="4184641"/>
                  </a:lnTo>
                  <a:lnTo>
                    <a:pt x="4184641" y="0"/>
                  </a:lnTo>
                  <a:lnTo>
                    <a:pt x="4184641" y="123199"/>
                  </a:lnTo>
                  <a:lnTo>
                    <a:pt x="123199" y="418464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12957" y="2426969"/>
              <a:ext cx="4431030" cy="4431030"/>
            </a:xfrm>
            <a:custGeom>
              <a:avLst/>
              <a:gdLst/>
              <a:ahLst/>
              <a:cxnLst/>
              <a:rect l="l" t="t" r="r" b="b"/>
              <a:pathLst>
                <a:path w="4431030" h="4431030">
                  <a:moveTo>
                    <a:pt x="4431017" y="0"/>
                  </a:moveTo>
                  <a:lnTo>
                    <a:pt x="0" y="4431017"/>
                  </a:lnTo>
                  <a:lnTo>
                    <a:pt x="124447" y="4431017"/>
                  </a:lnTo>
                  <a:lnTo>
                    <a:pt x="246380" y="4431017"/>
                  </a:lnTo>
                  <a:lnTo>
                    <a:pt x="4431017" y="246380"/>
                  </a:lnTo>
                  <a:lnTo>
                    <a:pt x="4431017" y="124460"/>
                  </a:lnTo>
                  <a:lnTo>
                    <a:pt x="44310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91040" y="2305045"/>
              <a:ext cx="4552950" cy="4552950"/>
            </a:xfrm>
            <a:custGeom>
              <a:avLst/>
              <a:gdLst/>
              <a:ahLst/>
              <a:cxnLst/>
              <a:rect l="l" t="t" r="r" b="b"/>
              <a:pathLst>
                <a:path w="4552950" h="4552950">
                  <a:moveTo>
                    <a:pt x="121924" y="4552940"/>
                  </a:moveTo>
                  <a:lnTo>
                    <a:pt x="0" y="4552940"/>
                  </a:lnTo>
                  <a:lnTo>
                    <a:pt x="4552940" y="0"/>
                  </a:lnTo>
                  <a:lnTo>
                    <a:pt x="4552940" y="121919"/>
                  </a:lnTo>
                  <a:lnTo>
                    <a:pt x="121924" y="455294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44657" y="2058669"/>
              <a:ext cx="4799330" cy="4799330"/>
            </a:xfrm>
            <a:custGeom>
              <a:avLst/>
              <a:gdLst/>
              <a:ahLst/>
              <a:cxnLst/>
              <a:rect l="l" t="t" r="r" b="b"/>
              <a:pathLst>
                <a:path w="4799330" h="4799330">
                  <a:moveTo>
                    <a:pt x="4799317" y="0"/>
                  </a:moveTo>
                  <a:lnTo>
                    <a:pt x="0" y="4799317"/>
                  </a:lnTo>
                  <a:lnTo>
                    <a:pt x="121932" y="4799317"/>
                  </a:lnTo>
                  <a:lnTo>
                    <a:pt x="246380" y="4799317"/>
                  </a:lnTo>
                  <a:lnTo>
                    <a:pt x="4799317" y="246380"/>
                  </a:lnTo>
                  <a:lnTo>
                    <a:pt x="4799317" y="121920"/>
                  </a:lnTo>
                  <a:lnTo>
                    <a:pt x="47993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98290" y="1812289"/>
              <a:ext cx="5045710" cy="5045710"/>
            </a:xfrm>
            <a:custGeom>
              <a:avLst/>
              <a:gdLst/>
              <a:ahLst/>
              <a:cxnLst/>
              <a:rect l="l" t="t" r="r" b="b"/>
              <a:pathLst>
                <a:path w="5045709" h="5045709">
                  <a:moveTo>
                    <a:pt x="5045684" y="0"/>
                  </a:moveTo>
                  <a:lnTo>
                    <a:pt x="0" y="5045697"/>
                  </a:lnTo>
                  <a:lnTo>
                    <a:pt x="121894" y="5045697"/>
                  </a:lnTo>
                  <a:lnTo>
                    <a:pt x="246367" y="5045697"/>
                  </a:lnTo>
                  <a:lnTo>
                    <a:pt x="5045684" y="246380"/>
                  </a:lnTo>
                  <a:lnTo>
                    <a:pt x="5045684" y="121920"/>
                  </a:lnTo>
                  <a:lnTo>
                    <a:pt x="50456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51884" y="1565909"/>
              <a:ext cx="5292090" cy="5292090"/>
            </a:xfrm>
            <a:custGeom>
              <a:avLst/>
              <a:gdLst/>
              <a:ahLst/>
              <a:cxnLst/>
              <a:rect l="l" t="t" r="r" b="b"/>
              <a:pathLst>
                <a:path w="5292090" h="5292090">
                  <a:moveTo>
                    <a:pt x="5292090" y="0"/>
                  </a:moveTo>
                  <a:lnTo>
                    <a:pt x="0" y="5292077"/>
                  </a:lnTo>
                  <a:lnTo>
                    <a:pt x="121920" y="5292077"/>
                  </a:lnTo>
                  <a:lnTo>
                    <a:pt x="246405" y="5292077"/>
                  </a:lnTo>
                  <a:lnTo>
                    <a:pt x="5292090" y="246380"/>
                  </a:lnTo>
                  <a:lnTo>
                    <a:pt x="5292090" y="121920"/>
                  </a:lnTo>
                  <a:lnTo>
                    <a:pt x="52920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27442" y="1441447"/>
              <a:ext cx="5416550" cy="5416550"/>
            </a:xfrm>
            <a:custGeom>
              <a:avLst/>
              <a:gdLst/>
              <a:ahLst/>
              <a:cxnLst/>
              <a:rect l="l" t="t" r="r" b="b"/>
              <a:pathLst>
                <a:path w="5416550" h="5416550">
                  <a:moveTo>
                    <a:pt x="124449" y="5416539"/>
                  </a:moveTo>
                  <a:lnTo>
                    <a:pt x="0" y="5416539"/>
                  </a:lnTo>
                  <a:lnTo>
                    <a:pt x="5416539" y="0"/>
                  </a:lnTo>
                  <a:lnTo>
                    <a:pt x="5416539" y="124459"/>
                  </a:lnTo>
                  <a:lnTo>
                    <a:pt x="124449" y="541653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2340" y="1196339"/>
              <a:ext cx="5661660" cy="5661660"/>
            </a:xfrm>
            <a:custGeom>
              <a:avLst/>
              <a:gdLst/>
              <a:ahLst/>
              <a:cxnLst/>
              <a:rect l="l" t="t" r="r" b="b"/>
              <a:pathLst>
                <a:path w="5661659" h="5661659">
                  <a:moveTo>
                    <a:pt x="5661634" y="0"/>
                  </a:moveTo>
                  <a:lnTo>
                    <a:pt x="0" y="5661647"/>
                  </a:lnTo>
                  <a:lnTo>
                    <a:pt x="123177" y="5661647"/>
                  </a:lnTo>
                  <a:lnTo>
                    <a:pt x="245097" y="5661647"/>
                  </a:lnTo>
                  <a:lnTo>
                    <a:pt x="5661634" y="245110"/>
                  </a:lnTo>
                  <a:lnTo>
                    <a:pt x="5661634" y="123190"/>
                  </a:lnTo>
                  <a:lnTo>
                    <a:pt x="566163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35934" y="949959"/>
              <a:ext cx="5908040" cy="5908040"/>
            </a:xfrm>
            <a:custGeom>
              <a:avLst/>
              <a:gdLst/>
              <a:ahLst/>
              <a:cxnLst/>
              <a:rect l="l" t="t" r="r" b="b"/>
              <a:pathLst>
                <a:path w="5908040" h="5908040">
                  <a:moveTo>
                    <a:pt x="5908040" y="0"/>
                  </a:moveTo>
                  <a:lnTo>
                    <a:pt x="0" y="5908027"/>
                  </a:lnTo>
                  <a:lnTo>
                    <a:pt x="123202" y="5908027"/>
                  </a:lnTo>
                  <a:lnTo>
                    <a:pt x="246405" y="5908027"/>
                  </a:lnTo>
                  <a:lnTo>
                    <a:pt x="5908040" y="246380"/>
                  </a:lnTo>
                  <a:lnTo>
                    <a:pt x="5908040" y="123190"/>
                  </a:lnTo>
                  <a:lnTo>
                    <a:pt x="590804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89567" y="703579"/>
              <a:ext cx="6154420" cy="6154420"/>
            </a:xfrm>
            <a:custGeom>
              <a:avLst/>
              <a:gdLst/>
              <a:ahLst/>
              <a:cxnLst/>
              <a:rect l="l" t="t" r="r" b="b"/>
              <a:pathLst>
                <a:path w="6154420" h="6154420">
                  <a:moveTo>
                    <a:pt x="6154407" y="0"/>
                  </a:moveTo>
                  <a:lnTo>
                    <a:pt x="0" y="6154407"/>
                  </a:lnTo>
                  <a:lnTo>
                    <a:pt x="123190" y="6154407"/>
                  </a:lnTo>
                  <a:lnTo>
                    <a:pt x="246367" y="6154407"/>
                  </a:lnTo>
                  <a:lnTo>
                    <a:pt x="6154407" y="246380"/>
                  </a:lnTo>
                  <a:lnTo>
                    <a:pt x="6154407" y="123190"/>
                  </a:lnTo>
                  <a:lnTo>
                    <a:pt x="61544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33"/>
            <p:cNvSpPr/>
            <p:nvPr/>
          </p:nvSpPr>
          <p:spPr>
            <a:xfrm>
              <a:off x="2866394" y="580388"/>
              <a:ext cx="6277610" cy="6277610"/>
            </a:xfrm>
            <a:custGeom>
              <a:avLst/>
              <a:gdLst/>
              <a:ahLst/>
              <a:cxnLst/>
              <a:rect l="l" t="t" r="r" b="b"/>
              <a:pathLst>
                <a:path w="6277609" h="6277609">
                  <a:moveTo>
                    <a:pt x="123174" y="6277597"/>
                  </a:moveTo>
                  <a:lnTo>
                    <a:pt x="0" y="6277597"/>
                  </a:lnTo>
                  <a:lnTo>
                    <a:pt x="6277587" y="0"/>
                  </a:lnTo>
                  <a:lnTo>
                    <a:pt x="6277587" y="123189"/>
                  </a:lnTo>
                  <a:lnTo>
                    <a:pt x="123174" y="627759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19984" y="334009"/>
              <a:ext cx="6523990" cy="6523990"/>
            </a:xfrm>
            <a:custGeom>
              <a:avLst/>
              <a:gdLst/>
              <a:ahLst/>
              <a:cxnLst/>
              <a:rect l="l" t="t" r="r" b="b"/>
              <a:pathLst>
                <a:path w="6523990" h="6523990">
                  <a:moveTo>
                    <a:pt x="6523990" y="0"/>
                  </a:moveTo>
                  <a:lnTo>
                    <a:pt x="0" y="6523977"/>
                  </a:lnTo>
                  <a:lnTo>
                    <a:pt x="124472" y="6523977"/>
                  </a:lnTo>
                  <a:lnTo>
                    <a:pt x="246405" y="6523977"/>
                  </a:lnTo>
                  <a:lnTo>
                    <a:pt x="6523990" y="246380"/>
                  </a:lnTo>
                  <a:lnTo>
                    <a:pt x="6523990" y="124460"/>
                  </a:lnTo>
                  <a:lnTo>
                    <a:pt x="65239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98084" y="212089"/>
              <a:ext cx="6645909" cy="6645909"/>
            </a:xfrm>
            <a:custGeom>
              <a:avLst/>
              <a:gdLst/>
              <a:ahLst/>
              <a:cxnLst/>
              <a:rect l="l" t="t" r="r" b="b"/>
              <a:pathLst>
                <a:path w="6645909" h="6645909">
                  <a:moveTo>
                    <a:pt x="121909" y="6645896"/>
                  </a:moveTo>
                  <a:lnTo>
                    <a:pt x="0" y="6645896"/>
                  </a:lnTo>
                  <a:lnTo>
                    <a:pt x="6645896" y="0"/>
                  </a:lnTo>
                  <a:lnTo>
                    <a:pt x="6645896" y="121919"/>
                  </a:lnTo>
                  <a:lnTo>
                    <a:pt x="121909" y="664589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73625" y="87629"/>
              <a:ext cx="6770370" cy="6770370"/>
            </a:xfrm>
            <a:custGeom>
              <a:avLst/>
              <a:gdLst/>
              <a:ahLst/>
              <a:cxnLst/>
              <a:rect l="l" t="t" r="r" b="b"/>
              <a:pathLst>
                <a:path w="6770370" h="6770370">
                  <a:moveTo>
                    <a:pt x="124457" y="6770356"/>
                  </a:moveTo>
                  <a:lnTo>
                    <a:pt x="0" y="6770356"/>
                  </a:lnTo>
                  <a:lnTo>
                    <a:pt x="6770356" y="0"/>
                  </a:lnTo>
                  <a:lnTo>
                    <a:pt x="6770356" y="124458"/>
                  </a:lnTo>
                  <a:lnTo>
                    <a:pt x="124457" y="677035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7237" y="0"/>
              <a:ext cx="7016750" cy="6858000"/>
            </a:xfrm>
            <a:custGeom>
              <a:avLst/>
              <a:gdLst/>
              <a:ahLst/>
              <a:cxnLst/>
              <a:rect l="l" t="t" r="r" b="b"/>
              <a:pathLst>
                <a:path w="7016750" h="6858000">
                  <a:moveTo>
                    <a:pt x="7016737" y="0"/>
                  </a:moveTo>
                  <a:lnTo>
                    <a:pt x="6982434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124460" y="6857987"/>
                  </a:lnTo>
                  <a:lnTo>
                    <a:pt x="246380" y="6857987"/>
                  </a:lnTo>
                  <a:lnTo>
                    <a:pt x="7016737" y="87630"/>
                  </a:lnTo>
                  <a:lnTo>
                    <a:pt x="70167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80857" y="0"/>
              <a:ext cx="7104380" cy="6858000"/>
            </a:xfrm>
            <a:custGeom>
              <a:avLst/>
              <a:gdLst/>
              <a:ahLst/>
              <a:cxnLst/>
              <a:rect l="l" t="t" r="r" b="b"/>
              <a:pathLst>
                <a:path w="7104380" h="6858000">
                  <a:moveTo>
                    <a:pt x="7104367" y="0"/>
                  </a:moveTo>
                  <a:lnTo>
                    <a:pt x="6982447" y="0"/>
                  </a:lnTo>
                  <a:lnTo>
                    <a:pt x="6858000" y="0"/>
                  </a:lnTo>
                  <a:lnTo>
                    <a:pt x="0" y="6857987"/>
                  </a:lnTo>
                  <a:lnTo>
                    <a:pt x="124460" y="6857987"/>
                  </a:lnTo>
                  <a:lnTo>
                    <a:pt x="246380" y="6857987"/>
                  </a:lnTo>
                  <a:lnTo>
                    <a:pt x="71043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58946" y="0"/>
              <a:ext cx="6979920" cy="6858000"/>
            </a:xfrm>
            <a:custGeom>
              <a:avLst/>
              <a:gdLst/>
              <a:ahLst/>
              <a:cxnLst/>
              <a:rect l="l" t="t" r="r" b="b"/>
              <a:pathLst>
                <a:path w="6979920" h="6858000">
                  <a:moveTo>
                    <a:pt x="12191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979910" y="0"/>
                  </a:lnTo>
                  <a:lnTo>
                    <a:pt x="12191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12557" y="0"/>
              <a:ext cx="7104380" cy="6858000"/>
            </a:xfrm>
            <a:custGeom>
              <a:avLst/>
              <a:gdLst/>
              <a:ahLst/>
              <a:cxnLst/>
              <a:rect l="l" t="t" r="r" b="b"/>
              <a:pathLst>
                <a:path w="7104380" h="6858000">
                  <a:moveTo>
                    <a:pt x="7104367" y="0"/>
                  </a:moveTo>
                  <a:lnTo>
                    <a:pt x="6979920" y="0"/>
                  </a:lnTo>
                  <a:lnTo>
                    <a:pt x="6858000" y="0"/>
                  </a:lnTo>
                  <a:lnTo>
                    <a:pt x="0" y="6857987"/>
                  </a:lnTo>
                  <a:lnTo>
                    <a:pt x="121920" y="6857987"/>
                  </a:lnTo>
                  <a:lnTo>
                    <a:pt x="246380" y="6857987"/>
                  </a:lnTo>
                  <a:lnTo>
                    <a:pt x="71043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66177" y="0"/>
              <a:ext cx="7104380" cy="6858000"/>
            </a:xfrm>
            <a:custGeom>
              <a:avLst/>
              <a:gdLst/>
              <a:ahLst/>
              <a:cxnLst/>
              <a:rect l="l" t="t" r="r" b="b"/>
              <a:pathLst>
                <a:path w="7104380" h="6858000">
                  <a:moveTo>
                    <a:pt x="7104380" y="0"/>
                  </a:moveTo>
                  <a:lnTo>
                    <a:pt x="6982447" y="0"/>
                  </a:lnTo>
                  <a:lnTo>
                    <a:pt x="6858000" y="0"/>
                  </a:lnTo>
                  <a:lnTo>
                    <a:pt x="0" y="6857987"/>
                  </a:lnTo>
                  <a:lnTo>
                    <a:pt x="124460" y="6857987"/>
                  </a:lnTo>
                  <a:lnTo>
                    <a:pt x="246380" y="6857987"/>
                  </a:lnTo>
                  <a:lnTo>
                    <a:pt x="710438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42"/>
            <p:cNvSpPr/>
            <p:nvPr/>
          </p:nvSpPr>
          <p:spPr>
            <a:xfrm>
              <a:off x="1142997" y="0"/>
              <a:ext cx="6981190" cy="6858000"/>
            </a:xfrm>
            <a:custGeom>
              <a:avLst/>
              <a:gdLst/>
              <a:ahLst/>
              <a:cxnLst/>
              <a:rect l="l" t="t" r="r" b="b"/>
              <a:pathLst>
                <a:path w="6981190" h="6858000">
                  <a:moveTo>
                    <a:pt x="123187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981185" y="0"/>
                  </a:lnTo>
                  <a:lnTo>
                    <a:pt x="123187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95337" y="0"/>
              <a:ext cx="7105650" cy="6858000"/>
            </a:xfrm>
            <a:custGeom>
              <a:avLst/>
              <a:gdLst/>
              <a:ahLst/>
              <a:cxnLst/>
              <a:rect l="l" t="t" r="r" b="b"/>
              <a:pathLst>
                <a:path w="7105650" h="6858000">
                  <a:moveTo>
                    <a:pt x="7105637" y="0"/>
                  </a:moveTo>
                  <a:lnTo>
                    <a:pt x="6982434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124460" y="6857987"/>
                  </a:lnTo>
                  <a:lnTo>
                    <a:pt x="247650" y="6857987"/>
                  </a:lnTo>
                  <a:lnTo>
                    <a:pt x="71056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1497" y="0"/>
              <a:ext cx="7101840" cy="6858000"/>
            </a:xfrm>
            <a:custGeom>
              <a:avLst/>
              <a:gdLst/>
              <a:ahLst/>
              <a:cxnLst/>
              <a:rect l="l" t="t" r="r" b="b"/>
              <a:pathLst>
                <a:path w="7101840" h="6858000">
                  <a:moveTo>
                    <a:pt x="7101827" y="0"/>
                  </a:moveTo>
                  <a:lnTo>
                    <a:pt x="6979907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121920" y="6857987"/>
                  </a:lnTo>
                  <a:lnTo>
                    <a:pt x="243840" y="6857987"/>
                  </a:lnTo>
                  <a:lnTo>
                    <a:pt x="710182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7048" y="0"/>
              <a:ext cx="6982459" cy="6858000"/>
            </a:xfrm>
            <a:custGeom>
              <a:avLst/>
              <a:gdLst/>
              <a:ahLst/>
              <a:cxnLst/>
              <a:rect l="l" t="t" r="r" b="b"/>
              <a:pathLst>
                <a:path w="6982459" h="6858000">
                  <a:moveTo>
                    <a:pt x="124459" y="6857986"/>
                  </a:moveTo>
                  <a:lnTo>
                    <a:pt x="0" y="6857986"/>
                  </a:lnTo>
                  <a:lnTo>
                    <a:pt x="6857986" y="0"/>
                  </a:lnTo>
                  <a:lnTo>
                    <a:pt x="6982435" y="0"/>
                  </a:lnTo>
                  <a:lnTo>
                    <a:pt x="1244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5129" y="0"/>
              <a:ext cx="6979920" cy="6858000"/>
            </a:xfrm>
            <a:custGeom>
              <a:avLst/>
              <a:gdLst/>
              <a:ahLst/>
              <a:cxnLst/>
              <a:rect l="l" t="t" r="r" b="b"/>
              <a:pathLst>
                <a:path w="6979920" h="6858000">
                  <a:moveTo>
                    <a:pt x="121919" y="6857986"/>
                  </a:moveTo>
                  <a:lnTo>
                    <a:pt x="0" y="6857986"/>
                  </a:lnTo>
                  <a:lnTo>
                    <a:pt x="6857981" y="0"/>
                  </a:lnTo>
                  <a:lnTo>
                    <a:pt x="6979905" y="0"/>
                  </a:lnTo>
                  <a:lnTo>
                    <a:pt x="12191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8737" y="0"/>
              <a:ext cx="7104380" cy="6858000"/>
            </a:xfrm>
            <a:custGeom>
              <a:avLst/>
              <a:gdLst/>
              <a:ahLst/>
              <a:cxnLst/>
              <a:rect l="l" t="t" r="r" b="b"/>
              <a:pathLst>
                <a:path w="7104380" h="6858000">
                  <a:moveTo>
                    <a:pt x="7104367" y="0"/>
                  </a:moveTo>
                  <a:lnTo>
                    <a:pt x="6979920" y="0"/>
                  </a:lnTo>
                  <a:lnTo>
                    <a:pt x="6857987" y="0"/>
                  </a:lnTo>
                  <a:lnTo>
                    <a:pt x="0" y="6857987"/>
                  </a:lnTo>
                  <a:lnTo>
                    <a:pt x="121920" y="6857987"/>
                  </a:lnTo>
                  <a:lnTo>
                    <a:pt x="246380" y="6857987"/>
                  </a:lnTo>
                  <a:lnTo>
                    <a:pt x="71043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289" y="0"/>
              <a:ext cx="6982459" cy="6858000"/>
            </a:xfrm>
            <a:custGeom>
              <a:avLst/>
              <a:gdLst/>
              <a:ahLst/>
              <a:cxnLst/>
              <a:rect l="l" t="t" r="r" b="b"/>
              <a:pathLst>
                <a:path w="6982459" h="6858000">
                  <a:moveTo>
                    <a:pt x="124459" y="6857986"/>
                  </a:moveTo>
                  <a:lnTo>
                    <a:pt x="0" y="6857986"/>
                  </a:lnTo>
                  <a:lnTo>
                    <a:pt x="6857996" y="0"/>
                  </a:lnTo>
                  <a:lnTo>
                    <a:pt x="6982445" y="0"/>
                  </a:lnTo>
                  <a:lnTo>
                    <a:pt x="124459" y="68579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0"/>
              <a:ext cx="6892290" cy="6858000"/>
            </a:xfrm>
            <a:custGeom>
              <a:avLst/>
              <a:gdLst/>
              <a:ahLst/>
              <a:cxnLst/>
              <a:rect l="l" t="t" r="r" b="b"/>
              <a:pathLst>
                <a:path w="6892290" h="6858000">
                  <a:moveTo>
                    <a:pt x="6892277" y="0"/>
                  </a:moveTo>
                  <a:lnTo>
                    <a:pt x="6770357" y="0"/>
                  </a:lnTo>
                  <a:lnTo>
                    <a:pt x="6645884" y="0"/>
                  </a:lnTo>
                  <a:lnTo>
                    <a:pt x="0" y="6645897"/>
                  </a:lnTo>
                  <a:lnTo>
                    <a:pt x="0" y="6770370"/>
                  </a:lnTo>
                  <a:lnTo>
                    <a:pt x="0" y="6857987"/>
                  </a:lnTo>
                  <a:lnTo>
                    <a:pt x="34277" y="6857987"/>
                  </a:lnTo>
                  <a:lnTo>
                    <a:pt x="68922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0" y="0"/>
              <a:ext cx="6645909" cy="6645909"/>
            </a:xfrm>
            <a:custGeom>
              <a:avLst/>
              <a:gdLst/>
              <a:ahLst/>
              <a:cxnLst/>
              <a:rect l="l" t="t" r="r" b="b"/>
              <a:pathLst>
                <a:path w="6645909" h="6645909">
                  <a:moveTo>
                    <a:pt x="6645884" y="0"/>
                  </a:moveTo>
                  <a:lnTo>
                    <a:pt x="6523977" y="0"/>
                  </a:lnTo>
                  <a:lnTo>
                    <a:pt x="6399504" y="0"/>
                  </a:lnTo>
                  <a:lnTo>
                    <a:pt x="0" y="6399517"/>
                  </a:lnTo>
                  <a:lnTo>
                    <a:pt x="0" y="6523990"/>
                  </a:lnTo>
                  <a:lnTo>
                    <a:pt x="0" y="6645897"/>
                  </a:lnTo>
                  <a:lnTo>
                    <a:pt x="664588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0"/>
              <a:ext cx="6399530" cy="6399530"/>
            </a:xfrm>
            <a:custGeom>
              <a:avLst/>
              <a:gdLst/>
              <a:ahLst/>
              <a:cxnLst/>
              <a:rect l="l" t="t" r="r" b="b"/>
              <a:pathLst>
                <a:path w="6399530" h="6399530">
                  <a:moveTo>
                    <a:pt x="6399504" y="0"/>
                  </a:moveTo>
                  <a:lnTo>
                    <a:pt x="6277584" y="0"/>
                  </a:lnTo>
                  <a:lnTo>
                    <a:pt x="6154407" y="0"/>
                  </a:lnTo>
                  <a:lnTo>
                    <a:pt x="0" y="6154420"/>
                  </a:lnTo>
                  <a:lnTo>
                    <a:pt x="0" y="6277597"/>
                  </a:lnTo>
                  <a:lnTo>
                    <a:pt x="0" y="6399517"/>
                  </a:lnTo>
                  <a:lnTo>
                    <a:pt x="63995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0"/>
              <a:ext cx="6154420" cy="6154420"/>
            </a:xfrm>
            <a:custGeom>
              <a:avLst/>
              <a:gdLst/>
              <a:ahLst/>
              <a:cxnLst/>
              <a:rect l="l" t="t" r="r" b="b"/>
              <a:pathLst>
                <a:path w="6154420" h="6154420">
                  <a:moveTo>
                    <a:pt x="0" y="6154412"/>
                  </a:moveTo>
                  <a:lnTo>
                    <a:pt x="0" y="6031212"/>
                  </a:lnTo>
                  <a:lnTo>
                    <a:pt x="6031212" y="0"/>
                  </a:lnTo>
                  <a:lnTo>
                    <a:pt x="6154412" y="0"/>
                  </a:lnTo>
                  <a:lnTo>
                    <a:pt x="0" y="615441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0"/>
              <a:ext cx="6031230" cy="6031230"/>
            </a:xfrm>
            <a:custGeom>
              <a:avLst/>
              <a:gdLst/>
              <a:ahLst/>
              <a:cxnLst/>
              <a:rect l="l" t="t" r="r" b="b"/>
              <a:pathLst>
                <a:path w="6031230" h="6031230">
                  <a:moveTo>
                    <a:pt x="6031204" y="0"/>
                  </a:moveTo>
                  <a:lnTo>
                    <a:pt x="5908027" y="0"/>
                  </a:lnTo>
                  <a:lnTo>
                    <a:pt x="5784837" y="0"/>
                  </a:lnTo>
                  <a:lnTo>
                    <a:pt x="0" y="5784850"/>
                  </a:lnTo>
                  <a:lnTo>
                    <a:pt x="0" y="5908040"/>
                  </a:lnTo>
                  <a:lnTo>
                    <a:pt x="0" y="6031217"/>
                  </a:lnTo>
                  <a:lnTo>
                    <a:pt x="60312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0"/>
              <a:ext cx="5784850" cy="5784850"/>
            </a:xfrm>
            <a:custGeom>
              <a:avLst/>
              <a:gdLst/>
              <a:ahLst/>
              <a:cxnLst/>
              <a:rect l="l" t="t" r="r" b="b"/>
              <a:pathLst>
                <a:path w="5784850" h="5784850">
                  <a:moveTo>
                    <a:pt x="5784837" y="0"/>
                  </a:moveTo>
                  <a:lnTo>
                    <a:pt x="5661634" y="0"/>
                  </a:lnTo>
                  <a:lnTo>
                    <a:pt x="5538457" y="0"/>
                  </a:lnTo>
                  <a:lnTo>
                    <a:pt x="0" y="5538470"/>
                  </a:lnTo>
                  <a:lnTo>
                    <a:pt x="0" y="5661647"/>
                  </a:lnTo>
                  <a:lnTo>
                    <a:pt x="0" y="5784850"/>
                  </a:lnTo>
                  <a:lnTo>
                    <a:pt x="57848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0"/>
              <a:ext cx="5538470" cy="5538470"/>
            </a:xfrm>
            <a:custGeom>
              <a:avLst/>
              <a:gdLst/>
              <a:ahLst/>
              <a:cxnLst/>
              <a:rect l="l" t="t" r="r" b="b"/>
              <a:pathLst>
                <a:path w="5538470" h="5538470">
                  <a:moveTo>
                    <a:pt x="5538457" y="0"/>
                  </a:moveTo>
                  <a:lnTo>
                    <a:pt x="5416537" y="0"/>
                  </a:lnTo>
                  <a:lnTo>
                    <a:pt x="5292077" y="0"/>
                  </a:lnTo>
                  <a:lnTo>
                    <a:pt x="0" y="5292090"/>
                  </a:lnTo>
                  <a:lnTo>
                    <a:pt x="0" y="5416550"/>
                  </a:lnTo>
                  <a:lnTo>
                    <a:pt x="0" y="5538470"/>
                  </a:lnTo>
                  <a:lnTo>
                    <a:pt x="55384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0"/>
              <a:ext cx="5292090" cy="5292090"/>
            </a:xfrm>
            <a:custGeom>
              <a:avLst/>
              <a:gdLst/>
              <a:ahLst/>
              <a:cxnLst/>
              <a:rect l="l" t="t" r="r" b="b"/>
              <a:pathLst>
                <a:path w="5292090" h="5292090">
                  <a:moveTo>
                    <a:pt x="0" y="5292089"/>
                  </a:moveTo>
                  <a:lnTo>
                    <a:pt x="0" y="5170164"/>
                  </a:lnTo>
                  <a:lnTo>
                    <a:pt x="5170164" y="0"/>
                  </a:lnTo>
                  <a:lnTo>
                    <a:pt x="5292089" y="0"/>
                  </a:lnTo>
                  <a:lnTo>
                    <a:pt x="0" y="529208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0" y="0"/>
              <a:ext cx="5170170" cy="5170170"/>
            </a:xfrm>
            <a:custGeom>
              <a:avLst/>
              <a:gdLst/>
              <a:ahLst/>
              <a:cxnLst/>
              <a:rect l="l" t="t" r="r" b="b"/>
              <a:pathLst>
                <a:path w="5170170" h="5170170">
                  <a:moveTo>
                    <a:pt x="5170157" y="0"/>
                  </a:moveTo>
                  <a:lnTo>
                    <a:pt x="5045684" y="0"/>
                  </a:lnTo>
                  <a:lnTo>
                    <a:pt x="4923790" y="0"/>
                  </a:lnTo>
                  <a:lnTo>
                    <a:pt x="0" y="4923802"/>
                  </a:lnTo>
                  <a:lnTo>
                    <a:pt x="0" y="5045697"/>
                  </a:lnTo>
                  <a:lnTo>
                    <a:pt x="0" y="5170170"/>
                  </a:lnTo>
                  <a:lnTo>
                    <a:pt x="51701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0" y="0"/>
              <a:ext cx="4923790" cy="4924425"/>
            </a:xfrm>
            <a:custGeom>
              <a:avLst/>
              <a:gdLst/>
              <a:ahLst/>
              <a:cxnLst/>
              <a:rect l="l" t="t" r="r" b="b"/>
              <a:pathLst>
                <a:path w="4923790" h="4924425">
                  <a:moveTo>
                    <a:pt x="4923790" y="0"/>
                  </a:moveTo>
                  <a:lnTo>
                    <a:pt x="4799304" y="0"/>
                  </a:lnTo>
                  <a:lnTo>
                    <a:pt x="4677384" y="0"/>
                  </a:lnTo>
                  <a:lnTo>
                    <a:pt x="0" y="4677397"/>
                  </a:lnTo>
                  <a:lnTo>
                    <a:pt x="0" y="4799317"/>
                  </a:lnTo>
                  <a:lnTo>
                    <a:pt x="0" y="4923802"/>
                  </a:lnTo>
                  <a:lnTo>
                    <a:pt x="49237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0" y="0"/>
              <a:ext cx="4677410" cy="4677410"/>
            </a:xfrm>
            <a:custGeom>
              <a:avLst/>
              <a:gdLst/>
              <a:ahLst/>
              <a:cxnLst/>
              <a:rect l="l" t="t" r="r" b="b"/>
              <a:pathLst>
                <a:path w="4677410" h="4677410">
                  <a:moveTo>
                    <a:pt x="0" y="4677390"/>
                  </a:moveTo>
                  <a:lnTo>
                    <a:pt x="0" y="4552940"/>
                  </a:lnTo>
                  <a:lnTo>
                    <a:pt x="4552940" y="0"/>
                  </a:lnTo>
                  <a:lnTo>
                    <a:pt x="4677390" y="0"/>
                  </a:lnTo>
                  <a:lnTo>
                    <a:pt x="0" y="467739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0" y="0"/>
              <a:ext cx="4552950" cy="4552950"/>
            </a:xfrm>
            <a:custGeom>
              <a:avLst/>
              <a:gdLst/>
              <a:ahLst/>
              <a:cxnLst/>
              <a:rect l="l" t="t" r="r" b="b"/>
              <a:pathLst>
                <a:path w="4552950" h="4552950">
                  <a:moveTo>
                    <a:pt x="0" y="4552940"/>
                  </a:moveTo>
                  <a:lnTo>
                    <a:pt x="0" y="4431016"/>
                  </a:lnTo>
                  <a:lnTo>
                    <a:pt x="4431016" y="0"/>
                  </a:lnTo>
                  <a:lnTo>
                    <a:pt x="4552940" y="0"/>
                  </a:lnTo>
                  <a:lnTo>
                    <a:pt x="0" y="455294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0" y="0"/>
              <a:ext cx="4431030" cy="4431030"/>
            </a:xfrm>
            <a:custGeom>
              <a:avLst/>
              <a:gdLst/>
              <a:ahLst/>
              <a:cxnLst/>
              <a:rect l="l" t="t" r="r" b="b"/>
              <a:pathLst>
                <a:path w="4431030" h="4431030">
                  <a:moveTo>
                    <a:pt x="0" y="4431016"/>
                  </a:moveTo>
                  <a:lnTo>
                    <a:pt x="0" y="4306566"/>
                  </a:lnTo>
                  <a:lnTo>
                    <a:pt x="4306566" y="0"/>
                  </a:lnTo>
                  <a:lnTo>
                    <a:pt x="4431016" y="0"/>
                  </a:lnTo>
                  <a:lnTo>
                    <a:pt x="0" y="443101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0" y="0"/>
              <a:ext cx="4306570" cy="4306570"/>
            </a:xfrm>
            <a:custGeom>
              <a:avLst/>
              <a:gdLst/>
              <a:ahLst/>
              <a:cxnLst/>
              <a:rect l="l" t="t" r="r" b="b"/>
              <a:pathLst>
                <a:path w="4306570" h="4306570">
                  <a:moveTo>
                    <a:pt x="4306557" y="0"/>
                  </a:moveTo>
                  <a:lnTo>
                    <a:pt x="4184637" y="0"/>
                  </a:lnTo>
                  <a:lnTo>
                    <a:pt x="4061434" y="0"/>
                  </a:lnTo>
                  <a:lnTo>
                    <a:pt x="0" y="4061447"/>
                  </a:lnTo>
                  <a:lnTo>
                    <a:pt x="0" y="4184650"/>
                  </a:lnTo>
                  <a:lnTo>
                    <a:pt x="0" y="4306570"/>
                  </a:lnTo>
                  <a:lnTo>
                    <a:pt x="43065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0" y="0"/>
              <a:ext cx="4061460" cy="4061460"/>
            </a:xfrm>
            <a:custGeom>
              <a:avLst/>
              <a:gdLst/>
              <a:ahLst/>
              <a:cxnLst/>
              <a:rect l="l" t="t" r="r" b="b"/>
              <a:pathLst>
                <a:path w="4061460" h="4061460">
                  <a:moveTo>
                    <a:pt x="4061434" y="0"/>
                  </a:moveTo>
                  <a:lnTo>
                    <a:pt x="3938257" y="0"/>
                  </a:lnTo>
                  <a:lnTo>
                    <a:pt x="3815067" y="0"/>
                  </a:lnTo>
                  <a:lnTo>
                    <a:pt x="0" y="3815080"/>
                  </a:lnTo>
                  <a:lnTo>
                    <a:pt x="0" y="3938270"/>
                  </a:lnTo>
                  <a:lnTo>
                    <a:pt x="0" y="4061447"/>
                  </a:lnTo>
                  <a:lnTo>
                    <a:pt x="406143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0" y="0"/>
              <a:ext cx="3815079" cy="3815079"/>
            </a:xfrm>
            <a:custGeom>
              <a:avLst/>
              <a:gdLst/>
              <a:ahLst/>
              <a:cxnLst/>
              <a:rect l="l" t="t" r="r" b="b"/>
              <a:pathLst>
                <a:path w="3815079" h="3815079">
                  <a:moveTo>
                    <a:pt x="3815067" y="0"/>
                  </a:moveTo>
                  <a:lnTo>
                    <a:pt x="3691890" y="0"/>
                  </a:lnTo>
                  <a:lnTo>
                    <a:pt x="3568687" y="0"/>
                  </a:lnTo>
                  <a:lnTo>
                    <a:pt x="0" y="3568700"/>
                  </a:lnTo>
                  <a:lnTo>
                    <a:pt x="0" y="3691902"/>
                  </a:lnTo>
                  <a:lnTo>
                    <a:pt x="0" y="3815080"/>
                  </a:lnTo>
                  <a:lnTo>
                    <a:pt x="38150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0" y="0"/>
              <a:ext cx="3568700" cy="3568700"/>
            </a:xfrm>
            <a:custGeom>
              <a:avLst/>
              <a:gdLst/>
              <a:ahLst/>
              <a:cxnLst/>
              <a:rect l="l" t="t" r="r" b="b"/>
              <a:pathLst>
                <a:path w="3568700" h="3568700">
                  <a:moveTo>
                    <a:pt x="3568687" y="0"/>
                  </a:moveTo>
                  <a:lnTo>
                    <a:pt x="3445484" y="0"/>
                  </a:lnTo>
                  <a:lnTo>
                    <a:pt x="3323564" y="0"/>
                  </a:lnTo>
                  <a:lnTo>
                    <a:pt x="0" y="3323602"/>
                  </a:lnTo>
                  <a:lnTo>
                    <a:pt x="0" y="3445497"/>
                  </a:lnTo>
                  <a:lnTo>
                    <a:pt x="0" y="3568700"/>
                  </a:lnTo>
                  <a:lnTo>
                    <a:pt x="356868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0" y="0"/>
              <a:ext cx="3323590" cy="3323590"/>
            </a:xfrm>
            <a:custGeom>
              <a:avLst/>
              <a:gdLst/>
              <a:ahLst/>
              <a:cxnLst/>
              <a:rect l="l" t="t" r="r" b="b"/>
              <a:pathLst>
                <a:path w="3323590" h="3323590">
                  <a:moveTo>
                    <a:pt x="0" y="3323593"/>
                  </a:moveTo>
                  <a:lnTo>
                    <a:pt x="0" y="3199118"/>
                  </a:lnTo>
                  <a:lnTo>
                    <a:pt x="3199118" y="0"/>
                  </a:lnTo>
                  <a:lnTo>
                    <a:pt x="3323593" y="0"/>
                  </a:lnTo>
                  <a:lnTo>
                    <a:pt x="0" y="33235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0" y="0"/>
              <a:ext cx="3199130" cy="3199130"/>
            </a:xfrm>
            <a:custGeom>
              <a:avLst/>
              <a:gdLst/>
              <a:ahLst/>
              <a:cxnLst/>
              <a:rect l="l" t="t" r="r" b="b"/>
              <a:pathLst>
                <a:path w="3199130" h="3199130">
                  <a:moveTo>
                    <a:pt x="3199117" y="0"/>
                  </a:moveTo>
                  <a:lnTo>
                    <a:pt x="3077184" y="0"/>
                  </a:lnTo>
                  <a:lnTo>
                    <a:pt x="2952737" y="0"/>
                  </a:lnTo>
                  <a:lnTo>
                    <a:pt x="0" y="2952750"/>
                  </a:lnTo>
                  <a:lnTo>
                    <a:pt x="0" y="3077197"/>
                  </a:lnTo>
                  <a:lnTo>
                    <a:pt x="0" y="3199130"/>
                  </a:lnTo>
                  <a:lnTo>
                    <a:pt x="31991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0" y="0"/>
              <a:ext cx="2952750" cy="2952750"/>
            </a:xfrm>
            <a:custGeom>
              <a:avLst/>
              <a:gdLst/>
              <a:ahLst/>
              <a:cxnLst/>
              <a:rect l="l" t="t" r="r" b="b"/>
              <a:pathLst>
                <a:path w="2952750" h="2952750">
                  <a:moveTo>
                    <a:pt x="2952737" y="0"/>
                  </a:moveTo>
                  <a:lnTo>
                    <a:pt x="2830817" y="0"/>
                  </a:lnTo>
                  <a:lnTo>
                    <a:pt x="2706357" y="0"/>
                  </a:lnTo>
                  <a:lnTo>
                    <a:pt x="0" y="2706370"/>
                  </a:lnTo>
                  <a:lnTo>
                    <a:pt x="0" y="2830830"/>
                  </a:lnTo>
                  <a:lnTo>
                    <a:pt x="0" y="2952750"/>
                  </a:lnTo>
                  <a:lnTo>
                    <a:pt x="29527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0" y="0"/>
              <a:ext cx="2706370" cy="2706370"/>
            </a:xfrm>
            <a:custGeom>
              <a:avLst/>
              <a:gdLst/>
              <a:ahLst/>
              <a:cxnLst/>
              <a:rect l="l" t="t" r="r" b="b"/>
              <a:pathLst>
                <a:path w="2706370" h="2706370">
                  <a:moveTo>
                    <a:pt x="0" y="2706369"/>
                  </a:moveTo>
                  <a:lnTo>
                    <a:pt x="0" y="2584444"/>
                  </a:lnTo>
                  <a:lnTo>
                    <a:pt x="2584444" y="0"/>
                  </a:lnTo>
                  <a:lnTo>
                    <a:pt x="2706369" y="0"/>
                  </a:lnTo>
                  <a:lnTo>
                    <a:pt x="0" y="270636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0" y="0"/>
              <a:ext cx="2584450" cy="2584450"/>
            </a:xfrm>
            <a:custGeom>
              <a:avLst/>
              <a:gdLst/>
              <a:ahLst/>
              <a:cxnLst/>
              <a:rect l="l" t="t" r="r" b="b"/>
              <a:pathLst>
                <a:path w="2584450" h="2584450">
                  <a:moveTo>
                    <a:pt x="2584437" y="0"/>
                  </a:moveTo>
                  <a:lnTo>
                    <a:pt x="2459977" y="0"/>
                  </a:lnTo>
                  <a:lnTo>
                    <a:pt x="2338057" y="0"/>
                  </a:lnTo>
                  <a:lnTo>
                    <a:pt x="0" y="2338070"/>
                  </a:lnTo>
                  <a:lnTo>
                    <a:pt x="0" y="2459990"/>
                  </a:lnTo>
                  <a:lnTo>
                    <a:pt x="0" y="2584450"/>
                  </a:lnTo>
                  <a:lnTo>
                    <a:pt x="258443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0" y="0"/>
              <a:ext cx="2338070" cy="2338070"/>
            </a:xfrm>
            <a:custGeom>
              <a:avLst/>
              <a:gdLst/>
              <a:ahLst/>
              <a:cxnLst/>
              <a:rect l="l" t="t" r="r" b="b"/>
              <a:pathLst>
                <a:path w="2338070" h="2338070">
                  <a:moveTo>
                    <a:pt x="2338057" y="0"/>
                  </a:moveTo>
                  <a:lnTo>
                    <a:pt x="2213597" y="0"/>
                  </a:lnTo>
                  <a:lnTo>
                    <a:pt x="2091677" y="0"/>
                  </a:lnTo>
                  <a:lnTo>
                    <a:pt x="0" y="2091690"/>
                  </a:lnTo>
                  <a:lnTo>
                    <a:pt x="0" y="2213610"/>
                  </a:lnTo>
                  <a:lnTo>
                    <a:pt x="0" y="2338070"/>
                  </a:lnTo>
                  <a:lnTo>
                    <a:pt x="23380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0" y="0"/>
              <a:ext cx="2091689" cy="2091689"/>
            </a:xfrm>
            <a:custGeom>
              <a:avLst/>
              <a:gdLst/>
              <a:ahLst/>
              <a:cxnLst/>
              <a:rect l="l" t="t" r="r" b="b"/>
              <a:pathLst>
                <a:path w="2091689" h="2091689">
                  <a:moveTo>
                    <a:pt x="2091677" y="0"/>
                  </a:moveTo>
                  <a:lnTo>
                    <a:pt x="1968487" y="0"/>
                  </a:lnTo>
                  <a:lnTo>
                    <a:pt x="1845297" y="0"/>
                  </a:lnTo>
                  <a:lnTo>
                    <a:pt x="0" y="1845310"/>
                  </a:lnTo>
                  <a:lnTo>
                    <a:pt x="0" y="1968500"/>
                  </a:lnTo>
                  <a:lnTo>
                    <a:pt x="0" y="2091690"/>
                  </a:lnTo>
                  <a:lnTo>
                    <a:pt x="209167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0" y="0"/>
              <a:ext cx="1845310" cy="1845310"/>
            </a:xfrm>
            <a:custGeom>
              <a:avLst/>
              <a:gdLst/>
              <a:ahLst/>
              <a:cxnLst/>
              <a:rect l="l" t="t" r="r" b="b"/>
              <a:pathLst>
                <a:path w="1845310" h="1845310">
                  <a:moveTo>
                    <a:pt x="0" y="1845306"/>
                  </a:moveTo>
                  <a:lnTo>
                    <a:pt x="0" y="1722116"/>
                  </a:lnTo>
                  <a:lnTo>
                    <a:pt x="1722116" y="0"/>
                  </a:lnTo>
                  <a:lnTo>
                    <a:pt x="1845306" y="0"/>
                  </a:lnTo>
                  <a:lnTo>
                    <a:pt x="0" y="184530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0" y="0"/>
              <a:ext cx="1722120" cy="1722120"/>
            </a:xfrm>
            <a:custGeom>
              <a:avLst/>
              <a:gdLst/>
              <a:ahLst/>
              <a:cxnLst/>
              <a:rect l="l" t="t" r="r" b="b"/>
              <a:pathLst>
                <a:path w="1722120" h="1722120">
                  <a:moveTo>
                    <a:pt x="1722107" y="0"/>
                  </a:moveTo>
                  <a:lnTo>
                    <a:pt x="1598917" y="0"/>
                  </a:lnTo>
                  <a:lnTo>
                    <a:pt x="1475727" y="0"/>
                  </a:lnTo>
                  <a:lnTo>
                    <a:pt x="0" y="1475740"/>
                  </a:lnTo>
                  <a:lnTo>
                    <a:pt x="0" y="1598930"/>
                  </a:lnTo>
                  <a:lnTo>
                    <a:pt x="0" y="1722120"/>
                  </a:lnTo>
                  <a:lnTo>
                    <a:pt x="172210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0" y="0"/>
              <a:ext cx="1475740" cy="1475740"/>
            </a:xfrm>
            <a:custGeom>
              <a:avLst/>
              <a:gdLst/>
              <a:ahLst/>
              <a:cxnLst/>
              <a:rect l="l" t="t" r="r" b="b"/>
              <a:pathLst>
                <a:path w="1475740" h="1475740">
                  <a:moveTo>
                    <a:pt x="1475727" y="0"/>
                  </a:moveTo>
                  <a:lnTo>
                    <a:pt x="1352537" y="0"/>
                  </a:lnTo>
                  <a:lnTo>
                    <a:pt x="1230617" y="0"/>
                  </a:lnTo>
                  <a:lnTo>
                    <a:pt x="0" y="1230630"/>
                  </a:lnTo>
                  <a:lnTo>
                    <a:pt x="0" y="1352550"/>
                  </a:lnTo>
                  <a:lnTo>
                    <a:pt x="0" y="1475740"/>
                  </a:lnTo>
                  <a:lnTo>
                    <a:pt x="147572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0" y="0"/>
              <a:ext cx="1230630" cy="1230630"/>
            </a:xfrm>
            <a:custGeom>
              <a:avLst/>
              <a:gdLst/>
              <a:ahLst/>
              <a:cxnLst/>
              <a:rect l="l" t="t" r="r" b="b"/>
              <a:pathLst>
                <a:path w="1230630" h="1230630">
                  <a:moveTo>
                    <a:pt x="1230617" y="0"/>
                  </a:moveTo>
                  <a:lnTo>
                    <a:pt x="1106157" y="0"/>
                  </a:lnTo>
                  <a:lnTo>
                    <a:pt x="984237" y="0"/>
                  </a:lnTo>
                  <a:lnTo>
                    <a:pt x="0" y="984250"/>
                  </a:lnTo>
                  <a:lnTo>
                    <a:pt x="0" y="1106170"/>
                  </a:lnTo>
                  <a:lnTo>
                    <a:pt x="0" y="1230630"/>
                  </a:lnTo>
                  <a:lnTo>
                    <a:pt x="12306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0" y="0"/>
              <a:ext cx="984250" cy="984250"/>
            </a:xfrm>
            <a:custGeom>
              <a:avLst/>
              <a:gdLst/>
              <a:ahLst/>
              <a:cxnLst/>
              <a:rect l="l" t="t" r="r" b="b"/>
              <a:pathLst>
                <a:path w="984250" h="984250">
                  <a:moveTo>
                    <a:pt x="0" y="984248"/>
                  </a:moveTo>
                  <a:lnTo>
                    <a:pt x="0" y="859788"/>
                  </a:lnTo>
                  <a:lnTo>
                    <a:pt x="859788" y="0"/>
                  </a:lnTo>
                  <a:lnTo>
                    <a:pt x="984248" y="0"/>
                  </a:lnTo>
                  <a:lnTo>
                    <a:pt x="0" y="98424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0" y="0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90" h="859790">
                  <a:moveTo>
                    <a:pt x="0" y="859788"/>
                  </a:moveTo>
                  <a:lnTo>
                    <a:pt x="0" y="737868"/>
                  </a:lnTo>
                  <a:lnTo>
                    <a:pt x="737868" y="0"/>
                  </a:lnTo>
                  <a:lnTo>
                    <a:pt x="859788" y="0"/>
                  </a:lnTo>
                  <a:lnTo>
                    <a:pt x="0" y="85978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0" y="0"/>
              <a:ext cx="737870" cy="737870"/>
            </a:xfrm>
            <a:custGeom>
              <a:avLst/>
              <a:gdLst/>
              <a:ahLst/>
              <a:cxnLst/>
              <a:rect l="l" t="t" r="r" b="b"/>
              <a:pathLst>
                <a:path w="737870" h="737870">
                  <a:moveTo>
                    <a:pt x="0" y="737868"/>
                  </a:moveTo>
                  <a:lnTo>
                    <a:pt x="0" y="613408"/>
                  </a:lnTo>
                  <a:lnTo>
                    <a:pt x="613408" y="0"/>
                  </a:lnTo>
                  <a:lnTo>
                    <a:pt x="737868" y="0"/>
                  </a:lnTo>
                  <a:lnTo>
                    <a:pt x="0" y="73786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0" y="0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613397" y="0"/>
                  </a:moveTo>
                  <a:lnTo>
                    <a:pt x="491477" y="0"/>
                  </a:lnTo>
                  <a:lnTo>
                    <a:pt x="367017" y="0"/>
                  </a:lnTo>
                  <a:lnTo>
                    <a:pt x="0" y="367030"/>
                  </a:lnTo>
                  <a:lnTo>
                    <a:pt x="0" y="491490"/>
                  </a:lnTo>
                  <a:lnTo>
                    <a:pt x="0" y="613410"/>
                  </a:lnTo>
                  <a:lnTo>
                    <a:pt x="61339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0" y="0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30" h="367030">
                  <a:moveTo>
                    <a:pt x="0" y="367029"/>
                  </a:moveTo>
                  <a:lnTo>
                    <a:pt x="0" y="245108"/>
                  </a:lnTo>
                  <a:lnTo>
                    <a:pt x="245109" y="0"/>
                  </a:lnTo>
                  <a:lnTo>
                    <a:pt x="367029" y="0"/>
                  </a:lnTo>
                  <a:lnTo>
                    <a:pt x="0" y="36702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0" y="0"/>
              <a:ext cx="245109" cy="245108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>
            <a:spLocks noGrp="1"/>
          </p:cNvSpPr>
          <p:nvPr>
            <p:ph type="title"/>
          </p:nvPr>
        </p:nvSpPr>
        <p:spPr>
          <a:xfrm>
            <a:off x="2040888" y="441831"/>
            <a:ext cx="5046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336600"/>
                </a:solidFill>
              </a:rPr>
              <a:t>What </a:t>
            </a:r>
            <a:r>
              <a:rPr spc="-5" dirty="0">
                <a:solidFill>
                  <a:srgbClr val="336600"/>
                </a:solidFill>
              </a:rPr>
              <a:t>is</a:t>
            </a:r>
            <a:r>
              <a:rPr spc="-100" dirty="0">
                <a:solidFill>
                  <a:srgbClr val="336600"/>
                </a:solidFill>
              </a:rPr>
              <a:t> </a:t>
            </a:r>
            <a:r>
              <a:rPr spc="-5" dirty="0">
                <a:solidFill>
                  <a:srgbClr val="336600"/>
                </a:solidFill>
              </a:rPr>
              <a:t>Atmosphere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595622" y="1578222"/>
            <a:ext cx="7904480" cy="2780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00"/>
              </a:spcBef>
              <a:buChar char="•"/>
              <a:tabLst>
                <a:tab pos="293370" algn="l"/>
                <a:tab pos="3138805" algn="l"/>
              </a:tabLst>
            </a:pP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Atmosphere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is	</a:t>
            </a: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life blanket of</a:t>
            </a:r>
            <a:r>
              <a:rPr sz="32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Earth.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00FF"/>
              </a:buClr>
              <a:buFont typeface="Arial"/>
              <a:buChar char="•"/>
            </a:pPr>
            <a:endParaRPr sz="4350">
              <a:latin typeface="Arial"/>
              <a:cs typeface="Arial"/>
            </a:endParaRPr>
          </a:p>
          <a:p>
            <a:pPr marL="293370" marR="5080" indent="-280670">
              <a:lnSpc>
                <a:spcPct val="111300"/>
              </a:lnSpc>
              <a:buChar char="•"/>
              <a:tabLst>
                <a:tab pos="293370" algn="l"/>
              </a:tabLst>
            </a:pP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It is </a:t>
            </a: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therefore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essential </a:t>
            </a: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that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we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know more 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about </a:t>
            </a: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atmosphere and </a:t>
            </a: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ways in  which it is</a:t>
            </a:r>
            <a:r>
              <a:rPr sz="32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Arial"/>
                <a:cs typeface="Arial"/>
              </a:rPr>
              <a:t>Polluted.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94969" y="4366241"/>
            <a:ext cx="8425180" cy="2057400"/>
            <a:chOff x="394969" y="4366241"/>
            <a:chExt cx="8425180" cy="2057400"/>
          </a:xfrm>
        </p:grpSpPr>
        <p:sp>
          <p:nvSpPr>
            <p:cNvPr id="86" name="object 86"/>
            <p:cNvSpPr/>
            <p:nvPr/>
          </p:nvSpPr>
          <p:spPr>
            <a:xfrm>
              <a:off x="6732261" y="4580890"/>
              <a:ext cx="2087870" cy="18211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94969" y="4366241"/>
              <a:ext cx="2743194" cy="2057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728469" y="441831"/>
            <a:ext cx="56673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66"/>
                </a:solidFill>
              </a:rPr>
              <a:t>Causes of </a:t>
            </a:r>
            <a:r>
              <a:rPr spc="-10" dirty="0">
                <a:solidFill>
                  <a:srgbClr val="FF0066"/>
                </a:solidFill>
              </a:rPr>
              <a:t>Air</a:t>
            </a:r>
            <a:r>
              <a:rPr spc="-100" dirty="0">
                <a:solidFill>
                  <a:srgbClr val="FF0066"/>
                </a:solidFill>
              </a:rPr>
              <a:t> </a:t>
            </a:r>
            <a:r>
              <a:rPr spc="-5" dirty="0">
                <a:solidFill>
                  <a:srgbClr val="FF0066"/>
                </a:solidFill>
              </a:rPr>
              <a:t>Pollution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4828" y="1621660"/>
            <a:ext cx="6762750" cy="296989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800" dirty="0">
                <a:latin typeface="Arial"/>
                <a:cs typeface="Arial"/>
              </a:rPr>
              <a:t>Major sources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spc="-10" dirty="0">
                <a:latin typeface="Arial"/>
                <a:cs typeface="Arial"/>
              </a:rPr>
              <a:t>Air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Pollution</a:t>
            </a:r>
            <a:endParaRPr sz="2800">
              <a:latin typeface="Arial"/>
              <a:cs typeface="Arial"/>
            </a:endParaRPr>
          </a:p>
          <a:p>
            <a:pPr marL="309245">
              <a:lnSpc>
                <a:spcPct val="100000"/>
              </a:lnSpc>
              <a:spcBef>
                <a:spcPts val="475"/>
              </a:spcBef>
            </a:pPr>
            <a:r>
              <a:rPr sz="2800" dirty="0">
                <a:latin typeface="Arial"/>
                <a:cs typeface="Arial"/>
              </a:rPr>
              <a:t>-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Industries</a:t>
            </a:r>
            <a:endParaRPr sz="2800">
              <a:latin typeface="Arial"/>
              <a:cs typeface="Arial"/>
            </a:endParaRPr>
          </a:p>
          <a:p>
            <a:pPr marL="309245">
              <a:lnSpc>
                <a:spcPct val="100000"/>
              </a:lnSpc>
              <a:spcBef>
                <a:spcPts val="465"/>
              </a:spcBef>
            </a:pPr>
            <a:r>
              <a:rPr sz="2800" dirty="0">
                <a:latin typeface="Arial"/>
                <a:cs typeface="Arial"/>
              </a:rPr>
              <a:t>-Automobiles </a:t>
            </a:r>
            <a:r>
              <a:rPr sz="2800" spc="-5" dirty="0">
                <a:latin typeface="Arial"/>
                <a:cs typeface="Arial"/>
              </a:rPr>
              <a:t>and Domestic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fuels</a:t>
            </a:r>
            <a:endParaRPr sz="2800">
              <a:latin typeface="Arial"/>
              <a:cs typeface="Arial"/>
            </a:endParaRPr>
          </a:p>
          <a:p>
            <a:pPr marL="309245">
              <a:lnSpc>
                <a:spcPct val="100000"/>
              </a:lnSpc>
              <a:spcBef>
                <a:spcPts val="465"/>
              </a:spcBef>
            </a:pPr>
            <a:r>
              <a:rPr sz="2800" dirty="0">
                <a:latin typeface="Arial"/>
                <a:cs typeface="Arial"/>
              </a:rPr>
              <a:t>-High </a:t>
            </a:r>
            <a:r>
              <a:rPr sz="2800" spc="-10" dirty="0">
                <a:latin typeface="Arial"/>
                <a:cs typeface="Arial"/>
              </a:rPr>
              <a:t>Proportion </a:t>
            </a:r>
            <a:r>
              <a:rPr sz="2800" spc="-5" dirty="0">
                <a:latin typeface="Arial"/>
                <a:cs typeface="Arial"/>
              </a:rPr>
              <a:t>of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undesirable</a:t>
            </a:r>
            <a:endParaRPr sz="2800">
              <a:latin typeface="Arial"/>
              <a:cs typeface="Arial"/>
            </a:endParaRPr>
          </a:p>
          <a:p>
            <a:pPr marL="353695" marR="5080" indent="-341630">
              <a:lnSpc>
                <a:spcPct val="111500"/>
              </a:lnSpc>
              <a:spcBef>
                <a:spcPts val="375"/>
              </a:spcBef>
            </a:pPr>
            <a:r>
              <a:rPr sz="2800" spc="-5" dirty="0">
                <a:latin typeface="Arial"/>
                <a:cs typeface="Arial"/>
              </a:rPr>
              <a:t>gases, </a:t>
            </a:r>
            <a:r>
              <a:rPr sz="2800" dirty="0">
                <a:latin typeface="Arial"/>
                <a:cs typeface="Arial"/>
              </a:rPr>
              <a:t>such </a:t>
            </a:r>
            <a:r>
              <a:rPr sz="2800" spc="-5" dirty="0">
                <a:latin typeface="Arial"/>
                <a:cs typeface="Arial"/>
              </a:rPr>
              <a:t>as </a:t>
            </a:r>
            <a:r>
              <a:rPr sz="2800" dirty="0">
                <a:latin typeface="Arial"/>
                <a:cs typeface="Arial"/>
              </a:rPr>
              <a:t>sulphur </a:t>
            </a:r>
            <a:r>
              <a:rPr sz="2800" spc="-5" dirty="0">
                <a:latin typeface="Arial"/>
                <a:cs typeface="Arial"/>
              </a:rPr>
              <a:t>dioxide and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carbon  monoxide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08835" y="764538"/>
            <a:ext cx="1835150" cy="5634990"/>
            <a:chOff x="7308835" y="764538"/>
            <a:chExt cx="1835150" cy="5634990"/>
          </a:xfrm>
        </p:grpSpPr>
        <p:sp>
          <p:nvSpPr>
            <p:cNvPr id="17" name="object 17"/>
            <p:cNvSpPr/>
            <p:nvPr/>
          </p:nvSpPr>
          <p:spPr>
            <a:xfrm>
              <a:off x="7308835" y="764538"/>
              <a:ext cx="1544320" cy="5634990"/>
            </a:xfrm>
            <a:custGeom>
              <a:avLst/>
              <a:gdLst/>
              <a:ahLst/>
              <a:cxnLst/>
              <a:rect l="l" t="t" r="r" b="b"/>
              <a:pathLst>
                <a:path w="1544320" h="5634990">
                  <a:moveTo>
                    <a:pt x="0" y="5634973"/>
                  </a:moveTo>
                  <a:lnTo>
                    <a:pt x="0" y="0"/>
                  </a:lnTo>
                  <a:lnTo>
                    <a:pt x="1544321" y="285749"/>
                  </a:lnTo>
                  <a:lnTo>
                    <a:pt x="1544321" y="5283199"/>
                  </a:lnTo>
                  <a:lnTo>
                    <a:pt x="0" y="5634973"/>
                  </a:lnTo>
                  <a:close/>
                </a:path>
              </a:pathLst>
            </a:custGeom>
            <a:solidFill>
              <a:srgbClr val="B1C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69785" y="1277617"/>
              <a:ext cx="1078227" cy="194182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01534" y="2729229"/>
              <a:ext cx="1352550" cy="3435350"/>
            </a:xfrm>
            <a:custGeom>
              <a:avLst/>
              <a:gdLst/>
              <a:ahLst/>
              <a:cxnLst/>
              <a:rect l="l" t="t" r="r" b="b"/>
              <a:pathLst>
                <a:path w="1352550" h="3435350">
                  <a:moveTo>
                    <a:pt x="1352537" y="2221217"/>
                  </a:moveTo>
                  <a:lnTo>
                    <a:pt x="1144270" y="2221217"/>
                  </a:lnTo>
                  <a:lnTo>
                    <a:pt x="1144270" y="1643367"/>
                  </a:lnTo>
                  <a:lnTo>
                    <a:pt x="1009637" y="1988820"/>
                  </a:lnTo>
                  <a:lnTo>
                    <a:pt x="1008392" y="1988820"/>
                  </a:lnTo>
                  <a:lnTo>
                    <a:pt x="1008392" y="1643367"/>
                  </a:lnTo>
                  <a:lnTo>
                    <a:pt x="872490" y="1988820"/>
                  </a:lnTo>
                  <a:lnTo>
                    <a:pt x="861072" y="1988820"/>
                  </a:lnTo>
                  <a:lnTo>
                    <a:pt x="861072" y="1643367"/>
                  </a:lnTo>
                  <a:lnTo>
                    <a:pt x="726440" y="1988820"/>
                  </a:lnTo>
                  <a:lnTo>
                    <a:pt x="681990" y="1988820"/>
                  </a:lnTo>
                  <a:lnTo>
                    <a:pt x="634987" y="373367"/>
                  </a:lnTo>
                  <a:lnTo>
                    <a:pt x="539737" y="373367"/>
                  </a:lnTo>
                  <a:lnTo>
                    <a:pt x="502920" y="1988820"/>
                  </a:lnTo>
                  <a:lnTo>
                    <a:pt x="454672" y="1988820"/>
                  </a:lnTo>
                  <a:lnTo>
                    <a:pt x="406387" y="0"/>
                  </a:lnTo>
                  <a:lnTo>
                    <a:pt x="308622" y="0"/>
                  </a:lnTo>
                  <a:lnTo>
                    <a:pt x="270522" y="1988820"/>
                  </a:lnTo>
                  <a:lnTo>
                    <a:pt x="185420" y="1988820"/>
                  </a:lnTo>
                  <a:lnTo>
                    <a:pt x="185420" y="2366010"/>
                  </a:lnTo>
                  <a:lnTo>
                    <a:pt x="0" y="2366010"/>
                  </a:lnTo>
                  <a:lnTo>
                    <a:pt x="0" y="3435337"/>
                  </a:lnTo>
                  <a:lnTo>
                    <a:pt x="1352537" y="3122917"/>
                  </a:lnTo>
                  <a:lnTo>
                    <a:pt x="1352537" y="2221217"/>
                  </a:lnTo>
                  <a:close/>
                </a:path>
              </a:pathLst>
            </a:custGeom>
            <a:solidFill>
              <a:srgbClr val="0000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67904" y="5106669"/>
              <a:ext cx="1041400" cy="765810"/>
            </a:xfrm>
            <a:custGeom>
              <a:avLst/>
              <a:gdLst/>
              <a:ahLst/>
              <a:cxnLst/>
              <a:rect l="l" t="t" r="r" b="b"/>
              <a:pathLst>
                <a:path w="1041400" h="765810">
                  <a:moveTo>
                    <a:pt x="40652" y="603250"/>
                  </a:moveTo>
                  <a:lnTo>
                    <a:pt x="0" y="603250"/>
                  </a:lnTo>
                  <a:lnTo>
                    <a:pt x="0" y="765797"/>
                  </a:lnTo>
                  <a:lnTo>
                    <a:pt x="40652" y="765797"/>
                  </a:lnTo>
                  <a:lnTo>
                    <a:pt x="40652" y="603250"/>
                  </a:lnTo>
                  <a:close/>
                </a:path>
                <a:path w="1041400" h="765810">
                  <a:moveTo>
                    <a:pt x="224802" y="0"/>
                  </a:moveTo>
                  <a:lnTo>
                    <a:pt x="182867" y="0"/>
                  </a:lnTo>
                  <a:lnTo>
                    <a:pt x="182867" y="158750"/>
                  </a:lnTo>
                  <a:lnTo>
                    <a:pt x="224802" y="158750"/>
                  </a:lnTo>
                  <a:lnTo>
                    <a:pt x="224802" y="0"/>
                  </a:lnTo>
                  <a:close/>
                </a:path>
                <a:path w="1041400" h="765810">
                  <a:moveTo>
                    <a:pt x="435622" y="485127"/>
                  </a:moveTo>
                  <a:lnTo>
                    <a:pt x="393700" y="485127"/>
                  </a:lnTo>
                  <a:lnTo>
                    <a:pt x="393700" y="646430"/>
                  </a:lnTo>
                  <a:lnTo>
                    <a:pt x="435622" y="646430"/>
                  </a:lnTo>
                  <a:lnTo>
                    <a:pt x="435622" y="485127"/>
                  </a:lnTo>
                  <a:close/>
                </a:path>
                <a:path w="1041400" h="765810">
                  <a:moveTo>
                    <a:pt x="590550" y="0"/>
                  </a:moveTo>
                  <a:lnTo>
                    <a:pt x="548652" y="0"/>
                  </a:lnTo>
                  <a:lnTo>
                    <a:pt x="548652" y="161277"/>
                  </a:lnTo>
                  <a:lnTo>
                    <a:pt x="590550" y="161277"/>
                  </a:lnTo>
                  <a:lnTo>
                    <a:pt x="590550" y="0"/>
                  </a:lnTo>
                  <a:close/>
                </a:path>
                <a:path w="1041400" h="765810">
                  <a:moveTo>
                    <a:pt x="793750" y="473697"/>
                  </a:moveTo>
                  <a:lnTo>
                    <a:pt x="751852" y="473697"/>
                  </a:lnTo>
                  <a:lnTo>
                    <a:pt x="751852" y="632447"/>
                  </a:lnTo>
                  <a:lnTo>
                    <a:pt x="793750" y="632447"/>
                  </a:lnTo>
                  <a:lnTo>
                    <a:pt x="793750" y="473697"/>
                  </a:lnTo>
                  <a:close/>
                </a:path>
                <a:path w="1041400" h="765810">
                  <a:moveTo>
                    <a:pt x="1041400" y="260350"/>
                  </a:moveTo>
                  <a:lnTo>
                    <a:pt x="999502" y="260350"/>
                  </a:lnTo>
                  <a:lnTo>
                    <a:pt x="999502" y="419100"/>
                  </a:lnTo>
                  <a:lnTo>
                    <a:pt x="1041400" y="419100"/>
                  </a:lnTo>
                  <a:lnTo>
                    <a:pt x="1041400" y="260350"/>
                  </a:lnTo>
                  <a:close/>
                </a:path>
              </a:pathLst>
            </a:custGeom>
            <a:solidFill>
              <a:srgbClr val="4852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33957" y="1226819"/>
              <a:ext cx="541020" cy="1786255"/>
            </a:xfrm>
            <a:custGeom>
              <a:avLst/>
              <a:gdLst/>
              <a:ahLst/>
              <a:cxnLst/>
              <a:rect l="l" t="t" r="r" b="b"/>
              <a:pathLst>
                <a:path w="541020" h="1786255">
                  <a:moveTo>
                    <a:pt x="43167" y="532130"/>
                  </a:moveTo>
                  <a:lnTo>
                    <a:pt x="41897" y="513080"/>
                  </a:lnTo>
                  <a:lnTo>
                    <a:pt x="36817" y="499110"/>
                  </a:lnTo>
                  <a:lnTo>
                    <a:pt x="29197" y="487680"/>
                  </a:lnTo>
                  <a:lnTo>
                    <a:pt x="20320" y="483870"/>
                  </a:lnTo>
                  <a:lnTo>
                    <a:pt x="11417" y="487680"/>
                  </a:lnTo>
                  <a:lnTo>
                    <a:pt x="6350" y="499110"/>
                  </a:lnTo>
                  <a:lnTo>
                    <a:pt x="1270" y="518160"/>
                  </a:lnTo>
                  <a:lnTo>
                    <a:pt x="0" y="541020"/>
                  </a:lnTo>
                  <a:lnTo>
                    <a:pt x="1270" y="561340"/>
                  </a:lnTo>
                  <a:lnTo>
                    <a:pt x="7620" y="575310"/>
                  </a:lnTo>
                  <a:lnTo>
                    <a:pt x="13970" y="586740"/>
                  </a:lnTo>
                  <a:lnTo>
                    <a:pt x="22847" y="589280"/>
                  </a:lnTo>
                  <a:lnTo>
                    <a:pt x="31750" y="586740"/>
                  </a:lnTo>
                  <a:lnTo>
                    <a:pt x="36817" y="572770"/>
                  </a:lnTo>
                  <a:lnTo>
                    <a:pt x="41897" y="554990"/>
                  </a:lnTo>
                  <a:lnTo>
                    <a:pt x="43167" y="532130"/>
                  </a:lnTo>
                  <a:close/>
                </a:path>
                <a:path w="541020" h="1786255">
                  <a:moveTo>
                    <a:pt x="46977" y="759460"/>
                  </a:moveTo>
                  <a:lnTo>
                    <a:pt x="44450" y="736600"/>
                  </a:lnTo>
                  <a:lnTo>
                    <a:pt x="39370" y="720090"/>
                  </a:lnTo>
                  <a:lnTo>
                    <a:pt x="31750" y="711200"/>
                  </a:lnTo>
                  <a:lnTo>
                    <a:pt x="24117" y="704850"/>
                  </a:lnTo>
                  <a:lnTo>
                    <a:pt x="15227" y="711200"/>
                  </a:lnTo>
                  <a:lnTo>
                    <a:pt x="8877" y="725170"/>
                  </a:lnTo>
                  <a:lnTo>
                    <a:pt x="5067" y="742950"/>
                  </a:lnTo>
                  <a:lnTo>
                    <a:pt x="3797" y="762000"/>
                  </a:lnTo>
                  <a:lnTo>
                    <a:pt x="6350" y="784860"/>
                  </a:lnTo>
                  <a:lnTo>
                    <a:pt x="10147" y="801370"/>
                  </a:lnTo>
                  <a:lnTo>
                    <a:pt x="17767" y="810260"/>
                  </a:lnTo>
                  <a:lnTo>
                    <a:pt x="25400" y="816610"/>
                  </a:lnTo>
                  <a:lnTo>
                    <a:pt x="34277" y="810260"/>
                  </a:lnTo>
                  <a:lnTo>
                    <a:pt x="41897" y="796290"/>
                  </a:lnTo>
                  <a:lnTo>
                    <a:pt x="44450" y="779780"/>
                  </a:lnTo>
                  <a:lnTo>
                    <a:pt x="46977" y="759460"/>
                  </a:lnTo>
                  <a:close/>
                </a:path>
                <a:path w="541020" h="1786255">
                  <a:moveTo>
                    <a:pt x="91427" y="340360"/>
                  </a:moveTo>
                  <a:lnTo>
                    <a:pt x="88900" y="320040"/>
                  </a:lnTo>
                  <a:lnTo>
                    <a:pt x="85077" y="303530"/>
                  </a:lnTo>
                  <a:lnTo>
                    <a:pt x="76200" y="292100"/>
                  </a:lnTo>
                  <a:lnTo>
                    <a:pt x="68567" y="288290"/>
                  </a:lnTo>
                  <a:lnTo>
                    <a:pt x="60947" y="294640"/>
                  </a:lnTo>
                  <a:lnTo>
                    <a:pt x="54597" y="306070"/>
                  </a:lnTo>
                  <a:lnTo>
                    <a:pt x="49517" y="325120"/>
                  </a:lnTo>
                  <a:lnTo>
                    <a:pt x="48247" y="345440"/>
                  </a:lnTo>
                  <a:lnTo>
                    <a:pt x="49517" y="365760"/>
                  </a:lnTo>
                  <a:lnTo>
                    <a:pt x="54597" y="382270"/>
                  </a:lnTo>
                  <a:lnTo>
                    <a:pt x="63500" y="393700"/>
                  </a:lnTo>
                  <a:lnTo>
                    <a:pt x="71120" y="396240"/>
                  </a:lnTo>
                  <a:lnTo>
                    <a:pt x="78727" y="391160"/>
                  </a:lnTo>
                  <a:lnTo>
                    <a:pt x="86347" y="379730"/>
                  </a:lnTo>
                  <a:lnTo>
                    <a:pt x="90170" y="359410"/>
                  </a:lnTo>
                  <a:lnTo>
                    <a:pt x="91427" y="340360"/>
                  </a:lnTo>
                  <a:close/>
                </a:path>
                <a:path w="541020" h="1786255">
                  <a:moveTo>
                    <a:pt x="102870" y="937260"/>
                  </a:moveTo>
                  <a:lnTo>
                    <a:pt x="101600" y="918210"/>
                  </a:lnTo>
                  <a:lnTo>
                    <a:pt x="96520" y="897890"/>
                  </a:lnTo>
                  <a:lnTo>
                    <a:pt x="88900" y="886460"/>
                  </a:lnTo>
                  <a:lnTo>
                    <a:pt x="81267" y="883920"/>
                  </a:lnTo>
                  <a:lnTo>
                    <a:pt x="73647" y="886460"/>
                  </a:lnTo>
                  <a:lnTo>
                    <a:pt x="64770" y="897890"/>
                  </a:lnTo>
                  <a:lnTo>
                    <a:pt x="60947" y="915670"/>
                  </a:lnTo>
                  <a:lnTo>
                    <a:pt x="59677" y="934720"/>
                  </a:lnTo>
                  <a:lnTo>
                    <a:pt x="60947" y="955040"/>
                  </a:lnTo>
                  <a:lnTo>
                    <a:pt x="64770" y="974090"/>
                  </a:lnTo>
                  <a:lnTo>
                    <a:pt x="72377" y="985520"/>
                  </a:lnTo>
                  <a:lnTo>
                    <a:pt x="81267" y="991870"/>
                  </a:lnTo>
                  <a:lnTo>
                    <a:pt x="88900" y="985520"/>
                  </a:lnTo>
                  <a:lnTo>
                    <a:pt x="96520" y="974090"/>
                  </a:lnTo>
                  <a:lnTo>
                    <a:pt x="101600" y="957580"/>
                  </a:lnTo>
                  <a:lnTo>
                    <a:pt x="102870" y="937260"/>
                  </a:lnTo>
                  <a:close/>
                </a:path>
                <a:path w="541020" h="1786255">
                  <a:moveTo>
                    <a:pt x="138417" y="1328432"/>
                  </a:moveTo>
                  <a:lnTo>
                    <a:pt x="137147" y="1309382"/>
                  </a:lnTo>
                  <a:lnTo>
                    <a:pt x="132067" y="1291577"/>
                  </a:lnTo>
                  <a:lnTo>
                    <a:pt x="125717" y="1277632"/>
                  </a:lnTo>
                  <a:lnTo>
                    <a:pt x="118097" y="1272540"/>
                  </a:lnTo>
                  <a:lnTo>
                    <a:pt x="109220" y="1277632"/>
                  </a:lnTo>
                  <a:lnTo>
                    <a:pt x="101600" y="1289050"/>
                  </a:lnTo>
                  <a:lnTo>
                    <a:pt x="97777" y="1306830"/>
                  </a:lnTo>
                  <a:lnTo>
                    <a:pt x="95250" y="1325880"/>
                  </a:lnTo>
                  <a:lnTo>
                    <a:pt x="96520" y="1346200"/>
                  </a:lnTo>
                  <a:lnTo>
                    <a:pt x="100317" y="1362710"/>
                  </a:lnTo>
                  <a:lnTo>
                    <a:pt x="107950" y="1376680"/>
                  </a:lnTo>
                  <a:lnTo>
                    <a:pt x="115570" y="1383030"/>
                  </a:lnTo>
                  <a:lnTo>
                    <a:pt x="123164" y="1376680"/>
                  </a:lnTo>
                  <a:lnTo>
                    <a:pt x="130797" y="1369060"/>
                  </a:lnTo>
                  <a:lnTo>
                    <a:pt x="135864" y="1351280"/>
                  </a:lnTo>
                  <a:lnTo>
                    <a:pt x="138417" y="1328432"/>
                  </a:lnTo>
                  <a:close/>
                </a:path>
                <a:path w="541020" h="1786255">
                  <a:moveTo>
                    <a:pt x="153670" y="1118870"/>
                  </a:moveTo>
                  <a:lnTo>
                    <a:pt x="152400" y="1097280"/>
                  </a:lnTo>
                  <a:lnTo>
                    <a:pt x="148564" y="1076960"/>
                  </a:lnTo>
                  <a:lnTo>
                    <a:pt x="142214" y="1065530"/>
                  </a:lnTo>
                  <a:lnTo>
                    <a:pt x="134620" y="1059180"/>
                  </a:lnTo>
                  <a:lnTo>
                    <a:pt x="125717" y="1062990"/>
                  </a:lnTo>
                  <a:lnTo>
                    <a:pt x="118097" y="1070610"/>
                  </a:lnTo>
                  <a:lnTo>
                    <a:pt x="113017" y="1088390"/>
                  </a:lnTo>
                  <a:lnTo>
                    <a:pt x="110464" y="1107440"/>
                  </a:lnTo>
                  <a:lnTo>
                    <a:pt x="111747" y="1127760"/>
                  </a:lnTo>
                  <a:lnTo>
                    <a:pt x="115570" y="1148080"/>
                  </a:lnTo>
                  <a:lnTo>
                    <a:pt x="121920" y="1159510"/>
                  </a:lnTo>
                  <a:lnTo>
                    <a:pt x="130797" y="1167130"/>
                  </a:lnTo>
                  <a:lnTo>
                    <a:pt x="138417" y="1164590"/>
                  </a:lnTo>
                  <a:lnTo>
                    <a:pt x="146050" y="1153160"/>
                  </a:lnTo>
                  <a:lnTo>
                    <a:pt x="151117" y="1139190"/>
                  </a:lnTo>
                  <a:lnTo>
                    <a:pt x="153670" y="1118870"/>
                  </a:lnTo>
                  <a:close/>
                </a:path>
                <a:path w="541020" h="1786255">
                  <a:moveTo>
                    <a:pt x="156197" y="198120"/>
                  </a:moveTo>
                  <a:lnTo>
                    <a:pt x="154914" y="177800"/>
                  </a:lnTo>
                  <a:lnTo>
                    <a:pt x="152400" y="158750"/>
                  </a:lnTo>
                  <a:lnTo>
                    <a:pt x="144767" y="144780"/>
                  </a:lnTo>
                  <a:lnTo>
                    <a:pt x="137147" y="138430"/>
                  </a:lnTo>
                  <a:lnTo>
                    <a:pt x="129514" y="140970"/>
                  </a:lnTo>
                  <a:lnTo>
                    <a:pt x="120650" y="149860"/>
                  </a:lnTo>
                  <a:lnTo>
                    <a:pt x="115570" y="166370"/>
                  </a:lnTo>
                  <a:lnTo>
                    <a:pt x="113017" y="186690"/>
                  </a:lnTo>
                  <a:lnTo>
                    <a:pt x="114300" y="207010"/>
                  </a:lnTo>
                  <a:lnTo>
                    <a:pt x="119367" y="226060"/>
                  </a:lnTo>
                  <a:lnTo>
                    <a:pt x="124447" y="240030"/>
                  </a:lnTo>
                  <a:lnTo>
                    <a:pt x="132067" y="246380"/>
                  </a:lnTo>
                  <a:lnTo>
                    <a:pt x="140970" y="243840"/>
                  </a:lnTo>
                  <a:lnTo>
                    <a:pt x="148564" y="232410"/>
                  </a:lnTo>
                  <a:lnTo>
                    <a:pt x="153670" y="218440"/>
                  </a:lnTo>
                  <a:lnTo>
                    <a:pt x="156197" y="198120"/>
                  </a:lnTo>
                  <a:close/>
                </a:path>
                <a:path w="541020" h="1786255">
                  <a:moveTo>
                    <a:pt x="219697" y="30480"/>
                  </a:moveTo>
                  <a:lnTo>
                    <a:pt x="214617" y="13970"/>
                  </a:lnTo>
                  <a:lnTo>
                    <a:pt x="208267" y="2540"/>
                  </a:lnTo>
                  <a:lnTo>
                    <a:pt x="199364" y="0"/>
                  </a:lnTo>
                  <a:lnTo>
                    <a:pt x="191770" y="2540"/>
                  </a:lnTo>
                  <a:lnTo>
                    <a:pt x="184150" y="13970"/>
                  </a:lnTo>
                  <a:lnTo>
                    <a:pt x="179070" y="30480"/>
                  </a:lnTo>
                  <a:lnTo>
                    <a:pt x="177800" y="50800"/>
                  </a:lnTo>
                  <a:lnTo>
                    <a:pt x="179070" y="71120"/>
                  </a:lnTo>
                  <a:lnTo>
                    <a:pt x="184150" y="90170"/>
                  </a:lnTo>
                  <a:lnTo>
                    <a:pt x="191770" y="101600"/>
                  </a:lnTo>
                  <a:lnTo>
                    <a:pt x="199364" y="104140"/>
                  </a:lnTo>
                  <a:lnTo>
                    <a:pt x="208267" y="101600"/>
                  </a:lnTo>
                  <a:lnTo>
                    <a:pt x="214617" y="90170"/>
                  </a:lnTo>
                  <a:lnTo>
                    <a:pt x="219697" y="71120"/>
                  </a:lnTo>
                  <a:lnTo>
                    <a:pt x="219697" y="30480"/>
                  </a:lnTo>
                  <a:close/>
                </a:path>
                <a:path w="541020" h="1786255">
                  <a:moveTo>
                    <a:pt x="308597" y="708660"/>
                  </a:moveTo>
                  <a:lnTo>
                    <a:pt x="307314" y="688340"/>
                  </a:lnTo>
                  <a:lnTo>
                    <a:pt x="303517" y="671830"/>
                  </a:lnTo>
                  <a:lnTo>
                    <a:pt x="295897" y="660400"/>
                  </a:lnTo>
                  <a:lnTo>
                    <a:pt x="285750" y="657860"/>
                  </a:lnTo>
                  <a:lnTo>
                    <a:pt x="278117" y="662940"/>
                  </a:lnTo>
                  <a:lnTo>
                    <a:pt x="273050" y="674370"/>
                  </a:lnTo>
                  <a:lnTo>
                    <a:pt x="267970" y="690880"/>
                  </a:lnTo>
                  <a:lnTo>
                    <a:pt x="266700" y="713740"/>
                  </a:lnTo>
                  <a:lnTo>
                    <a:pt x="267970" y="734060"/>
                  </a:lnTo>
                  <a:lnTo>
                    <a:pt x="274320" y="750570"/>
                  </a:lnTo>
                  <a:lnTo>
                    <a:pt x="280670" y="762000"/>
                  </a:lnTo>
                  <a:lnTo>
                    <a:pt x="289547" y="764540"/>
                  </a:lnTo>
                  <a:lnTo>
                    <a:pt x="297167" y="759460"/>
                  </a:lnTo>
                  <a:lnTo>
                    <a:pt x="303517" y="748030"/>
                  </a:lnTo>
                  <a:lnTo>
                    <a:pt x="307314" y="731520"/>
                  </a:lnTo>
                  <a:lnTo>
                    <a:pt x="308597" y="708660"/>
                  </a:lnTo>
                  <a:close/>
                </a:path>
                <a:path w="541020" h="1786255">
                  <a:moveTo>
                    <a:pt x="312420" y="932180"/>
                  </a:moveTo>
                  <a:lnTo>
                    <a:pt x="309867" y="911860"/>
                  </a:lnTo>
                  <a:lnTo>
                    <a:pt x="306070" y="895350"/>
                  </a:lnTo>
                  <a:lnTo>
                    <a:pt x="297167" y="883920"/>
                  </a:lnTo>
                  <a:lnTo>
                    <a:pt x="289547" y="881380"/>
                  </a:lnTo>
                  <a:lnTo>
                    <a:pt x="281914" y="886460"/>
                  </a:lnTo>
                  <a:lnTo>
                    <a:pt x="274320" y="897890"/>
                  </a:lnTo>
                  <a:lnTo>
                    <a:pt x="270497" y="918210"/>
                  </a:lnTo>
                  <a:lnTo>
                    <a:pt x="269214" y="937260"/>
                  </a:lnTo>
                  <a:lnTo>
                    <a:pt x="271767" y="957580"/>
                  </a:lnTo>
                  <a:lnTo>
                    <a:pt x="275564" y="974090"/>
                  </a:lnTo>
                  <a:lnTo>
                    <a:pt x="284467" y="985520"/>
                  </a:lnTo>
                  <a:lnTo>
                    <a:pt x="292100" y="989330"/>
                  </a:lnTo>
                  <a:lnTo>
                    <a:pt x="299720" y="982980"/>
                  </a:lnTo>
                  <a:lnTo>
                    <a:pt x="307314" y="971550"/>
                  </a:lnTo>
                  <a:lnTo>
                    <a:pt x="311150" y="952500"/>
                  </a:lnTo>
                  <a:lnTo>
                    <a:pt x="312420" y="932180"/>
                  </a:lnTo>
                  <a:close/>
                </a:path>
                <a:path w="541020" h="1786255">
                  <a:moveTo>
                    <a:pt x="359397" y="515620"/>
                  </a:moveTo>
                  <a:lnTo>
                    <a:pt x="356870" y="495300"/>
                  </a:lnTo>
                  <a:lnTo>
                    <a:pt x="350520" y="478790"/>
                  </a:lnTo>
                  <a:lnTo>
                    <a:pt x="344170" y="467360"/>
                  </a:lnTo>
                  <a:lnTo>
                    <a:pt x="336550" y="464820"/>
                  </a:lnTo>
                  <a:lnTo>
                    <a:pt x="328917" y="467360"/>
                  </a:lnTo>
                  <a:lnTo>
                    <a:pt x="321297" y="481330"/>
                  </a:lnTo>
                  <a:lnTo>
                    <a:pt x="317500" y="501650"/>
                  </a:lnTo>
                  <a:lnTo>
                    <a:pt x="316217" y="520700"/>
                  </a:lnTo>
                  <a:lnTo>
                    <a:pt x="317500" y="541020"/>
                  </a:lnTo>
                  <a:lnTo>
                    <a:pt x="322567" y="557530"/>
                  </a:lnTo>
                  <a:lnTo>
                    <a:pt x="328917" y="568960"/>
                  </a:lnTo>
                  <a:lnTo>
                    <a:pt x="337820" y="572770"/>
                  </a:lnTo>
                  <a:lnTo>
                    <a:pt x="345414" y="566420"/>
                  </a:lnTo>
                  <a:lnTo>
                    <a:pt x="353047" y="554990"/>
                  </a:lnTo>
                  <a:lnTo>
                    <a:pt x="358114" y="535940"/>
                  </a:lnTo>
                  <a:lnTo>
                    <a:pt x="359397" y="515620"/>
                  </a:lnTo>
                  <a:close/>
                </a:path>
                <a:path w="541020" h="1786255">
                  <a:moveTo>
                    <a:pt x="368300" y="1113790"/>
                  </a:moveTo>
                  <a:lnTo>
                    <a:pt x="367017" y="1093470"/>
                  </a:lnTo>
                  <a:lnTo>
                    <a:pt x="361950" y="1074420"/>
                  </a:lnTo>
                  <a:lnTo>
                    <a:pt x="354317" y="1062990"/>
                  </a:lnTo>
                  <a:lnTo>
                    <a:pt x="346697" y="1059180"/>
                  </a:lnTo>
                  <a:lnTo>
                    <a:pt x="339064" y="1062990"/>
                  </a:lnTo>
                  <a:lnTo>
                    <a:pt x="331470" y="1074420"/>
                  </a:lnTo>
                  <a:lnTo>
                    <a:pt x="326364" y="1090930"/>
                  </a:lnTo>
                  <a:lnTo>
                    <a:pt x="325120" y="1111250"/>
                  </a:lnTo>
                  <a:lnTo>
                    <a:pt x="326364" y="1130300"/>
                  </a:lnTo>
                  <a:lnTo>
                    <a:pt x="330200" y="1150620"/>
                  </a:lnTo>
                  <a:lnTo>
                    <a:pt x="337820" y="1162050"/>
                  </a:lnTo>
                  <a:lnTo>
                    <a:pt x="345414" y="1167130"/>
                  </a:lnTo>
                  <a:lnTo>
                    <a:pt x="353047" y="1162050"/>
                  </a:lnTo>
                  <a:lnTo>
                    <a:pt x="361950" y="1150620"/>
                  </a:lnTo>
                  <a:lnTo>
                    <a:pt x="367017" y="1134110"/>
                  </a:lnTo>
                  <a:lnTo>
                    <a:pt x="368300" y="1113790"/>
                  </a:lnTo>
                  <a:close/>
                </a:path>
                <a:path w="541020" h="1786255">
                  <a:moveTo>
                    <a:pt x="389864" y="1719580"/>
                  </a:moveTo>
                  <a:lnTo>
                    <a:pt x="386067" y="1700530"/>
                  </a:lnTo>
                  <a:lnTo>
                    <a:pt x="381000" y="1686560"/>
                  </a:lnTo>
                  <a:lnTo>
                    <a:pt x="373367" y="1677682"/>
                  </a:lnTo>
                  <a:lnTo>
                    <a:pt x="364464" y="1677682"/>
                  </a:lnTo>
                  <a:lnTo>
                    <a:pt x="356870" y="1686560"/>
                  </a:lnTo>
                  <a:lnTo>
                    <a:pt x="350520" y="1703082"/>
                  </a:lnTo>
                  <a:lnTo>
                    <a:pt x="347967" y="1723377"/>
                  </a:lnTo>
                  <a:lnTo>
                    <a:pt x="347967" y="1742427"/>
                  </a:lnTo>
                  <a:lnTo>
                    <a:pt x="350520" y="1762760"/>
                  </a:lnTo>
                  <a:lnTo>
                    <a:pt x="356870" y="1776730"/>
                  </a:lnTo>
                  <a:lnTo>
                    <a:pt x="364464" y="1785632"/>
                  </a:lnTo>
                  <a:lnTo>
                    <a:pt x="373367" y="1785632"/>
                  </a:lnTo>
                  <a:lnTo>
                    <a:pt x="382270" y="1776730"/>
                  </a:lnTo>
                  <a:lnTo>
                    <a:pt x="387350" y="1760232"/>
                  </a:lnTo>
                  <a:lnTo>
                    <a:pt x="389864" y="1739900"/>
                  </a:lnTo>
                  <a:lnTo>
                    <a:pt x="389864" y="1719580"/>
                  </a:lnTo>
                  <a:close/>
                </a:path>
                <a:path w="541020" h="1786255">
                  <a:moveTo>
                    <a:pt x="402564" y="1507477"/>
                  </a:moveTo>
                  <a:lnTo>
                    <a:pt x="401320" y="1488427"/>
                  </a:lnTo>
                  <a:lnTo>
                    <a:pt x="396214" y="1468132"/>
                  </a:lnTo>
                  <a:lnTo>
                    <a:pt x="389864" y="1456677"/>
                  </a:lnTo>
                  <a:lnTo>
                    <a:pt x="382270" y="1450327"/>
                  </a:lnTo>
                  <a:lnTo>
                    <a:pt x="373367" y="1454150"/>
                  </a:lnTo>
                  <a:lnTo>
                    <a:pt x="365747" y="1465580"/>
                  </a:lnTo>
                  <a:lnTo>
                    <a:pt x="361950" y="1482077"/>
                  </a:lnTo>
                  <a:lnTo>
                    <a:pt x="359397" y="1502410"/>
                  </a:lnTo>
                  <a:lnTo>
                    <a:pt x="360667" y="1521460"/>
                  </a:lnTo>
                  <a:lnTo>
                    <a:pt x="364464" y="1539227"/>
                  </a:lnTo>
                  <a:lnTo>
                    <a:pt x="372097" y="1553210"/>
                  </a:lnTo>
                  <a:lnTo>
                    <a:pt x="379717" y="1558277"/>
                  </a:lnTo>
                  <a:lnTo>
                    <a:pt x="387350" y="1555750"/>
                  </a:lnTo>
                  <a:lnTo>
                    <a:pt x="394970" y="1544332"/>
                  </a:lnTo>
                  <a:lnTo>
                    <a:pt x="400050" y="1527810"/>
                  </a:lnTo>
                  <a:lnTo>
                    <a:pt x="402564" y="1507477"/>
                  </a:lnTo>
                  <a:close/>
                </a:path>
                <a:path w="541020" h="1786255">
                  <a:moveTo>
                    <a:pt x="417817" y="1295400"/>
                  </a:moveTo>
                  <a:lnTo>
                    <a:pt x="416547" y="1275080"/>
                  </a:lnTo>
                  <a:lnTo>
                    <a:pt x="414020" y="1254760"/>
                  </a:lnTo>
                  <a:lnTo>
                    <a:pt x="406400" y="1244600"/>
                  </a:lnTo>
                  <a:lnTo>
                    <a:pt x="398767" y="1235710"/>
                  </a:lnTo>
                  <a:lnTo>
                    <a:pt x="391147" y="1238250"/>
                  </a:lnTo>
                  <a:lnTo>
                    <a:pt x="383514" y="1249680"/>
                  </a:lnTo>
                  <a:lnTo>
                    <a:pt x="378447" y="1263650"/>
                  </a:lnTo>
                  <a:lnTo>
                    <a:pt x="374650" y="1283982"/>
                  </a:lnTo>
                  <a:lnTo>
                    <a:pt x="375920" y="1306830"/>
                  </a:lnTo>
                  <a:lnTo>
                    <a:pt x="379717" y="1325880"/>
                  </a:lnTo>
                  <a:lnTo>
                    <a:pt x="386067" y="1337310"/>
                  </a:lnTo>
                  <a:lnTo>
                    <a:pt x="394970" y="1343660"/>
                  </a:lnTo>
                  <a:lnTo>
                    <a:pt x="403847" y="1339850"/>
                  </a:lnTo>
                  <a:lnTo>
                    <a:pt x="411467" y="1332230"/>
                  </a:lnTo>
                  <a:lnTo>
                    <a:pt x="416547" y="1314450"/>
                  </a:lnTo>
                  <a:lnTo>
                    <a:pt x="417817" y="1295400"/>
                  </a:lnTo>
                  <a:close/>
                </a:path>
                <a:path w="541020" h="1786255">
                  <a:moveTo>
                    <a:pt x="424167" y="354330"/>
                  </a:moveTo>
                  <a:lnTo>
                    <a:pt x="419100" y="334010"/>
                  </a:lnTo>
                  <a:lnTo>
                    <a:pt x="412750" y="320040"/>
                  </a:lnTo>
                  <a:lnTo>
                    <a:pt x="405117" y="313690"/>
                  </a:lnTo>
                  <a:lnTo>
                    <a:pt x="396214" y="317500"/>
                  </a:lnTo>
                  <a:lnTo>
                    <a:pt x="388620" y="328930"/>
                  </a:lnTo>
                  <a:lnTo>
                    <a:pt x="383514" y="342900"/>
                  </a:lnTo>
                  <a:lnTo>
                    <a:pt x="381000" y="361950"/>
                  </a:lnTo>
                  <a:lnTo>
                    <a:pt x="382270" y="382270"/>
                  </a:lnTo>
                  <a:lnTo>
                    <a:pt x="386067" y="402590"/>
                  </a:lnTo>
                  <a:lnTo>
                    <a:pt x="392417" y="416560"/>
                  </a:lnTo>
                  <a:lnTo>
                    <a:pt x="400050" y="421640"/>
                  </a:lnTo>
                  <a:lnTo>
                    <a:pt x="407670" y="421640"/>
                  </a:lnTo>
                  <a:lnTo>
                    <a:pt x="416547" y="410210"/>
                  </a:lnTo>
                  <a:lnTo>
                    <a:pt x="421614" y="393700"/>
                  </a:lnTo>
                  <a:lnTo>
                    <a:pt x="424167" y="373380"/>
                  </a:lnTo>
                  <a:lnTo>
                    <a:pt x="424167" y="354330"/>
                  </a:lnTo>
                  <a:close/>
                </a:path>
                <a:path w="541020" h="1786255">
                  <a:moveTo>
                    <a:pt x="488950" y="229870"/>
                  </a:moveTo>
                  <a:lnTo>
                    <a:pt x="487667" y="209550"/>
                  </a:lnTo>
                  <a:lnTo>
                    <a:pt x="482600" y="193040"/>
                  </a:lnTo>
                  <a:lnTo>
                    <a:pt x="474967" y="177800"/>
                  </a:lnTo>
                  <a:lnTo>
                    <a:pt x="467347" y="175260"/>
                  </a:lnTo>
                  <a:lnTo>
                    <a:pt x="459714" y="177800"/>
                  </a:lnTo>
                  <a:lnTo>
                    <a:pt x="452120" y="193040"/>
                  </a:lnTo>
                  <a:lnTo>
                    <a:pt x="448297" y="209550"/>
                  </a:lnTo>
                  <a:lnTo>
                    <a:pt x="445770" y="229870"/>
                  </a:lnTo>
                  <a:lnTo>
                    <a:pt x="448297" y="248920"/>
                  </a:lnTo>
                  <a:lnTo>
                    <a:pt x="452120" y="266700"/>
                  </a:lnTo>
                  <a:lnTo>
                    <a:pt x="459714" y="280670"/>
                  </a:lnTo>
                  <a:lnTo>
                    <a:pt x="467347" y="283210"/>
                  </a:lnTo>
                  <a:lnTo>
                    <a:pt x="474967" y="280670"/>
                  </a:lnTo>
                  <a:lnTo>
                    <a:pt x="482600" y="269240"/>
                  </a:lnTo>
                  <a:lnTo>
                    <a:pt x="487667" y="248920"/>
                  </a:lnTo>
                  <a:lnTo>
                    <a:pt x="488950" y="229870"/>
                  </a:lnTo>
                  <a:close/>
                </a:path>
                <a:path w="541020" h="1786255">
                  <a:moveTo>
                    <a:pt x="541020" y="48260"/>
                  </a:moveTo>
                  <a:lnTo>
                    <a:pt x="539750" y="27940"/>
                  </a:lnTo>
                  <a:lnTo>
                    <a:pt x="535914" y="13970"/>
                  </a:lnTo>
                  <a:lnTo>
                    <a:pt x="527050" y="2540"/>
                  </a:lnTo>
                  <a:lnTo>
                    <a:pt x="518147" y="0"/>
                  </a:lnTo>
                  <a:lnTo>
                    <a:pt x="510514" y="5080"/>
                  </a:lnTo>
                  <a:lnTo>
                    <a:pt x="504164" y="16510"/>
                  </a:lnTo>
                  <a:lnTo>
                    <a:pt x="499097" y="36830"/>
                  </a:lnTo>
                  <a:lnTo>
                    <a:pt x="497814" y="55880"/>
                  </a:lnTo>
                  <a:lnTo>
                    <a:pt x="500367" y="76200"/>
                  </a:lnTo>
                  <a:lnTo>
                    <a:pt x="505447" y="92710"/>
                  </a:lnTo>
                  <a:lnTo>
                    <a:pt x="513067" y="104140"/>
                  </a:lnTo>
                  <a:lnTo>
                    <a:pt x="521970" y="107950"/>
                  </a:lnTo>
                  <a:lnTo>
                    <a:pt x="529564" y="101600"/>
                  </a:lnTo>
                  <a:lnTo>
                    <a:pt x="535914" y="90170"/>
                  </a:lnTo>
                  <a:lnTo>
                    <a:pt x="539750" y="71120"/>
                  </a:lnTo>
                  <a:lnTo>
                    <a:pt x="541020" y="4826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61658" y="2476495"/>
              <a:ext cx="782320" cy="1918970"/>
            </a:xfrm>
            <a:custGeom>
              <a:avLst/>
              <a:gdLst/>
              <a:ahLst/>
              <a:cxnLst/>
              <a:rect l="l" t="t" r="r" b="b"/>
              <a:pathLst>
                <a:path w="782320" h="1918970">
                  <a:moveTo>
                    <a:pt x="392424" y="1918971"/>
                  </a:moveTo>
                  <a:lnTo>
                    <a:pt x="327674" y="1907546"/>
                  </a:lnTo>
                  <a:lnTo>
                    <a:pt x="267974" y="1868171"/>
                  </a:lnTo>
                  <a:lnTo>
                    <a:pt x="209549" y="1808471"/>
                  </a:lnTo>
                  <a:lnTo>
                    <a:pt x="173999" y="1757671"/>
                  </a:lnTo>
                  <a:lnTo>
                    <a:pt x="124474" y="1661146"/>
                  </a:lnTo>
                  <a:lnTo>
                    <a:pt x="109224" y="1624321"/>
                  </a:lnTo>
                  <a:lnTo>
                    <a:pt x="95249" y="1584946"/>
                  </a:lnTo>
                  <a:lnTo>
                    <a:pt x="73674" y="1516371"/>
                  </a:lnTo>
                  <a:lnTo>
                    <a:pt x="54624" y="1445247"/>
                  </a:lnTo>
                  <a:lnTo>
                    <a:pt x="38099" y="1371597"/>
                  </a:lnTo>
                  <a:lnTo>
                    <a:pt x="25399" y="1292847"/>
                  </a:lnTo>
                  <a:lnTo>
                    <a:pt x="13974" y="1212847"/>
                  </a:lnTo>
                  <a:lnTo>
                    <a:pt x="1274" y="1046472"/>
                  </a:lnTo>
                  <a:lnTo>
                    <a:pt x="0" y="961398"/>
                  </a:lnTo>
                  <a:lnTo>
                    <a:pt x="2549" y="861048"/>
                  </a:lnTo>
                  <a:lnTo>
                    <a:pt x="7624" y="768348"/>
                  </a:lnTo>
                  <a:lnTo>
                    <a:pt x="17774" y="674373"/>
                  </a:lnTo>
                  <a:lnTo>
                    <a:pt x="30474" y="586748"/>
                  </a:lnTo>
                  <a:lnTo>
                    <a:pt x="48274" y="504198"/>
                  </a:lnTo>
                  <a:lnTo>
                    <a:pt x="67324" y="425449"/>
                  </a:lnTo>
                  <a:lnTo>
                    <a:pt x="90174" y="349249"/>
                  </a:lnTo>
                  <a:lnTo>
                    <a:pt x="115574" y="280674"/>
                  </a:lnTo>
                  <a:lnTo>
                    <a:pt x="142249" y="218449"/>
                  </a:lnTo>
                  <a:lnTo>
                    <a:pt x="172724" y="163824"/>
                  </a:lnTo>
                  <a:lnTo>
                    <a:pt x="205749" y="115574"/>
                  </a:lnTo>
                  <a:lnTo>
                    <a:pt x="238774" y="76199"/>
                  </a:lnTo>
                  <a:lnTo>
                    <a:pt x="275599" y="41899"/>
                  </a:lnTo>
                  <a:lnTo>
                    <a:pt x="313699" y="20319"/>
                  </a:lnTo>
                  <a:lnTo>
                    <a:pt x="351799" y="5079"/>
                  </a:lnTo>
                  <a:lnTo>
                    <a:pt x="392424" y="0"/>
                  </a:lnTo>
                  <a:lnTo>
                    <a:pt x="434349" y="5079"/>
                  </a:lnTo>
                  <a:lnTo>
                    <a:pt x="496573" y="34299"/>
                  </a:lnTo>
                  <a:lnTo>
                    <a:pt x="535948" y="68574"/>
                  </a:lnTo>
                  <a:lnTo>
                    <a:pt x="574048" y="110499"/>
                  </a:lnTo>
                  <a:lnTo>
                    <a:pt x="609598" y="161299"/>
                  </a:lnTo>
                  <a:lnTo>
                    <a:pt x="642623" y="223524"/>
                  </a:lnTo>
                  <a:lnTo>
                    <a:pt x="673098" y="292099"/>
                  </a:lnTo>
                  <a:lnTo>
                    <a:pt x="688348" y="331474"/>
                  </a:lnTo>
                  <a:lnTo>
                    <a:pt x="693423" y="349249"/>
                  </a:lnTo>
                  <a:lnTo>
                    <a:pt x="699773" y="365749"/>
                  </a:lnTo>
                  <a:lnTo>
                    <a:pt x="704848" y="386074"/>
                  </a:lnTo>
                  <a:lnTo>
                    <a:pt x="711198" y="402599"/>
                  </a:lnTo>
                  <a:lnTo>
                    <a:pt x="716273" y="422899"/>
                  </a:lnTo>
                  <a:lnTo>
                    <a:pt x="721373" y="441949"/>
                  </a:lnTo>
                  <a:lnTo>
                    <a:pt x="725173" y="462274"/>
                  </a:lnTo>
                  <a:lnTo>
                    <a:pt x="730248" y="481324"/>
                  </a:lnTo>
                  <a:lnTo>
                    <a:pt x="734073" y="499098"/>
                  </a:lnTo>
                  <a:lnTo>
                    <a:pt x="739148" y="515623"/>
                  </a:lnTo>
                  <a:lnTo>
                    <a:pt x="742948" y="533398"/>
                  </a:lnTo>
                  <a:lnTo>
                    <a:pt x="744223" y="547373"/>
                  </a:lnTo>
                  <a:lnTo>
                    <a:pt x="754373" y="595623"/>
                  </a:lnTo>
                  <a:lnTo>
                    <a:pt x="773423" y="748023"/>
                  </a:lnTo>
                  <a:lnTo>
                    <a:pt x="777248" y="802648"/>
                  </a:lnTo>
                  <a:lnTo>
                    <a:pt x="779773" y="853448"/>
                  </a:lnTo>
                  <a:lnTo>
                    <a:pt x="782323" y="961398"/>
                  </a:lnTo>
                  <a:lnTo>
                    <a:pt x="781048" y="1046472"/>
                  </a:lnTo>
                  <a:lnTo>
                    <a:pt x="777248" y="1130297"/>
                  </a:lnTo>
                  <a:lnTo>
                    <a:pt x="768348" y="1212847"/>
                  </a:lnTo>
                  <a:lnTo>
                    <a:pt x="758198" y="1292847"/>
                  </a:lnTo>
                  <a:lnTo>
                    <a:pt x="744223" y="1371597"/>
                  </a:lnTo>
                  <a:lnTo>
                    <a:pt x="728973" y="1445247"/>
                  </a:lnTo>
                  <a:lnTo>
                    <a:pt x="709923" y="1516371"/>
                  </a:lnTo>
                  <a:lnTo>
                    <a:pt x="688348" y="1584946"/>
                  </a:lnTo>
                  <a:lnTo>
                    <a:pt x="673098" y="1624321"/>
                  </a:lnTo>
                  <a:lnTo>
                    <a:pt x="642623" y="1695446"/>
                  </a:lnTo>
                  <a:lnTo>
                    <a:pt x="626123" y="1725921"/>
                  </a:lnTo>
                  <a:lnTo>
                    <a:pt x="609598" y="1757671"/>
                  </a:lnTo>
                  <a:lnTo>
                    <a:pt x="574048" y="1808471"/>
                  </a:lnTo>
                  <a:lnTo>
                    <a:pt x="535948" y="1850396"/>
                  </a:lnTo>
                  <a:lnTo>
                    <a:pt x="496573" y="1884671"/>
                  </a:lnTo>
                  <a:lnTo>
                    <a:pt x="455924" y="1907546"/>
                  </a:lnTo>
                  <a:lnTo>
                    <a:pt x="414024" y="1916421"/>
                  </a:lnTo>
                  <a:lnTo>
                    <a:pt x="392424" y="1918971"/>
                  </a:lnTo>
                  <a:close/>
                </a:path>
              </a:pathLst>
            </a:custGeom>
            <a:solidFill>
              <a:srgbClr val="0000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01534" y="2729229"/>
              <a:ext cx="1352550" cy="3134360"/>
            </a:xfrm>
            <a:custGeom>
              <a:avLst/>
              <a:gdLst/>
              <a:ahLst/>
              <a:cxnLst/>
              <a:rect l="l" t="t" r="r" b="b"/>
              <a:pathLst>
                <a:path w="1352550" h="3134360">
                  <a:moveTo>
                    <a:pt x="184150" y="2366010"/>
                  </a:moveTo>
                  <a:lnTo>
                    <a:pt x="0" y="2366010"/>
                  </a:lnTo>
                  <a:lnTo>
                    <a:pt x="0" y="2432037"/>
                  </a:lnTo>
                  <a:lnTo>
                    <a:pt x="184150" y="2432037"/>
                  </a:lnTo>
                  <a:lnTo>
                    <a:pt x="184150" y="2366010"/>
                  </a:lnTo>
                  <a:close/>
                </a:path>
                <a:path w="1352550" h="3134360">
                  <a:moveTo>
                    <a:pt x="265442" y="1988820"/>
                  </a:moveTo>
                  <a:lnTo>
                    <a:pt x="185420" y="1988820"/>
                  </a:lnTo>
                  <a:lnTo>
                    <a:pt x="185420" y="2054872"/>
                  </a:lnTo>
                  <a:lnTo>
                    <a:pt x="264172" y="2054872"/>
                  </a:lnTo>
                  <a:lnTo>
                    <a:pt x="265442" y="1988820"/>
                  </a:lnTo>
                  <a:close/>
                </a:path>
                <a:path w="1352550" h="3134360">
                  <a:moveTo>
                    <a:pt x="462292" y="1988820"/>
                  </a:moveTo>
                  <a:lnTo>
                    <a:pt x="454672" y="1988820"/>
                  </a:lnTo>
                  <a:lnTo>
                    <a:pt x="419087" y="523367"/>
                  </a:lnTo>
                  <a:lnTo>
                    <a:pt x="419087" y="478790"/>
                  </a:lnTo>
                  <a:lnTo>
                    <a:pt x="418020" y="478790"/>
                  </a:lnTo>
                  <a:lnTo>
                    <a:pt x="406387" y="0"/>
                  </a:lnTo>
                  <a:lnTo>
                    <a:pt x="308622" y="0"/>
                  </a:lnTo>
                  <a:lnTo>
                    <a:pt x="308622" y="67322"/>
                  </a:lnTo>
                  <a:lnTo>
                    <a:pt x="363220" y="67322"/>
                  </a:lnTo>
                  <a:lnTo>
                    <a:pt x="373468" y="478790"/>
                  </a:lnTo>
                  <a:lnTo>
                    <a:pt x="323850" y="478790"/>
                  </a:lnTo>
                  <a:lnTo>
                    <a:pt x="323850" y="529590"/>
                  </a:lnTo>
                  <a:lnTo>
                    <a:pt x="374738" y="529590"/>
                  </a:lnTo>
                  <a:lnTo>
                    <a:pt x="412737" y="2054872"/>
                  </a:lnTo>
                  <a:lnTo>
                    <a:pt x="461022" y="2054872"/>
                  </a:lnTo>
                  <a:lnTo>
                    <a:pt x="462292" y="1988820"/>
                  </a:lnTo>
                  <a:close/>
                </a:path>
                <a:path w="1352550" h="3134360">
                  <a:moveTo>
                    <a:pt x="726440" y="1988820"/>
                  </a:moveTo>
                  <a:lnTo>
                    <a:pt x="681990" y="1988820"/>
                  </a:lnTo>
                  <a:lnTo>
                    <a:pt x="634987" y="373367"/>
                  </a:lnTo>
                  <a:lnTo>
                    <a:pt x="539737" y="373367"/>
                  </a:lnTo>
                  <a:lnTo>
                    <a:pt x="538492" y="441972"/>
                  </a:lnTo>
                  <a:lnTo>
                    <a:pt x="593090" y="441972"/>
                  </a:lnTo>
                  <a:lnTo>
                    <a:pt x="602018" y="756920"/>
                  </a:lnTo>
                  <a:lnTo>
                    <a:pt x="549922" y="756920"/>
                  </a:lnTo>
                  <a:lnTo>
                    <a:pt x="549922" y="803922"/>
                  </a:lnTo>
                  <a:lnTo>
                    <a:pt x="603338" y="803922"/>
                  </a:lnTo>
                  <a:lnTo>
                    <a:pt x="638822" y="2054872"/>
                  </a:lnTo>
                  <a:lnTo>
                    <a:pt x="701040" y="2054872"/>
                  </a:lnTo>
                  <a:lnTo>
                    <a:pt x="726440" y="1988820"/>
                  </a:lnTo>
                  <a:close/>
                </a:path>
                <a:path w="1352550" h="3134360">
                  <a:moveTo>
                    <a:pt x="861072" y="1643367"/>
                  </a:moveTo>
                  <a:lnTo>
                    <a:pt x="819137" y="1751317"/>
                  </a:lnTo>
                  <a:lnTo>
                    <a:pt x="819137" y="2054872"/>
                  </a:lnTo>
                  <a:lnTo>
                    <a:pt x="830592" y="2054872"/>
                  </a:lnTo>
                  <a:lnTo>
                    <a:pt x="861072" y="1988820"/>
                  </a:lnTo>
                  <a:lnTo>
                    <a:pt x="861072" y="1643367"/>
                  </a:lnTo>
                  <a:close/>
                </a:path>
                <a:path w="1352550" h="3134360">
                  <a:moveTo>
                    <a:pt x="1008392" y="1643367"/>
                  </a:moveTo>
                  <a:lnTo>
                    <a:pt x="966470" y="1751317"/>
                  </a:lnTo>
                  <a:lnTo>
                    <a:pt x="966470" y="2054872"/>
                  </a:lnTo>
                  <a:lnTo>
                    <a:pt x="1008392" y="1977390"/>
                  </a:lnTo>
                  <a:lnTo>
                    <a:pt x="1008392" y="1643367"/>
                  </a:lnTo>
                  <a:close/>
                </a:path>
                <a:path w="1352550" h="3134360">
                  <a:moveTo>
                    <a:pt x="1352537" y="2221217"/>
                  </a:moveTo>
                  <a:lnTo>
                    <a:pt x="1144270" y="2221217"/>
                  </a:lnTo>
                  <a:lnTo>
                    <a:pt x="1144270" y="1643367"/>
                  </a:lnTo>
                  <a:lnTo>
                    <a:pt x="1101090" y="1751317"/>
                  </a:lnTo>
                  <a:lnTo>
                    <a:pt x="1101090" y="2287270"/>
                  </a:lnTo>
                  <a:lnTo>
                    <a:pt x="1310640" y="2287270"/>
                  </a:lnTo>
                  <a:lnTo>
                    <a:pt x="1310640" y="3134360"/>
                  </a:lnTo>
                  <a:lnTo>
                    <a:pt x="1352537" y="3122917"/>
                  </a:lnTo>
                  <a:lnTo>
                    <a:pt x="1352537" y="2221217"/>
                  </a:lnTo>
                  <a:close/>
                </a:path>
              </a:pathLst>
            </a:custGeom>
            <a:solidFill>
              <a:srgbClr val="4852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77233" y="1753866"/>
              <a:ext cx="69849" cy="1587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76"/>
          <p:cNvSpPr txBox="1">
            <a:spLocks noGrp="1"/>
          </p:cNvSpPr>
          <p:nvPr>
            <p:ph type="title"/>
          </p:nvPr>
        </p:nvSpPr>
        <p:spPr>
          <a:xfrm>
            <a:off x="1821176" y="441831"/>
            <a:ext cx="54743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FF"/>
                </a:solidFill>
              </a:rPr>
              <a:t>Effects </a:t>
            </a:r>
            <a:r>
              <a:rPr spc="-5" dirty="0">
                <a:solidFill>
                  <a:srgbClr val="0000FF"/>
                </a:solidFill>
              </a:rPr>
              <a:t>of </a:t>
            </a:r>
            <a:r>
              <a:rPr spc="-10" dirty="0">
                <a:solidFill>
                  <a:srgbClr val="0000FF"/>
                </a:solidFill>
              </a:rPr>
              <a:t>Air</a:t>
            </a:r>
            <a:r>
              <a:rPr spc="-95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Pollution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534667" y="1576955"/>
            <a:ext cx="5377180" cy="3335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Arial"/>
                <a:cs typeface="Arial"/>
              </a:rPr>
              <a:t>Air Pollution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affects???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450">
              <a:latin typeface="Arial"/>
              <a:cs typeface="Arial"/>
            </a:endParaRPr>
          </a:p>
          <a:p>
            <a:pPr marL="354330" indent="-281305">
              <a:lnSpc>
                <a:spcPct val="100000"/>
              </a:lnSpc>
              <a:buChar char="•"/>
              <a:tabLst>
                <a:tab pos="354330" algn="l"/>
              </a:tabLst>
            </a:pPr>
            <a:r>
              <a:rPr sz="3200" spc="-5" dirty="0">
                <a:latin typeface="Arial"/>
                <a:cs typeface="Arial"/>
              </a:rPr>
              <a:t>Human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health</a:t>
            </a:r>
            <a:endParaRPr sz="3200">
              <a:latin typeface="Arial"/>
              <a:cs typeface="Arial"/>
            </a:endParaRPr>
          </a:p>
          <a:p>
            <a:pPr marL="354330" indent="-281305">
              <a:lnSpc>
                <a:spcPct val="100000"/>
              </a:lnSpc>
              <a:spcBef>
                <a:spcPts val="535"/>
              </a:spcBef>
              <a:buChar char="•"/>
              <a:tabLst>
                <a:tab pos="354330" algn="l"/>
              </a:tabLst>
            </a:pPr>
            <a:r>
              <a:rPr sz="3200" spc="-5" dirty="0">
                <a:latin typeface="Arial"/>
                <a:cs typeface="Arial"/>
              </a:rPr>
              <a:t>Animals</a:t>
            </a:r>
            <a:endParaRPr sz="3200">
              <a:latin typeface="Arial"/>
              <a:cs typeface="Arial"/>
            </a:endParaRPr>
          </a:p>
          <a:p>
            <a:pPr marL="354330" indent="-281305">
              <a:lnSpc>
                <a:spcPct val="100000"/>
              </a:lnSpc>
              <a:spcBef>
                <a:spcPts val="585"/>
              </a:spcBef>
              <a:buChar char="•"/>
              <a:tabLst>
                <a:tab pos="354330" algn="l"/>
              </a:tabLst>
            </a:pPr>
            <a:r>
              <a:rPr sz="3200" spc="-5" dirty="0">
                <a:latin typeface="Arial"/>
                <a:cs typeface="Arial"/>
              </a:rPr>
              <a:t>Plants</a:t>
            </a:r>
            <a:endParaRPr sz="3200">
              <a:latin typeface="Arial"/>
              <a:cs typeface="Arial"/>
            </a:endParaRPr>
          </a:p>
          <a:p>
            <a:pPr marL="354330" indent="-281305">
              <a:lnSpc>
                <a:spcPct val="100000"/>
              </a:lnSpc>
              <a:spcBef>
                <a:spcPts val="585"/>
              </a:spcBef>
              <a:buChar char="•"/>
              <a:tabLst>
                <a:tab pos="354330" algn="l"/>
              </a:tabLst>
            </a:pPr>
            <a:r>
              <a:rPr sz="3200" spc="-10" dirty="0">
                <a:latin typeface="Arial"/>
                <a:cs typeface="Arial"/>
              </a:rPr>
              <a:t>The </a:t>
            </a:r>
            <a:r>
              <a:rPr sz="3200" spc="-5" dirty="0">
                <a:latin typeface="Arial"/>
                <a:cs typeface="Arial"/>
              </a:rPr>
              <a:t>atmosphere as 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whole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932665" y="1628141"/>
            <a:ext cx="3413760" cy="2405380"/>
            <a:chOff x="4932665" y="1628141"/>
            <a:chExt cx="3413760" cy="2405380"/>
          </a:xfrm>
        </p:grpSpPr>
        <p:sp>
          <p:nvSpPr>
            <p:cNvPr id="79" name="object 79"/>
            <p:cNvSpPr/>
            <p:nvPr/>
          </p:nvSpPr>
          <p:spPr>
            <a:xfrm>
              <a:off x="6516362" y="1844036"/>
              <a:ext cx="1830066" cy="14757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932665" y="1628141"/>
              <a:ext cx="1369057" cy="24053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object 337"/>
          <p:cNvSpPr txBox="1">
            <a:spLocks noGrp="1"/>
          </p:cNvSpPr>
          <p:nvPr>
            <p:ph type="title"/>
          </p:nvPr>
        </p:nvSpPr>
        <p:spPr>
          <a:xfrm>
            <a:off x="1339850" y="441831"/>
            <a:ext cx="7113256" cy="67666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300"/>
              </a:spcBef>
              <a:tabLst>
                <a:tab pos="1370965" algn="l"/>
                <a:tab pos="3656965" algn="l"/>
              </a:tabLst>
            </a:pPr>
            <a:r>
              <a:rPr spc="-5" dirty="0">
                <a:solidFill>
                  <a:srgbClr val="333397"/>
                </a:solidFill>
              </a:rPr>
              <a:t>Ho</a:t>
            </a:r>
            <a:r>
              <a:rPr dirty="0">
                <a:solidFill>
                  <a:srgbClr val="333397"/>
                </a:solidFill>
              </a:rPr>
              <a:t>w	</a:t>
            </a:r>
            <a:r>
              <a:rPr spc="-10" dirty="0">
                <a:solidFill>
                  <a:srgbClr val="333397"/>
                </a:solidFill>
              </a:rPr>
              <a:t>t</a:t>
            </a:r>
            <a:r>
              <a:rPr dirty="0">
                <a:solidFill>
                  <a:srgbClr val="333397"/>
                </a:solidFill>
              </a:rPr>
              <a:t>o</a:t>
            </a:r>
            <a:r>
              <a:rPr spc="-15" dirty="0">
                <a:solidFill>
                  <a:srgbClr val="333397"/>
                </a:solidFill>
              </a:rPr>
              <a:t> </a:t>
            </a:r>
            <a:r>
              <a:rPr spc="-5" dirty="0">
                <a:solidFill>
                  <a:srgbClr val="333397"/>
                </a:solidFill>
              </a:rPr>
              <a:t>Avoi</a:t>
            </a:r>
            <a:r>
              <a:rPr dirty="0">
                <a:solidFill>
                  <a:srgbClr val="333397"/>
                </a:solidFill>
              </a:rPr>
              <a:t>d	</a:t>
            </a:r>
            <a:r>
              <a:rPr spc="-10" dirty="0">
                <a:solidFill>
                  <a:srgbClr val="333397"/>
                </a:solidFill>
              </a:rPr>
              <a:t>Air  </a:t>
            </a:r>
            <a:r>
              <a:rPr spc="-5" dirty="0">
                <a:solidFill>
                  <a:srgbClr val="333397"/>
                </a:solidFill>
              </a:rPr>
              <a:t>Pollution</a:t>
            </a:r>
          </a:p>
        </p:txBody>
      </p:sp>
      <p:sp>
        <p:nvSpPr>
          <p:cNvPr id="338" name="object 338"/>
          <p:cNvSpPr txBox="1"/>
          <p:nvPr/>
        </p:nvSpPr>
        <p:spPr>
          <a:xfrm>
            <a:off x="4284974" y="1937130"/>
            <a:ext cx="427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Yes, we can avoid pollution As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Follows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9" name="object 339"/>
          <p:cNvSpPr txBox="1"/>
          <p:nvPr/>
        </p:nvSpPr>
        <p:spPr>
          <a:xfrm>
            <a:off x="4719313" y="2908678"/>
            <a:ext cx="404304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48945">
              <a:lnSpc>
                <a:spcPct val="100699"/>
              </a:lnSpc>
              <a:spcBef>
                <a:spcPts val="85"/>
              </a:spcBef>
            </a:pPr>
            <a:r>
              <a:rPr sz="1800" b="1" spc="-5" dirty="0">
                <a:latin typeface="Arial"/>
                <a:cs typeface="Arial"/>
              </a:rPr>
              <a:t>Use natural Gases, like lpg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autos  Do not Burst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Crackers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b="1" spc="-5" dirty="0">
                <a:latin typeface="Arial"/>
                <a:cs typeface="Arial"/>
              </a:rPr>
              <a:t>Use less Amount of Fuel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Vehicles  Avoid using and use electric stoves  </a:t>
            </a:r>
            <a:r>
              <a:rPr sz="1800" b="1" dirty="0">
                <a:latin typeface="Arial"/>
                <a:cs typeface="Arial"/>
              </a:rPr>
              <a:t>(bio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gas)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0" name="object 340"/>
          <p:cNvGrpSpPr/>
          <p:nvPr/>
        </p:nvGrpSpPr>
        <p:grpSpPr>
          <a:xfrm>
            <a:off x="610868" y="2565394"/>
            <a:ext cx="3816350" cy="3025140"/>
            <a:chOff x="610868" y="2565394"/>
            <a:chExt cx="3816350" cy="3025140"/>
          </a:xfrm>
        </p:grpSpPr>
        <p:sp>
          <p:nvSpPr>
            <p:cNvPr id="341" name="object 341"/>
            <p:cNvSpPr/>
            <p:nvPr/>
          </p:nvSpPr>
          <p:spPr>
            <a:xfrm>
              <a:off x="784858" y="2693669"/>
              <a:ext cx="3543300" cy="2819400"/>
            </a:xfrm>
            <a:custGeom>
              <a:avLst/>
              <a:gdLst/>
              <a:ahLst/>
              <a:cxnLst/>
              <a:rect l="l" t="t" r="r" b="b"/>
              <a:pathLst>
                <a:path w="3543300" h="2819400">
                  <a:moveTo>
                    <a:pt x="3185158" y="2819394"/>
                  </a:moveTo>
                  <a:lnTo>
                    <a:pt x="359406" y="2819394"/>
                  </a:lnTo>
                  <a:lnTo>
                    <a:pt x="287019" y="2813044"/>
                  </a:lnTo>
                  <a:lnTo>
                    <a:pt x="219707" y="2795269"/>
                  </a:lnTo>
                  <a:lnTo>
                    <a:pt x="158749" y="2771119"/>
                  </a:lnTo>
                  <a:lnTo>
                    <a:pt x="105407" y="2735569"/>
                  </a:lnTo>
                  <a:lnTo>
                    <a:pt x="60957" y="2693669"/>
                  </a:lnTo>
                  <a:lnTo>
                    <a:pt x="30479" y="2645394"/>
                  </a:lnTo>
                  <a:lnTo>
                    <a:pt x="7619" y="2592069"/>
                  </a:lnTo>
                  <a:lnTo>
                    <a:pt x="0" y="2534919"/>
                  </a:lnTo>
                  <a:lnTo>
                    <a:pt x="0" y="285749"/>
                  </a:lnTo>
                  <a:lnTo>
                    <a:pt x="7619" y="228599"/>
                  </a:lnTo>
                  <a:lnTo>
                    <a:pt x="30479" y="173974"/>
                  </a:lnTo>
                  <a:lnTo>
                    <a:pt x="60957" y="125724"/>
                  </a:lnTo>
                  <a:lnTo>
                    <a:pt x="105407" y="83824"/>
                  </a:lnTo>
                  <a:lnTo>
                    <a:pt x="158749" y="48249"/>
                  </a:lnTo>
                  <a:lnTo>
                    <a:pt x="219707" y="24124"/>
                  </a:lnTo>
                  <a:lnTo>
                    <a:pt x="287019" y="6349"/>
                  </a:lnTo>
                  <a:lnTo>
                    <a:pt x="359406" y="0"/>
                  </a:lnTo>
                  <a:lnTo>
                    <a:pt x="3185158" y="0"/>
                  </a:lnTo>
                  <a:lnTo>
                    <a:pt x="3256283" y="6349"/>
                  </a:lnTo>
                  <a:lnTo>
                    <a:pt x="3324858" y="24124"/>
                  </a:lnTo>
                  <a:lnTo>
                    <a:pt x="3384533" y="48249"/>
                  </a:lnTo>
                  <a:lnTo>
                    <a:pt x="3437883" y="83824"/>
                  </a:lnTo>
                  <a:lnTo>
                    <a:pt x="3483607" y="125724"/>
                  </a:lnTo>
                  <a:lnTo>
                    <a:pt x="3514082" y="173974"/>
                  </a:lnTo>
                  <a:lnTo>
                    <a:pt x="3536932" y="228599"/>
                  </a:lnTo>
                  <a:lnTo>
                    <a:pt x="3543282" y="285749"/>
                  </a:lnTo>
                  <a:lnTo>
                    <a:pt x="3543282" y="2534919"/>
                  </a:lnTo>
                  <a:lnTo>
                    <a:pt x="3536932" y="2592069"/>
                  </a:lnTo>
                  <a:lnTo>
                    <a:pt x="3514082" y="2645394"/>
                  </a:lnTo>
                  <a:lnTo>
                    <a:pt x="3483607" y="2693669"/>
                  </a:lnTo>
                  <a:lnTo>
                    <a:pt x="3437883" y="2735569"/>
                  </a:lnTo>
                  <a:lnTo>
                    <a:pt x="3384533" y="2771119"/>
                  </a:lnTo>
                  <a:lnTo>
                    <a:pt x="3324858" y="2795269"/>
                  </a:lnTo>
                  <a:lnTo>
                    <a:pt x="3256283" y="2813044"/>
                  </a:lnTo>
                  <a:lnTo>
                    <a:pt x="3185158" y="2819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792478" y="2990844"/>
              <a:ext cx="3498850" cy="1988820"/>
            </a:xfrm>
            <a:custGeom>
              <a:avLst/>
              <a:gdLst/>
              <a:ahLst/>
              <a:cxnLst/>
              <a:rect l="l" t="t" r="r" b="b"/>
              <a:pathLst>
                <a:path w="3498850" h="1988820">
                  <a:moveTo>
                    <a:pt x="3498837" y="1988820"/>
                  </a:moveTo>
                  <a:lnTo>
                    <a:pt x="0" y="1988820"/>
                  </a:lnTo>
                  <a:lnTo>
                    <a:pt x="0" y="1854196"/>
                  </a:lnTo>
                  <a:lnTo>
                    <a:pt x="646428" y="1854196"/>
                  </a:lnTo>
                  <a:lnTo>
                    <a:pt x="646428" y="778498"/>
                  </a:lnTo>
                  <a:lnTo>
                    <a:pt x="321309" y="778498"/>
                  </a:lnTo>
                  <a:lnTo>
                    <a:pt x="801368" y="0"/>
                  </a:lnTo>
                  <a:lnTo>
                    <a:pt x="2632714" y="0"/>
                  </a:lnTo>
                  <a:lnTo>
                    <a:pt x="3162288" y="778498"/>
                  </a:lnTo>
                  <a:lnTo>
                    <a:pt x="2799064" y="778498"/>
                  </a:lnTo>
                  <a:lnTo>
                    <a:pt x="2799064" y="1854196"/>
                  </a:lnTo>
                  <a:lnTo>
                    <a:pt x="3498837" y="1854196"/>
                  </a:lnTo>
                  <a:lnTo>
                    <a:pt x="3498837" y="1988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1704327" y="4216400"/>
              <a:ext cx="2673985" cy="1158240"/>
            </a:xfrm>
            <a:custGeom>
              <a:avLst/>
              <a:gdLst/>
              <a:ahLst/>
              <a:cxnLst/>
              <a:rect l="l" t="t" r="r" b="b"/>
              <a:pathLst>
                <a:path w="2673985" h="1158239">
                  <a:moveTo>
                    <a:pt x="132080" y="200647"/>
                  </a:moveTo>
                  <a:lnTo>
                    <a:pt x="0" y="200647"/>
                  </a:lnTo>
                  <a:lnTo>
                    <a:pt x="0" y="355600"/>
                  </a:lnTo>
                  <a:lnTo>
                    <a:pt x="132080" y="355600"/>
                  </a:lnTo>
                  <a:lnTo>
                    <a:pt x="132080" y="200647"/>
                  </a:lnTo>
                  <a:close/>
                </a:path>
                <a:path w="2673985" h="1158239">
                  <a:moveTo>
                    <a:pt x="132080" y="0"/>
                  </a:moveTo>
                  <a:lnTo>
                    <a:pt x="0" y="0"/>
                  </a:lnTo>
                  <a:lnTo>
                    <a:pt x="0" y="158750"/>
                  </a:lnTo>
                  <a:lnTo>
                    <a:pt x="132080" y="158750"/>
                  </a:lnTo>
                  <a:lnTo>
                    <a:pt x="132080" y="0"/>
                  </a:lnTo>
                  <a:close/>
                </a:path>
                <a:path w="2673985" h="1158239">
                  <a:moveTo>
                    <a:pt x="317500" y="200647"/>
                  </a:moveTo>
                  <a:lnTo>
                    <a:pt x="185420" y="200647"/>
                  </a:lnTo>
                  <a:lnTo>
                    <a:pt x="185420" y="355600"/>
                  </a:lnTo>
                  <a:lnTo>
                    <a:pt x="317500" y="355600"/>
                  </a:lnTo>
                  <a:lnTo>
                    <a:pt x="317500" y="200647"/>
                  </a:lnTo>
                  <a:close/>
                </a:path>
                <a:path w="2673985" h="1158239">
                  <a:moveTo>
                    <a:pt x="317500" y="0"/>
                  </a:moveTo>
                  <a:lnTo>
                    <a:pt x="185420" y="0"/>
                  </a:lnTo>
                  <a:lnTo>
                    <a:pt x="185420" y="158750"/>
                  </a:lnTo>
                  <a:lnTo>
                    <a:pt x="317500" y="158750"/>
                  </a:lnTo>
                  <a:lnTo>
                    <a:pt x="317500" y="0"/>
                  </a:lnTo>
                  <a:close/>
                </a:path>
                <a:path w="2673985" h="1158239">
                  <a:moveTo>
                    <a:pt x="1424940" y="200647"/>
                  </a:moveTo>
                  <a:lnTo>
                    <a:pt x="1289062" y="200647"/>
                  </a:lnTo>
                  <a:lnTo>
                    <a:pt x="1289062" y="355600"/>
                  </a:lnTo>
                  <a:lnTo>
                    <a:pt x="1424940" y="355600"/>
                  </a:lnTo>
                  <a:lnTo>
                    <a:pt x="1424940" y="200647"/>
                  </a:lnTo>
                  <a:close/>
                </a:path>
                <a:path w="2673985" h="1158239">
                  <a:moveTo>
                    <a:pt x="1424940" y="0"/>
                  </a:moveTo>
                  <a:lnTo>
                    <a:pt x="1289062" y="0"/>
                  </a:lnTo>
                  <a:lnTo>
                    <a:pt x="1289062" y="158750"/>
                  </a:lnTo>
                  <a:lnTo>
                    <a:pt x="1424940" y="158750"/>
                  </a:lnTo>
                  <a:lnTo>
                    <a:pt x="1424940" y="0"/>
                  </a:lnTo>
                  <a:close/>
                </a:path>
                <a:path w="2673985" h="1158239">
                  <a:moveTo>
                    <a:pt x="1610360" y="200647"/>
                  </a:moveTo>
                  <a:lnTo>
                    <a:pt x="1478280" y="200647"/>
                  </a:lnTo>
                  <a:lnTo>
                    <a:pt x="1478280" y="355600"/>
                  </a:lnTo>
                  <a:lnTo>
                    <a:pt x="1610360" y="355600"/>
                  </a:lnTo>
                  <a:lnTo>
                    <a:pt x="1610360" y="200647"/>
                  </a:lnTo>
                  <a:close/>
                </a:path>
                <a:path w="2673985" h="1158239">
                  <a:moveTo>
                    <a:pt x="1610360" y="0"/>
                  </a:moveTo>
                  <a:lnTo>
                    <a:pt x="1478280" y="0"/>
                  </a:lnTo>
                  <a:lnTo>
                    <a:pt x="1478280" y="158750"/>
                  </a:lnTo>
                  <a:lnTo>
                    <a:pt x="1610360" y="158750"/>
                  </a:lnTo>
                  <a:lnTo>
                    <a:pt x="1610360" y="0"/>
                  </a:lnTo>
                  <a:close/>
                </a:path>
                <a:path w="2673985" h="1158239">
                  <a:moveTo>
                    <a:pt x="2673362" y="763270"/>
                  </a:moveTo>
                  <a:lnTo>
                    <a:pt x="2533662" y="763270"/>
                  </a:lnTo>
                  <a:lnTo>
                    <a:pt x="2533662" y="1158240"/>
                  </a:lnTo>
                  <a:lnTo>
                    <a:pt x="2673362" y="1158240"/>
                  </a:lnTo>
                  <a:lnTo>
                    <a:pt x="2673362" y="763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1689087" y="2816872"/>
              <a:ext cx="351790" cy="626110"/>
            </a:xfrm>
            <a:custGeom>
              <a:avLst/>
              <a:gdLst/>
              <a:ahLst/>
              <a:cxnLst/>
              <a:rect l="l" t="t" r="r" b="b"/>
              <a:pathLst>
                <a:path w="351789" h="626110">
                  <a:moveTo>
                    <a:pt x="35179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2070" y="83820"/>
                  </a:lnTo>
                  <a:lnTo>
                    <a:pt x="52070" y="626110"/>
                  </a:lnTo>
                  <a:lnTo>
                    <a:pt x="309880" y="626110"/>
                  </a:lnTo>
                  <a:lnTo>
                    <a:pt x="309880" y="83820"/>
                  </a:lnTo>
                  <a:lnTo>
                    <a:pt x="351790" y="83820"/>
                  </a:lnTo>
                  <a:lnTo>
                    <a:pt x="3517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2274565" y="4263391"/>
              <a:ext cx="462280" cy="572770"/>
            </a:xfrm>
            <a:custGeom>
              <a:avLst/>
              <a:gdLst/>
              <a:ahLst/>
              <a:cxnLst/>
              <a:rect l="l" t="t" r="r" b="b"/>
              <a:pathLst>
                <a:path w="462280" h="572770">
                  <a:moveTo>
                    <a:pt x="462279" y="572748"/>
                  </a:moveTo>
                  <a:lnTo>
                    <a:pt x="0" y="572748"/>
                  </a:lnTo>
                  <a:lnTo>
                    <a:pt x="0" y="0"/>
                  </a:lnTo>
                  <a:lnTo>
                    <a:pt x="462279" y="0"/>
                  </a:lnTo>
                  <a:lnTo>
                    <a:pt x="462279" y="5727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2366005" y="4335766"/>
              <a:ext cx="264160" cy="198120"/>
            </a:xfrm>
            <a:custGeom>
              <a:avLst/>
              <a:gdLst/>
              <a:ahLst/>
              <a:cxnLst/>
              <a:rect l="l" t="t" r="r" b="b"/>
              <a:pathLst>
                <a:path w="264160" h="198120">
                  <a:moveTo>
                    <a:pt x="264164" y="198124"/>
                  </a:moveTo>
                  <a:lnTo>
                    <a:pt x="0" y="198124"/>
                  </a:lnTo>
                  <a:lnTo>
                    <a:pt x="0" y="0"/>
                  </a:lnTo>
                  <a:lnTo>
                    <a:pt x="264164" y="0"/>
                  </a:lnTo>
                  <a:lnTo>
                    <a:pt x="264164" y="1981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559044" y="4622790"/>
              <a:ext cx="101599" cy="812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773417" y="4293869"/>
              <a:ext cx="3465195" cy="1201420"/>
            </a:xfrm>
            <a:custGeom>
              <a:avLst/>
              <a:gdLst/>
              <a:ahLst/>
              <a:cxnLst/>
              <a:rect l="l" t="t" r="r" b="b"/>
              <a:pathLst>
                <a:path w="3465195" h="1201420">
                  <a:moveTo>
                    <a:pt x="594360" y="176530"/>
                  </a:moveTo>
                  <a:lnTo>
                    <a:pt x="575310" y="107950"/>
                  </a:lnTo>
                  <a:lnTo>
                    <a:pt x="529590" y="50800"/>
                  </a:lnTo>
                  <a:lnTo>
                    <a:pt x="495300" y="29197"/>
                  </a:lnTo>
                  <a:lnTo>
                    <a:pt x="457200" y="15227"/>
                  </a:lnTo>
                  <a:lnTo>
                    <a:pt x="416560" y="2527"/>
                  </a:lnTo>
                  <a:lnTo>
                    <a:pt x="370840" y="0"/>
                  </a:lnTo>
                  <a:lnTo>
                    <a:pt x="325120" y="2527"/>
                  </a:lnTo>
                  <a:lnTo>
                    <a:pt x="283210" y="15227"/>
                  </a:lnTo>
                  <a:lnTo>
                    <a:pt x="246380" y="29197"/>
                  </a:lnTo>
                  <a:lnTo>
                    <a:pt x="185420" y="77482"/>
                  </a:lnTo>
                  <a:lnTo>
                    <a:pt x="151130" y="140982"/>
                  </a:lnTo>
                  <a:lnTo>
                    <a:pt x="147320" y="176530"/>
                  </a:lnTo>
                  <a:lnTo>
                    <a:pt x="151130" y="206997"/>
                  </a:lnTo>
                  <a:lnTo>
                    <a:pt x="177800" y="262877"/>
                  </a:lnTo>
                  <a:lnTo>
                    <a:pt x="223520" y="308597"/>
                  </a:lnTo>
                  <a:lnTo>
                    <a:pt x="283210" y="337832"/>
                  </a:lnTo>
                  <a:lnTo>
                    <a:pt x="317500" y="347980"/>
                  </a:lnTo>
                  <a:lnTo>
                    <a:pt x="317500" y="593077"/>
                  </a:lnTo>
                  <a:lnTo>
                    <a:pt x="424180" y="593077"/>
                  </a:lnTo>
                  <a:lnTo>
                    <a:pt x="424180" y="347980"/>
                  </a:lnTo>
                  <a:lnTo>
                    <a:pt x="457200" y="337832"/>
                  </a:lnTo>
                  <a:lnTo>
                    <a:pt x="521970" y="308597"/>
                  </a:lnTo>
                  <a:lnTo>
                    <a:pt x="567690" y="262877"/>
                  </a:lnTo>
                  <a:lnTo>
                    <a:pt x="590550" y="206997"/>
                  </a:lnTo>
                  <a:lnTo>
                    <a:pt x="594360" y="176530"/>
                  </a:lnTo>
                  <a:close/>
                </a:path>
                <a:path w="3465195" h="1201420">
                  <a:moveTo>
                    <a:pt x="3355340" y="176530"/>
                  </a:moveTo>
                  <a:lnTo>
                    <a:pt x="3336290" y="107950"/>
                  </a:lnTo>
                  <a:lnTo>
                    <a:pt x="3290570" y="50800"/>
                  </a:lnTo>
                  <a:lnTo>
                    <a:pt x="3256267" y="29197"/>
                  </a:lnTo>
                  <a:lnTo>
                    <a:pt x="3218167" y="15227"/>
                  </a:lnTo>
                  <a:lnTo>
                    <a:pt x="3177540" y="2527"/>
                  </a:lnTo>
                  <a:lnTo>
                    <a:pt x="3131820" y="0"/>
                  </a:lnTo>
                  <a:lnTo>
                    <a:pt x="3086100" y="2527"/>
                  </a:lnTo>
                  <a:lnTo>
                    <a:pt x="3044190" y="15227"/>
                  </a:lnTo>
                  <a:lnTo>
                    <a:pt x="3007372" y="29197"/>
                  </a:lnTo>
                  <a:lnTo>
                    <a:pt x="2973070" y="50800"/>
                  </a:lnTo>
                  <a:lnTo>
                    <a:pt x="2927350" y="107950"/>
                  </a:lnTo>
                  <a:lnTo>
                    <a:pt x="2908300" y="176530"/>
                  </a:lnTo>
                  <a:lnTo>
                    <a:pt x="2912122" y="206997"/>
                  </a:lnTo>
                  <a:lnTo>
                    <a:pt x="2934970" y="262877"/>
                  </a:lnTo>
                  <a:lnTo>
                    <a:pt x="2980690" y="308597"/>
                  </a:lnTo>
                  <a:lnTo>
                    <a:pt x="3044190" y="337832"/>
                  </a:lnTo>
                  <a:lnTo>
                    <a:pt x="3078467" y="347980"/>
                  </a:lnTo>
                  <a:lnTo>
                    <a:pt x="3078467" y="593077"/>
                  </a:lnTo>
                  <a:lnTo>
                    <a:pt x="3181337" y="593077"/>
                  </a:lnTo>
                  <a:lnTo>
                    <a:pt x="3181337" y="347980"/>
                  </a:lnTo>
                  <a:lnTo>
                    <a:pt x="3215640" y="337832"/>
                  </a:lnTo>
                  <a:lnTo>
                    <a:pt x="3279140" y="308597"/>
                  </a:lnTo>
                  <a:lnTo>
                    <a:pt x="3324872" y="262877"/>
                  </a:lnTo>
                  <a:lnTo>
                    <a:pt x="3351517" y="206997"/>
                  </a:lnTo>
                  <a:lnTo>
                    <a:pt x="3355340" y="176530"/>
                  </a:lnTo>
                  <a:close/>
                </a:path>
                <a:path w="3465195" h="1201420">
                  <a:moveTo>
                    <a:pt x="3464572" y="632447"/>
                  </a:moveTo>
                  <a:lnTo>
                    <a:pt x="0" y="632447"/>
                  </a:lnTo>
                  <a:lnTo>
                    <a:pt x="0" y="1201420"/>
                  </a:lnTo>
                  <a:lnTo>
                    <a:pt x="3464572" y="1201420"/>
                  </a:lnTo>
                  <a:lnTo>
                    <a:pt x="3464572" y="6324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977887" y="3239769"/>
              <a:ext cx="3097530" cy="2084070"/>
            </a:xfrm>
            <a:custGeom>
              <a:avLst/>
              <a:gdLst/>
              <a:ahLst/>
              <a:cxnLst/>
              <a:rect l="l" t="t" r="r" b="b"/>
              <a:pathLst>
                <a:path w="3097529" h="2084070">
                  <a:moveTo>
                    <a:pt x="78740" y="2054847"/>
                  </a:moveTo>
                  <a:lnTo>
                    <a:pt x="74930" y="2042147"/>
                  </a:lnTo>
                  <a:lnTo>
                    <a:pt x="67310" y="2030730"/>
                  </a:lnTo>
                  <a:lnTo>
                    <a:pt x="55880" y="2024380"/>
                  </a:lnTo>
                  <a:lnTo>
                    <a:pt x="41910" y="2021827"/>
                  </a:lnTo>
                  <a:lnTo>
                    <a:pt x="26670" y="2024380"/>
                  </a:lnTo>
                  <a:lnTo>
                    <a:pt x="11430" y="2030730"/>
                  </a:lnTo>
                  <a:lnTo>
                    <a:pt x="3810" y="2042147"/>
                  </a:lnTo>
                  <a:lnTo>
                    <a:pt x="0" y="2054847"/>
                  </a:lnTo>
                  <a:lnTo>
                    <a:pt x="3810" y="2066277"/>
                  </a:lnTo>
                  <a:lnTo>
                    <a:pt x="11430" y="2075180"/>
                  </a:lnTo>
                  <a:lnTo>
                    <a:pt x="26670" y="2081530"/>
                  </a:lnTo>
                  <a:lnTo>
                    <a:pt x="41910" y="2084070"/>
                  </a:lnTo>
                  <a:lnTo>
                    <a:pt x="55880" y="2081530"/>
                  </a:lnTo>
                  <a:lnTo>
                    <a:pt x="67310" y="2075180"/>
                  </a:lnTo>
                  <a:lnTo>
                    <a:pt x="74930" y="2066277"/>
                  </a:lnTo>
                  <a:lnTo>
                    <a:pt x="78740" y="2054847"/>
                  </a:lnTo>
                  <a:close/>
                </a:path>
                <a:path w="3097529" h="2084070">
                  <a:moveTo>
                    <a:pt x="78740" y="1823720"/>
                  </a:moveTo>
                  <a:lnTo>
                    <a:pt x="74930" y="1812277"/>
                  </a:lnTo>
                  <a:lnTo>
                    <a:pt x="67310" y="1803400"/>
                  </a:lnTo>
                  <a:lnTo>
                    <a:pt x="55880" y="1797050"/>
                  </a:lnTo>
                  <a:lnTo>
                    <a:pt x="41910" y="1793227"/>
                  </a:lnTo>
                  <a:lnTo>
                    <a:pt x="26670" y="1797050"/>
                  </a:lnTo>
                  <a:lnTo>
                    <a:pt x="11430" y="1803400"/>
                  </a:lnTo>
                  <a:lnTo>
                    <a:pt x="3810" y="1812277"/>
                  </a:lnTo>
                  <a:lnTo>
                    <a:pt x="0" y="1823720"/>
                  </a:lnTo>
                  <a:lnTo>
                    <a:pt x="3810" y="1836420"/>
                  </a:lnTo>
                  <a:lnTo>
                    <a:pt x="11430" y="1847850"/>
                  </a:lnTo>
                  <a:lnTo>
                    <a:pt x="26670" y="1854200"/>
                  </a:lnTo>
                  <a:lnTo>
                    <a:pt x="41910" y="1856727"/>
                  </a:lnTo>
                  <a:lnTo>
                    <a:pt x="55880" y="1854200"/>
                  </a:lnTo>
                  <a:lnTo>
                    <a:pt x="67310" y="1847850"/>
                  </a:lnTo>
                  <a:lnTo>
                    <a:pt x="74930" y="1836420"/>
                  </a:lnTo>
                  <a:lnTo>
                    <a:pt x="78740" y="1823720"/>
                  </a:lnTo>
                  <a:close/>
                </a:path>
                <a:path w="3097529" h="2084070">
                  <a:moveTo>
                    <a:pt x="275590" y="1918970"/>
                  </a:moveTo>
                  <a:lnTo>
                    <a:pt x="271780" y="1907527"/>
                  </a:lnTo>
                  <a:lnTo>
                    <a:pt x="264160" y="1896097"/>
                  </a:lnTo>
                  <a:lnTo>
                    <a:pt x="252730" y="1889747"/>
                  </a:lnTo>
                  <a:lnTo>
                    <a:pt x="238760" y="1887220"/>
                  </a:lnTo>
                  <a:lnTo>
                    <a:pt x="223520" y="1889747"/>
                  </a:lnTo>
                  <a:lnTo>
                    <a:pt x="208280" y="1896097"/>
                  </a:lnTo>
                  <a:lnTo>
                    <a:pt x="200660" y="1907527"/>
                  </a:lnTo>
                  <a:lnTo>
                    <a:pt x="196850" y="1918970"/>
                  </a:lnTo>
                  <a:lnTo>
                    <a:pt x="200660" y="1931670"/>
                  </a:lnTo>
                  <a:lnTo>
                    <a:pt x="208280" y="1940547"/>
                  </a:lnTo>
                  <a:lnTo>
                    <a:pt x="223520" y="1946897"/>
                  </a:lnTo>
                  <a:lnTo>
                    <a:pt x="238760" y="1949450"/>
                  </a:lnTo>
                  <a:lnTo>
                    <a:pt x="252730" y="1946897"/>
                  </a:lnTo>
                  <a:lnTo>
                    <a:pt x="264160" y="1940547"/>
                  </a:lnTo>
                  <a:lnTo>
                    <a:pt x="271780" y="1931670"/>
                  </a:lnTo>
                  <a:lnTo>
                    <a:pt x="275590" y="1918970"/>
                  </a:lnTo>
                  <a:close/>
                </a:path>
                <a:path w="3097529" h="2084070">
                  <a:moveTo>
                    <a:pt x="514350" y="2054847"/>
                  </a:moveTo>
                  <a:lnTo>
                    <a:pt x="510540" y="2042147"/>
                  </a:lnTo>
                  <a:lnTo>
                    <a:pt x="502920" y="2030730"/>
                  </a:lnTo>
                  <a:lnTo>
                    <a:pt x="487680" y="2024380"/>
                  </a:lnTo>
                  <a:lnTo>
                    <a:pt x="472440" y="2021827"/>
                  </a:lnTo>
                  <a:lnTo>
                    <a:pt x="457200" y="2024380"/>
                  </a:lnTo>
                  <a:lnTo>
                    <a:pt x="445770" y="2030730"/>
                  </a:lnTo>
                  <a:lnTo>
                    <a:pt x="438150" y="2042147"/>
                  </a:lnTo>
                  <a:lnTo>
                    <a:pt x="434340" y="2054847"/>
                  </a:lnTo>
                  <a:lnTo>
                    <a:pt x="438150" y="2066277"/>
                  </a:lnTo>
                  <a:lnTo>
                    <a:pt x="445770" y="2075180"/>
                  </a:lnTo>
                  <a:lnTo>
                    <a:pt x="457200" y="2081530"/>
                  </a:lnTo>
                  <a:lnTo>
                    <a:pt x="472440" y="2084070"/>
                  </a:lnTo>
                  <a:lnTo>
                    <a:pt x="487680" y="2081530"/>
                  </a:lnTo>
                  <a:lnTo>
                    <a:pt x="502920" y="2075180"/>
                  </a:lnTo>
                  <a:lnTo>
                    <a:pt x="510540" y="2066277"/>
                  </a:lnTo>
                  <a:lnTo>
                    <a:pt x="514350" y="2054847"/>
                  </a:lnTo>
                  <a:close/>
                </a:path>
                <a:path w="3097529" h="2084070">
                  <a:moveTo>
                    <a:pt x="514350" y="1823720"/>
                  </a:moveTo>
                  <a:lnTo>
                    <a:pt x="510540" y="1812277"/>
                  </a:lnTo>
                  <a:lnTo>
                    <a:pt x="502920" y="1803400"/>
                  </a:lnTo>
                  <a:lnTo>
                    <a:pt x="487680" y="1797050"/>
                  </a:lnTo>
                  <a:lnTo>
                    <a:pt x="472440" y="1793227"/>
                  </a:lnTo>
                  <a:lnTo>
                    <a:pt x="457200" y="1797050"/>
                  </a:lnTo>
                  <a:lnTo>
                    <a:pt x="445770" y="1803400"/>
                  </a:lnTo>
                  <a:lnTo>
                    <a:pt x="438150" y="1812277"/>
                  </a:lnTo>
                  <a:lnTo>
                    <a:pt x="434340" y="1823720"/>
                  </a:lnTo>
                  <a:lnTo>
                    <a:pt x="438150" y="1836420"/>
                  </a:lnTo>
                  <a:lnTo>
                    <a:pt x="445770" y="1847850"/>
                  </a:lnTo>
                  <a:lnTo>
                    <a:pt x="457200" y="1854200"/>
                  </a:lnTo>
                  <a:lnTo>
                    <a:pt x="472440" y="1856727"/>
                  </a:lnTo>
                  <a:lnTo>
                    <a:pt x="487680" y="1854200"/>
                  </a:lnTo>
                  <a:lnTo>
                    <a:pt x="502920" y="1847850"/>
                  </a:lnTo>
                  <a:lnTo>
                    <a:pt x="510540" y="1836420"/>
                  </a:lnTo>
                  <a:lnTo>
                    <a:pt x="514350" y="1823720"/>
                  </a:lnTo>
                  <a:close/>
                </a:path>
                <a:path w="3097529" h="2084070">
                  <a:moveTo>
                    <a:pt x="711200" y="1918970"/>
                  </a:moveTo>
                  <a:lnTo>
                    <a:pt x="707390" y="1907527"/>
                  </a:lnTo>
                  <a:lnTo>
                    <a:pt x="699770" y="1896097"/>
                  </a:lnTo>
                  <a:lnTo>
                    <a:pt x="684530" y="1889747"/>
                  </a:lnTo>
                  <a:lnTo>
                    <a:pt x="669277" y="1887220"/>
                  </a:lnTo>
                  <a:lnTo>
                    <a:pt x="654050" y="1889747"/>
                  </a:lnTo>
                  <a:lnTo>
                    <a:pt x="642620" y="1896097"/>
                  </a:lnTo>
                  <a:lnTo>
                    <a:pt x="635000" y="1907527"/>
                  </a:lnTo>
                  <a:lnTo>
                    <a:pt x="631190" y="1918970"/>
                  </a:lnTo>
                  <a:lnTo>
                    <a:pt x="635000" y="1931670"/>
                  </a:lnTo>
                  <a:lnTo>
                    <a:pt x="642620" y="1940547"/>
                  </a:lnTo>
                  <a:lnTo>
                    <a:pt x="654050" y="1946897"/>
                  </a:lnTo>
                  <a:lnTo>
                    <a:pt x="669277" y="1949450"/>
                  </a:lnTo>
                  <a:lnTo>
                    <a:pt x="684530" y="1946897"/>
                  </a:lnTo>
                  <a:lnTo>
                    <a:pt x="699770" y="1940547"/>
                  </a:lnTo>
                  <a:lnTo>
                    <a:pt x="707390" y="1931670"/>
                  </a:lnTo>
                  <a:lnTo>
                    <a:pt x="711200" y="1918970"/>
                  </a:lnTo>
                  <a:close/>
                </a:path>
                <a:path w="3097529" h="2084070">
                  <a:moveTo>
                    <a:pt x="941070" y="2054847"/>
                  </a:moveTo>
                  <a:lnTo>
                    <a:pt x="937260" y="2042147"/>
                  </a:lnTo>
                  <a:lnTo>
                    <a:pt x="929640" y="2030730"/>
                  </a:lnTo>
                  <a:lnTo>
                    <a:pt x="919480" y="2024380"/>
                  </a:lnTo>
                  <a:lnTo>
                    <a:pt x="904240" y="2021827"/>
                  </a:lnTo>
                  <a:lnTo>
                    <a:pt x="889000" y="2024380"/>
                  </a:lnTo>
                  <a:lnTo>
                    <a:pt x="873760" y="2030730"/>
                  </a:lnTo>
                  <a:lnTo>
                    <a:pt x="866140" y="2042147"/>
                  </a:lnTo>
                  <a:lnTo>
                    <a:pt x="862330" y="2054847"/>
                  </a:lnTo>
                  <a:lnTo>
                    <a:pt x="866140" y="2066277"/>
                  </a:lnTo>
                  <a:lnTo>
                    <a:pt x="873760" y="2075180"/>
                  </a:lnTo>
                  <a:lnTo>
                    <a:pt x="889000" y="2081530"/>
                  </a:lnTo>
                  <a:lnTo>
                    <a:pt x="904240" y="2084070"/>
                  </a:lnTo>
                  <a:lnTo>
                    <a:pt x="919480" y="2081530"/>
                  </a:lnTo>
                  <a:lnTo>
                    <a:pt x="929640" y="2075180"/>
                  </a:lnTo>
                  <a:lnTo>
                    <a:pt x="937260" y="2066277"/>
                  </a:lnTo>
                  <a:lnTo>
                    <a:pt x="941070" y="2054847"/>
                  </a:lnTo>
                  <a:close/>
                </a:path>
                <a:path w="3097529" h="2084070">
                  <a:moveTo>
                    <a:pt x="941070" y="1823720"/>
                  </a:moveTo>
                  <a:lnTo>
                    <a:pt x="937260" y="1812277"/>
                  </a:lnTo>
                  <a:lnTo>
                    <a:pt x="929640" y="1803400"/>
                  </a:lnTo>
                  <a:lnTo>
                    <a:pt x="919480" y="1797050"/>
                  </a:lnTo>
                  <a:lnTo>
                    <a:pt x="904240" y="1793227"/>
                  </a:lnTo>
                  <a:lnTo>
                    <a:pt x="889000" y="1797050"/>
                  </a:lnTo>
                  <a:lnTo>
                    <a:pt x="873760" y="1803400"/>
                  </a:lnTo>
                  <a:lnTo>
                    <a:pt x="866140" y="1812277"/>
                  </a:lnTo>
                  <a:lnTo>
                    <a:pt x="862330" y="1823720"/>
                  </a:lnTo>
                  <a:lnTo>
                    <a:pt x="866140" y="1836420"/>
                  </a:lnTo>
                  <a:lnTo>
                    <a:pt x="873760" y="1847850"/>
                  </a:lnTo>
                  <a:lnTo>
                    <a:pt x="889000" y="1854200"/>
                  </a:lnTo>
                  <a:lnTo>
                    <a:pt x="904240" y="1856727"/>
                  </a:lnTo>
                  <a:lnTo>
                    <a:pt x="919480" y="1854200"/>
                  </a:lnTo>
                  <a:lnTo>
                    <a:pt x="929640" y="1847850"/>
                  </a:lnTo>
                  <a:lnTo>
                    <a:pt x="937260" y="1836420"/>
                  </a:lnTo>
                  <a:lnTo>
                    <a:pt x="941070" y="1823720"/>
                  </a:lnTo>
                  <a:close/>
                </a:path>
                <a:path w="3097529" h="2084070">
                  <a:moveTo>
                    <a:pt x="1137920" y="1918970"/>
                  </a:moveTo>
                  <a:lnTo>
                    <a:pt x="1134110" y="1907527"/>
                  </a:lnTo>
                  <a:lnTo>
                    <a:pt x="1126490" y="1896097"/>
                  </a:lnTo>
                  <a:lnTo>
                    <a:pt x="1115060" y="1889747"/>
                  </a:lnTo>
                  <a:lnTo>
                    <a:pt x="1099820" y="1887220"/>
                  </a:lnTo>
                  <a:lnTo>
                    <a:pt x="1085850" y="1889747"/>
                  </a:lnTo>
                  <a:lnTo>
                    <a:pt x="1074420" y="1896097"/>
                  </a:lnTo>
                  <a:lnTo>
                    <a:pt x="1066800" y="1907527"/>
                  </a:lnTo>
                  <a:lnTo>
                    <a:pt x="1062990" y="1918970"/>
                  </a:lnTo>
                  <a:lnTo>
                    <a:pt x="1066800" y="1931670"/>
                  </a:lnTo>
                  <a:lnTo>
                    <a:pt x="1074420" y="1940547"/>
                  </a:lnTo>
                  <a:lnTo>
                    <a:pt x="1085850" y="1946897"/>
                  </a:lnTo>
                  <a:lnTo>
                    <a:pt x="1099820" y="1949450"/>
                  </a:lnTo>
                  <a:lnTo>
                    <a:pt x="1115060" y="1946897"/>
                  </a:lnTo>
                  <a:lnTo>
                    <a:pt x="1126490" y="1940547"/>
                  </a:lnTo>
                  <a:lnTo>
                    <a:pt x="1134110" y="1931670"/>
                  </a:lnTo>
                  <a:lnTo>
                    <a:pt x="1137920" y="1918970"/>
                  </a:lnTo>
                  <a:close/>
                </a:path>
                <a:path w="3097529" h="2084070">
                  <a:moveTo>
                    <a:pt x="1376680" y="2054847"/>
                  </a:moveTo>
                  <a:lnTo>
                    <a:pt x="1372870" y="2042147"/>
                  </a:lnTo>
                  <a:lnTo>
                    <a:pt x="1365250" y="2030730"/>
                  </a:lnTo>
                  <a:lnTo>
                    <a:pt x="1350010" y="2024380"/>
                  </a:lnTo>
                  <a:lnTo>
                    <a:pt x="1334770" y="2021827"/>
                  </a:lnTo>
                  <a:lnTo>
                    <a:pt x="1319530" y="2024380"/>
                  </a:lnTo>
                  <a:lnTo>
                    <a:pt x="1308100" y="2030730"/>
                  </a:lnTo>
                  <a:lnTo>
                    <a:pt x="1300480" y="2042147"/>
                  </a:lnTo>
                  <a:lnTo>
                    <a:pt x="1296670" y="2054847"/>
                  </a:lnTo>
                  <a:lnTo>
                    <a:pt x="1300480" y="2066277"/>
                  </a:lnTo>
                  <a:lnTo>
                    <a:pt x="1308100" y="2075180"/>
                  </a:lnTo>
                  <a:lnTo>
                    <a:pt x="1319530" y="2081530"/>
                  </a:lnTo>
                  <a:lnTo>
                    <a:pt x="1334770" y="2084070"/>
                  </a:lnTo>
                  <a:lnTo>
                    <a:pt x="1350010" y="2081530"/>
                  </a:lnTo>
                  <a:lnTo>
                    <a:pt x="1365250" y="2075180"/>
                  </a:lnTo>
                  <a:lnTo>
                    <a:pt x="1372870" y="2066277"/>
                  </a:lnTo>
                  <a:lnTo>
                    <a:pt x="1376680" y="2054847"/>
                  </a:lnTo>
                  <a:close/>
                </a:path>
                <a:path w="3097529" h="2084070">
                  <a:moveTo>
                    <a:pt x="1376680" y="1823720"/>
                  </a:moveTo>
                  <a:lnTo>
                    <a:pt x="1372870" y="1812277"/>
                  </a:lnTo>
                  <a:lnTo>
                    <a:pt x="1365250" y="1803400"/>
                  </a:lnTo>
                  <a:lnTo>
                    <a:pt x="1350010" y="1797050"/>
                  </a:lnTo>
                  <a:lnTo>
                    <a:pt x="1334770" y="1793227"/>
                  </a:lnTo>
                  <a:lnTo>
                    <a:pt x="1319530" y="1797050"/>
                  </a:lnTo>
                  <a:lnTo>
                    <a:pt x="1308100" y="1803400"/>
                  </a:lnTo>
                  <a:lnTo>
                    <a:pt x="1300480" y="1812277"/>
                  </a:lnTo>
                  <a:lnTo>
                    <a:pt x="1296670" y="1823720"/>
                  </a:lnTo>
                  <a:lnTo>
                    <a:pt x="1300480" y="1836420"/>
                  </a:lnTo>
                  <a:lnTo>
                    <a:pt x="1308100" y="1847850"/>
                  </a:lnTo>
                  <a:lnTo>
                    <a:pt x="1319530" y="1854200"/>
                  </a:lnTo>
                  <a:lnTo>
                    <a:pt x="1334770" y="1856727"/>
                  </a:lnTo>
                  <a:lnTo>
                    <a:pt x="1350010" y="1854200"/>
                  </a:lnTo>
                  <a:lnTo>
                    <a:pt x="1365250" y="1847850"/>
                  </a:lnTo>
                  <a:lnTo>
                    <a:pt x="1372870" y="1836420"/>
                  </a:lnTo>
                  <a:lnTo>
                    <a:pt x="1376680" y="1823720"/>
                  </a:lnTo>
                  <a:close/>
                </a:path>
                <a:path w="3097529" h="2084070">
                  <a:moveTo>
                    <a:pt x="1573530" y="1918970"/>
                  </a:moveTo>
                  <a:lnTo>
                    <a:pt x="1569720" y="1907527"/>
                  </a:lnTo>
                  <a:lnTo>
                    <a:pt x="1562100" y="1896097"/>
                  </a:lnTo>
                  <a:lnTo>
                    <a:pt x="1550670" y="1889747"/>
                  </a:lnTo>
                  <a:lnTo>
                    <a:pt x="1535430" y="1887220"/>
                  </a:lnTo>
                  <a:lnTo>
                    <a:pt x="1520190" y="1889747"/>
                  </a:lnTo>
                  <a:lnTo>
                    <a:pt x="1504950" y="1896097"/>
                  </a:lnTo>
                  <a:lnTo>
                    <a:pt x="1497330" y="1907527"/>
                  </a:lnTo>
                  <a:lnTo>
                    <a:pt x="1493520" y="1918970"/>
                  </a:lnTo>
                  <a:lnTo>
                    <a:pt x="1497330" y="1931670"/>
                  </a:lnTo>
                  <a:lnTo>
                    <a:pt x="1504950" y="1940547"/>
                  </a:lnTo>
                  <a:lnTo>
                    <a:pt x="1520190" y="1946897"/>
                  </a:lnTo>
                  <a:lnTo>
                    <a:pt x="1535430" y="1949450"/>
                  </a:lnTo>
                  <a:lnTo>
                    <a:pt x="1550670" y="1946897"/>
                  </a:lnTo>
                  <a:lnTo>
                    <a:pt x="1562100" y="1940547"/>
                  </a:lnTo>
                  <a:lnTo>
                    <a:pt x="1569720" y="1931670"/>
                  </a:lnTo>
                  <a:lnTo>
                    <a:pt x="1573530" y="1918970"/>
                  </a:lnTo>
                  <a:close/>
                </a:path>
                <a:path w="3097529" h="2084070">
                  <a:moveTo>
                    <a:pt x="1795780" y="2054847"/>
                  </a:moveTo>
                  <a:lnTo>
                    <a:pt x="1793252" y="2042147"/>
                  </a:lnTo>
                  <a:lnTo>
                    <a:pt x="1785620" y="2030730"/>
                  </a:lnTo>
                  <a:lnTo>
                    <a:pt x="1774202" y="2024380"/>
                  </a:lnTo>
                  <a:lnTo>
                    <a:pt x="1758950" y="2021827"/>
                  </a:lnTo>
                  <a:lnTo>
                    <a:pt x="1743697" y="2024380"/>
                  </a:lnTo>
                  <a:lnTo>
                    <a:pt x="1728470" y="2030730"/>
                  </a:lnTo>
                  <a:lnTo>
                    <a:pt x="1720850" y="2042147"/>
                  </a:lnTo>
                  <a:lnTo>
                    <a:pt x="1717052" y="2054847"/>
                  </a:lnTo>
                  <a:lnTo>
                    <a:pt x="1720850" y="2066277"/>
                  </a:lnTo>
                  <a:lnTo>
                    <a:pt x="1728470" y="2075180"/>
                  </a:lnTo>
                  <a:lnTo>
                    <a:pt x="1743697" y="2081530"/>
                  </a:lnTo>
                  <a:lnTo>
                    <a:pt x="1758950" y="2084070"/>
                  </a:lnTo>
                  <a:lnTo>
                    <a:pt x="1774202" y="2081530"/>
                  </a:lnTo>
                  <a:lnTo>
                    <a:pt x="1785620" y="2075180"/>
                  </a:lnTo>
                  <a:lnTo>
                    <a:pt x="1793252" y="2066277"/>
                  </a:lnTo>
                  <a:lnTo>
                    <a:pt x="1795780" y="2054847"/>
                  </a:lnTo>
                  <a:close/>
                </a:path>
                <a:path w="3097529" h="2084070">
                  <a:moveTo>
                    <a:pt x="1795780" y="1823720"/>
                  </a:moveTo>
                  <a:lnTo>
                    <a:pt x="1793252" y="1812277"/>
                  </a:lnTo>
                  <a:lnTo>
                    <a:pt x="1785620" y="1803400"/>
                  </a:lnTo>
                  <a:lnTo>
                    <a:pt x="1774202" y="1797050"/>
                  </a:lnTo>
                  <a:lnTo>
                    <a:pt x="1758950" y="1793227"/>
                  </a:lnTo>
                  <a:lnTo>
                    <a:pt x="1743697" y="1797050"/>
                  </a:lnTo>
                  <a:lnTo>
                    <a:pt x="1728470" y="1803400"/>
                  </a:lnTo>
                  <a:lnTo>
                    <a:pt x="1720850" y="1812277"/>
                  </a:lnTo>
                  <a:lnTo>
                    <a:pt x="1717052" y="1823720"/>
                  </a:lnTo>
                  <a:lnTo>
                    <a:pt x="1720850" y="1836420"/>
                  </a:lnTo>
                  <a:lnTo>
                    <a:pt x="1728470" y="1847850"/>
                  </a:lnTo>
                  <a:lnTo>
                    <a:pt x="1743697" y="1854200"/>
                  </a:lnTo>
                  <a:lnTo>
                    <a:pt x="1758950" y="1856727"/>
                  </a:lnTo>
                  <a:lnTo>
                    <a:pt x="1774202" y="1854200"/>
                  </a:lnTo>
                  <a:lnTo>
                    <a:pt x="1785620" y="1847850"/>
                  </a:lnTo>
                  <a:lnTo>
                    <a:pt x="1793252" y="1836420"/>
                  </a:lnTo>
                  <a:lnTo>
                    <a:pt x="1795780" y="1823720"/>
                  </a:lnTo>
                  <a:close/>
                </a:path>
                <a:path w="3097529" h="2084070">
                  <a:moveTo>
                    <a:pt x="1992630" y="1918970"/>
                  </a:moveTo>
                  <a:lnTo>
                    <a:pt x="1988820" y="1907527"/>
                  </a:lnTo>
                  <a:lnTo>
                    <a:pt x="1981200" y="1896097"/>
                  </a:lnTo>
                  <a:lnTo>
                    <a:pt x="1971052" y="1889747"/>
                  </a:lnTo>
                  <a:lnTo>
                    <a:pt x="1955800" y="1887220"/>
                  </a:lnTo>
                  <a:lnTo>
                    <a:pt x="1940547" y="1889747"/>
                  </a:lnTo>
                  <a:lnTo>
                    <a:pt x="1925320" y="1896097"/>
                  </a:lnTo>
                  <a:lnTo>
                    <a:pt x="1917700" y="1907527"/>
                  </a:lnTo>
                  <a:lnTo>
                    <a:pt x="1913902" y="1918970"/>
                  </a:lnTo>
                  <a:lnTo>
                    <a:pt x="1917700" y="1931670"/>
                  </a:lnTo>
                  <a:lnTo>
                    <a:pt x="1925320" y="1940547"/>
                  </a:lnTo>
                  <a:lnTo>
                    <a:pt x="1940547" y="1946897"/>
                  </a:lnTo>
                  <a:lnTo>
                    <a:pt x="1955800" y="1949450"/>
                  </a:lnTo>
                  <a:lnTo>
                    <a:pt x="1971052" y="1946897"/>
                  </a:lnTo>
                  <a:lnTo>
                    <a:pt x="1981200" y="1940547"/>
                  </a:lnTo>
                  <a:lnTo>
                    <a:pt x="1988820" y="1931670"/>
                  </a:lnTo>
                  <a:lnTo>
                    <a:pt x="1992630" y="1918970"/>
                  </a:lnTo>
                  <a:close/>
                </a:path>
                <a:path w="3097529" h="2084070">
                  <a:moveTo>
                    <a:pt x="2231402" y="2054847"/>
                  </a:moveTo>
                  <a:lnTo>
                    <a:pt x="2227580" y="2042147"/>
                  </a:lnTo>
                  <a:lnTo>
                    <a:pt x="2219947" y="2030730"/>
                  </a:lnTo>
                  <a:lnTo>
                    <a:pt x="2204720" y="2024380"/>
                  </a:lnTo>
                  <a:lnTo>
                    <a:pt x="2189480" y="2021827"/>
                  </a:lnTo>
                  <a:lnTo>
                    <a:pt x="2174252" y="2024380"/>
                  </a:lnTo>
                  <a:lnTo>
                    <a:pt x="2162797" y="2030730"/>
                  </a:lnTo>
                  <a:lnTo>
                    <a:pt x="2155202" y="2042147"/>
                  </a:lnTo>
                  <a:lnTo>
                    <a:pt x="2151380" y="2054847"/>
                  </a:lnTo>
                  <a:lnTo>
                    <a:pt x="2155202" y="2066277"/>
                  </a:lnTo>
                  <a:lnTo>
                    <a:pt x="2162797" y="2075180"/>
                  </a:lnTo>
                  <a:lnTo>
                    <a:pt x="2174252" y="2081530"/>
                  </a:lnTo>
                  <a:lnTo>
                    <a:pt x="2189480" y="2084070"/>
                  </a:lnTo>
                  <a:lnTo>
                    <a:pt x="2204720" y="2081530"/>
                  </a:lnTo>
                  <a:lnTo>
                    <a:pt x="2219947" y="2075180"/>
                  </a:lnTo>
                  <a:lnTo>
                    <a:pt x="2227580" y="2066277"/>
                  </a:lnTo>
                  <a:lnTo>
                    <a:pt x="2231402" y="2054847"/>
                  </a:lnTo>
                  <a:close/>
                </a:path>
                <a:path w="3097529" h="2084070">
                  <a:moveTo>
                    <a:pt x="2231402" y="1823720"/>
                  </a:moveTo>
                  <a:lnTo>
                    <a:pt x="2227580" y="1812277"/>
                  </a:lnTo>
                  <a:lnTo>
                    <a:pt x="2219947" y="1803400"/>
                  </a:lnTo>
                  <a:lnTo>
                    <a:pt x="2204720" y="1797050"/>
                  </a:lnTo>
                  <a:lnTo>
                    <a:pt x="2189480" y="1793227"/>
                  </a:lnTo>
                  <a:lnTo>
                    <a:pt x="2174252" y="1797050"/>
                  </a:lnTo>
                  <a:lnTo>
                    <a:pt x="2162797" y="1803400"/>
                  </a:lnTo>
                  <a:lnTo>
                    <a:pt x="2155202" y="1812277"/>
                  </a:lnTo>
                  <a:lnTo>
                    <a:pt x="2151380" y="1823720"/>
                  </a:lnTo>
                  <a:lnTo>
                    <a:pt x="2155202" y="1836420"/>
                  </a:lnTo>
                  <a:lnTo>
                    <a:pt x="2162797" y="1847850"/>
                  </a:lnTo>
                  <a:lnTo>
                    <a:pt x="2174252" y="1854200"/>
                  </a:lnTo>
                  <a:lnTo>
                    <a:pt x="2189480" y="1856727"/>
                  </a:lnTo>
                  <a:lnTo>
                    <a:pt x="2204720" y="1854200"/>
                  </a:lnTo>
                  <a:lnTo>
                    <a:pt x="2219947" y="1847850"/>
                  </a:lnTo>
                  <a:lnTo>
                    <a:pt x="2227580" y="1836420"/>
                  </a:lnTo>
                  <a:lnTo>
                    <a:pt x="2231402" y="1823720"/>
                  </a:lnTo>
                  <a:close/>
                </a:path>
                <a:path w="3097529" h="2084070">
                  <a:moveTo>
                    <a:pt x="2258047" y="149860"/>
                  </a:moveTo>
                  <a:lnTo>
                    <a:pt x="2053602" y="0"/>
                  </a:lnTo>
                  <a:lnTo>
                    <a:pt x="1830070" y="149860"/>
                  </a:lnTo>
                  <a:lnTo>
                    <a:pt x="1830070" y="571500"/>
                  </a:lnTo>
                  <a:lnTo>
                    <a:pt x="2258047" y="571500"/>
                  </a:lnTo>
                  <a:lnTo>
                    <a:pt x="2258047" y="149860"/>
                  </a:lnTo>
                  <a:close/>
                </a:path>
                <a:path w="3097529" h="2084070">
                  <a:moveTo>
                    <a:pt x="2428252" y="1918970"/>
                  </a:moveTo>
                  <a:lnTo>
                    <a:pt x="2424430" y="1907527"/>
                  </a:lnTo>
                  <a:lnTo>
                    <a:pt x="2416797" y="1896097"/>
                  </a:lnTo>
                  <a:lnTo>
                    <a:pt x="2401570" y="1889747"/>
                  </a:lnTo>
                  <a:lnTo>
                    <a:pt x="2386330" y="1887220"/>
                  </a:lnTo>
                  <a:lnTo>
                    <a:pt x="2371102" y="1889747"/>
                  </a:lnTo>
                  <a:lnTo>
                    <a:pt x="2359647" y="1896097"/>
                  </a:lnTo>
                  <a:lnTo>
                    <a:pt x="2352052" y="1907527"/>
                  </a:lnTo>
                  <a:lnTo>
                    <a:pt x="2348230" y="1918970"/>
                  </a:lnTo>
                  <a:lnTo>
                    <a:pt x="2352052" y="1931670"/>
                  </a:lnTo>
                  <a:lnTo>
                    <a:pt x="2359647" y="1940547"/>
                  </a:lnTo>
                  <a:lnTo>
                    <a:pt x="2371102" y="1946897"/>
                  </a:lnTo>
                  <a:lnTo>
                    <a:pt x="2386330" y="1949450"/>
                  </a:lnTo>
                  <a:lnTo>
                    <a:pt x="2401570" y="1946897"/>
                  </a:lnTo>
                  <a:lnTo>
                    <a:pt x="2416797" y="1940547"/>
                  </a:lnTo>
                  <a:lnTo>
                    <a:pt x="2424430" y="1931670"/>
                  </a:lnTo>
                  <a:lnTo>
                    <a:pt x="2428252" y="1918970"/>
                  </a:lnTo>
                  <a:close/>
                </a:path>
                <a:path w="3097529" h="2084070">
                  <a:moveTo>
                    <a:pt x="2661920" y="2054847"/>
                  </a:moveTo>
                  <a:lnTo>
                    <a:pt x="2659380" y="2042147"/>
                  </a:lnTo>
                  <a:lnTo>
                    <a:pt x="2651747" y="2030730"/>
                  </a:lnTo>
                  <a:lnTo>
                    <a:pt x="2640330" y="2024380"/>
                  </a:lnTo>
                  <a:lnTo>
                    <a:pt x="2625102" y="2021827"/>
                  </a:lnTo>
                  <a:lnTo>
                    <a:pt x="2609850" y="2024380"/>
                  </a:lnTo>
                  <a:lnTo>
                    <a:pt x="2594597" y="2030730"/>
                  </a:lnTo>
                  <a:lnTo>
                    <a:pt x="2587002" y="2042147"/>
                  </a:lnTo>
                  <a:lnTo>
                    <a:pt x="2583180" y="2054847"/>
                  </a:lnTo>
                  <a:lnTo>
                    <a:pt x="2587002" y="2066277"/>
                  </a:lnTo>
                  <a:lnTo>
                    <a:pt x="2594597" y="2075180"/>
                  </a:lnTo>
                  <a:lnTo>
                    <a:pt x="2609850" y="2081530"/>
                  </a:lnTo>
                  <a:lnTo>
                    <a:pt x="2625102" y="2084070"/>
                  </a:lnTo>
                  <a:lnTo>
                    <a:pt x="2640330" y="2081530"/>
                  </a:lnTo>
                  <a:lnTo>
                    <a:pt x="2651747" y="2075180"/>
                  </a:lnTo>
                  <a:lnTo>
                    <a:pt x="2659380" y="2066277"/>
                  </a:lnTo>
                  <a:lnTo>
                    <a:pt x="2661920" y="2054847"/>
                  </a:lnTo>
                  <a:close/>
                </a:path>
                <a:path w="3097529" h="2084070">
                  <a:moveTo>
                    <a:pt x="2661920" y="1823720"/>
                  </a:moveTo>
                  <a:lnTo>
                    <a:pt x="2659380" y="1812277"/>
                  </a:lnTo>
                  <a:lnTo>
                    <a:pt x="2651747" y="1803400"/>
                  </a:lnTo>
                  <a:lnTo>
                    <a:pt x="2640330" y="1797050"/>
                  </a:lnTo>
                  <a:lnTo>
                    <a:pt x="2625102" y="1793227"/>
                  </a:lnTo>
                  <a:lnTo>
                    <a:pt x="2609850" y="1797050"/>
                  </a:lnTo>
                  <a:lnTo>
                    <a:pt x="2594597" y="1803400"/>
                  </a:lnTo>
                  <a:lnTo>
                    <a:pt x="2587002" y="1812277"/>
                  </a:lnTo>
                  <a:lnTo>
                    <a:pt x="2583180" y="1823720"/>
                  </a:lnTo>
                  <a:lnTo>
                    <a:pt x="2587002" y="1836420"/>
                  </a:lnTo>
                  <a:lnTo>
                    <a:pt x="2594597" y="1847850"/>
                  </a:lnTo>
                  <a:lnTo>
                    <a:pt x="2609850" y="1854200"/>
                  </a:lnTo>
                  <a:lnTo>
                    <a:pt x="2625102" y="1856727"/>
                  </a:lnTo>
                  <a:lnTo>
                    <a:pt x="2640330" y="1854200"/>
                  </a:lnTo>
                  <a:lnTo>
                    <a:pt x="2651747" y="1847850"/>
                  </a:lnTo>
                  <a:lnTo>
                    <a:pt x="2659380" y="1836420"/>
                  </a:lnTo>
                  <a:lnTo>
                    <a:pt x="2661920" y="1823720"/>
                  </a:lnTo>
                  <a:close/>
                </a:path>
                <a:path w="3097529" h="2084070">
                  <a:moveTo>
                    <a:pt x="2858770" y="1918970"/>
                  </a:moveTo>
                  <a:lnTo>
                    <a:pt x="2854947" y="1907527"/>
                  </a:lnTo>
                  <a:lnTo>
                    <a:pt x="2847352" y="1896097"/>
                  </a:lnTo>
                  <a:lnTo>
                    <a:pt x="2835897" y="1889747"/>
                  </a:lnTo>
                  <a:lnTo>
                    <a:pt x="2821952" y="1887220"/>
                  </a:lnTo>
                  <a:lnTo>
                    <a:pt x="2806700" y="1889747"/>
                  </a:lnTo>
                  <a:lnTo>
                    <a:pt x="2791447" y="1896097"/>
                  </a:lnTo>
                  <a:lnTo>
                    <a:pt x="2783852" y="1907527"/>
                  </a:lnTo>
                  <a:lnTo>
                    <a:pt x="2780030" y="1918970"/>
                  </a:lnTo>
                  <a:lnTo>
                    <a:pt x="2783852" y="1931670"/>
                  </a:lnTo>
                  <a:lnTo>
                    <a:pt x="2791447" y="1940547"/>
                  </a:lnTo>
                  <a:lnTo>
                    <a:pt x="2806700" y="1946897"/>
                  </a:lnTo>
                  <a:lnTo>
                    <a:pt x="2821952" y="1949450"/>
                  </a:lnTo>
                  <a:lnTo>
                    <a:pt x="2835897" y="1946897"/>
                  </a:lnTo>
                  <a:lnTo>
                    <a:pt x="2847352" y="1940547"/>
                  </a:lnTo>
                  <a:lnTo>
                    <a:pt x="2854947" y="1931670"/>
                  </a:lnTo>
                  <a:lnTo>
                    <a:pt x="2858770" y="1918970"/>
                  </a:lnTo>
                  <a:close/>
                </a:path>
                <a:path w="3097529" h="2084070">
                  <a:moveTo>
                    <a:pt x="3097517" y="2054847"/>
                  </a:moveTo>
                  <a:lnTo>
                    <a:pt x="3093720" y="2042147"/>
                  </a:lnTo>
                  <a:lnTo>
                    <a:pt x="3086100" y="2030730"/>
                  </a:lnTo>
                  <a:lnTo>
                    <a:pt x="3070847" y="2024380"/>
                  </a:lnTo>
                  <a:lnTo>
                    <a:pt x="3055620" y="2021827"/>
                  </a:lnTo>
                  <a:lnTo>
                    <a:pt x="3040367" y="2024380"/>
                  </a:lnTo>
                  <a:lnTo>
                    <a:pt x="3028950" y="2030730"/>
                  </a:lnTo>
                  <a:lnTo>
                    <a:pt x="3021317" y="2042147"/>
                  </a:lnTo>
                  <a:lnTo>
                    <a:pt x="3017520" y="2054847"/>
                  </a:lnTo>
                  <a:lnTo>
                    <a:pt x="3021317" y="2066277"/>
                  </a:lnTo>
                  <a:lnTo>
                    <a:pt x="3028950" y="2075180"/>
                  </a:lnTo>
                  <a:lnTo>
                    <a:pt x="3040367" y="2081530"/>
                  </a:lnTo>
                  <a:lnTo>
                    <a:pt x="3055620" y="2084070"/>
                  </a:lnTo>
                  <a:lnTo>
                    <a:pt x="3070847" y="2081530"/>
                  </a:lnTo>
                  <a:lnTo>
                    <a:pt x="3086100" y="2075180"/>
                  </a:lnTo>
                  <a:lnTo>
                    <a:pt x="3093720" y="2066277"/>
                  </a:lnTo>
                  <a:lnTo>
                    <a:pt x="3097517" y="2054847"/>
                  </a:lnTo>
                  <a:close/>
                </a:path>
                <a:path w="3097529" h="2084070">
                  <a:moveTo>
                    <a:pt x="3097517" y="1823720"/>
                  </a:moveTo>
                  <a:lnTo>
                    <a:pt x="3093720" y="1812277"/>
                  </a:lnTo>
                  <a:lnTo>
                    <a:pt x="3086100" y="1803400"/>
                  </a:lnTo>
                  <a:lnTo>
                    <a:pt x="3070847" y="1797050"/>
                  </a:lnTo>
                  <a:lnTo>
                    <a:pt x="3055620" y="1793227"/>
                  </a:lnTo>
                  <a:lnTo>
                    <a:pt x="3040367" y="1797050"/>
                  </a:lnTo>
                  <a:lnTo>
                    <a:pt x="3028950" y="1803400"/>
                  </a:lnTo>
                  <a:lnTo>
                    <a:pt x="3021317" y="1812277"/>
                  </a:lnTo>
                  <a:lnTo>
                    <a:pt x="3017520" y="1823720"/>
                  </a:lnTo>
                  <a:lnTo>
                    <a:pt x="3021317" y="1836420"/>
                  </a:lnTo>
                  <a:lnTo>
                    <a:pt x="3028950" y="1847850"/>
                  </a:lnTo>
                  <a:lnTo>
                    <a:pt x="3040367" y="1854200"/>
                  </a:lnTo>
                  <a:lnTo>
                    <a:pt x="3055620" y="1856727"/>
                  </a:lnTo>
                  <a:lnTo>
                    <a:pt x="3070847" y="1854200"/>
                  </a:lnTo>
                  <a:lnTo>
                    <a:pt x="3086100" y="1847850"/>
                  </a:lnTo>
                  <a:lnTo>
                    <a:pt x="3093720" y="1836420"/>
                  </a:lnTo>
                  <a:lnTo>
                    <a:pt x="3097517" y="1823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2884157" y="3427729"/>
              <a:ext cx="279400" cy="312420"/>
            </a:xfrm>
            <a:custGeom>
              <a:avLst/>
              <a:gdLst/>
              <a:ahLst/>
              <a:cxnLst/>
              <a:rect l="l" t="t" r="r" b="b"/>
              <a:pathLst>
                <a:path w="279400" h="312420">
                  <a:moveTo>
                    <a:pt x="120650" y="176517"/>
                  </a:moveTo>
                  <a:lnTo>
                    <a:pt x="0" y="176517"/>
                  </a:lnTo>
                  <a:lnTo>
                    <a:pt x="0" y="312420"/>
                  </a:lnTo>
                  <a:lnTo>
                    <a:pt x="120650" y="312420"/>
                  </a:lnTo>
                  <a:lnTo>
                    <a:pt x="120650" y="176517"/>
                  </a:lnTo>
                  <a:close/>
                </a:path>
                <a:path w="279400" h="312420">
                  <a:moveTo>
                    <a:pt x="120650" y="0"/>
                  </a:moveTo>
                  <a:lnTo>
                    <a:pt x="0" y="0"/>
                  </a:lnTo>
                  <a:lnTo>
                    <a:pt x="0" y="138417"/>
                  </a:lnTo>
                  <a:lnTo>
                    <a:pt x="120650" y="138417"/>
                  </a:lnTo>
                  <a:lnTo>
                    <a:pt x="120650" y="0"/>
                  </a:lnTo>
                  <a:close/>
                </a:path>
                <a:path w="279400" h="312420">
                  <a:moveTo>
                    <a:pt x="279400" y="176517"/>
                  </a:moveTo>
                  <a:lnTo>
                    <a:pt x="166382" y="176517"/>
                  </a:lnTo>
                  <a:lnTo>
                    <a:pt x="166382" y="312420"/>
                  </a:lnTo>
                  <a:lnTo>
                    <a:pt x="279400" y="312420"/>
                  </a:lnTo>
                  <a:lnTo>
                    <a:pt x="279400" y="176517"/>
                  </a:lnTo>
                  <a:close/>
                </a:path>
                <a:path w="279400" h="312420">
                  <a:moveTo>
                    <a:pt x="279400" y="0"/>
                  </a:moveTo>
                  <a:lnTo>
                    <a:pt x="166382" y="0"/>
                  </a:lnTo>
                  <a:lnTo>
                    <a:pt x="166382" y="138417"/>
                  </a:lnTo>
                  <a:lnTo>
                    <a:pt x="279400" y="138417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1817366" y="3248643"/>
              <a:ext cx="424180" cy="563245"/>
            </a:xfrm>
            <a:custGeom>
              <a:avLst/>
              <a:gdLst/>
              <a:ahLst/>
              <a:cxnLst/>
              <a:rect l="l" t="t" r="r" b="b"/>
              <a:pathLst>
                <a:path w="424180" h="563245">
                  <a:moveTo>
                    <a:pt x="424179" y="562623"/>
                  </a:moveTo>
                  <a:lnTo>
                    <a:pt x="0" y="562623"/>
                  </a:lnTo>
                  <a:lnTo>
                    <a:pt x="0" y="140974"/>
                  </a:lnTo>
                  <a:lnTo>
                    <a:pt x="223517" y="0"/>
                  </a:lnTo>
                  <a:lnTo>
                    <a:pt x="424179" y="140974"/>
                  </a:lnTo>
                  <a:lnTo>
                    <a:pt x="424179" y="562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610857" y="2565399"/>
              <a:ext cx="3816350" cy="3025140"/>
            </a:xfrm>
            <a:custGeom>
              <a:avLst/>
              <a:gdLst/>
              <a:ahLst/>
              <a:cxnLst/>
              <a:rect l="l" t="t" r="r" b="b"/>
              <a:pathLst>
                <a:path w="3816350" h="3025140">
                  <a:moveTo>
                    <a:pt x="1403350" y="1038847"/>
                  </a:moveTo>
                  <a:lnTo>
                    <a:pt x="1282700" y="1038847"/>
                  </a:lnTo>
                  <a:lnTo>
                    <a:pt x="1282700" y="1174750"/>
                  </a:lnTo>
                  <a:lnTo>
                    <a:pt x="1403350" y="1174750"/>
                  </a:lnTo>
                  <a:lnTo>
                    <a:pt x="1403350" y="1038847"/>
                  </a:lnTo>
                  <a:close/>
                </a:path>
                <a:path w="3816350" h="3025140">
                  <a:moveTo>
                    <a:pt x="1403350" y="862330"/>
                  </a:moveTo>
                  <a:lnTo>
                    <a:pt x="1282700" y="862330"/>
                  </a:lnTo>
                  <a:lnTo>
                    <a:pt x="1282700" y="1000747"/>
                  </a:lnTo>
                  <a:lnTo>
                    <a:pt x="1403350" y="1000747"/>
                  </a:lnTo>
                  <a:lnTo>
                    <a:pt x="1403350" y="862330"/>
                  </a:lnTo>
                  <a:close/>
                </a:path>
                <a:path w="3816350" h="3025140">
                  <a:moveTo>
                    <a:pt x="1562100" y="1038847"/>
                  </a:moveTo>
                  <a:lnTo>
                    <a:pt x="1449070" y="1038847"/>
                  </a:lnTo>
                  <a:lnTo>
                    <a:pt x="1449070" y="1174750"/>
                  </a:lnTo>
                  <a:lnTo>
                    <a:pt x="1562100" y="1174750"/>
                  </a:lnTo>
                  <a:lnTo>
                    <a:pt x="1562100" y="1038847"/>
                  </a:lnTo>
                  <a:close/>
                </a:path>
                <a:path w="3816350" h="3025140">
                  <a:moveTo>
                    <a:pt x="1562100" y="862330"/>
                  </a:moveTo>
                  <a:lnTo>
                    <a:pt x="1449070" y="862330"/>
                  </a:lnTo>
                  <a:lnTo>
                    <a:pt x="1449070" y="1000747"/>
                  </a:lnTo>
                  <a:lnTo>
                    <a:pt x="1562100" y="1000747"/>
                  </a:lnTo>
                  <a:lnTo>
                    <a:pt x="1562100" y="862330"/>
                  </a:lnTo>
                  <a:close/>
                </a:path>
                <a:path w="3816350" h="3025140">
                  <a:moveTo>
                    <a:pt x="3816350" y="374650"/>
                  </a:moveTo>
                  <a:lnTo>
                    <a:pt x="3812527" y="339102"/>
                  </a:lnTo>
                  <a:lnTo>
                    <a:pt x="3808730" y="302247"/>
                  </a:lnTo>
                  <a:lnTo>
                    <a:pt x="3797300" y="266700"/>
                  </a:lnTo>
                  <a:lnTo>
                    <a:pt x="3782047" y="231152"/>
                  </a:lnTo>
                  <a:lnTo>
                    <a:pt x="3759200" y="198120"/>
                  </a:lnTo>
                  <a:lnTo>
                    <a:pt x="3710927" y="137147"/>
                  </a:lnTo>
                  <a:lnTo>
                    <a:pt x="3680447" y="110502"/>
                  </a:lnTo>
                  <a:lnTo>
                    <a:pt x="3646182" y="86347"/>
                  </a:lnTo>
                  <a:lnTo>
                    <a:pt x="3608082" y="63500"/>
                  </a:lnTo>
                  <a:lnTo>
                    <a:pt x="3592830" y="56578"/>
                  </a:lnTo>
                  <a:lnTo>
                    <a:pt x="3592830" y="374650"/>
                  </a:lnTo>
                  <a:lnTo>
                    <a:pt x="3592830" y="2654300"/>
                  </a:lnTo>
                  <a:lnTo>
                    <a:pt x="3589032" y="2692400"/>
                  </a:lnTo>
                  <a:lnTo>
                    <a:pt x="3573780" y="2729217"/>
                  </a:lnTo>
                  <a:lnTo>
                    <a:pt x="3550932" y="2762250"/>
                  </a:lnTo>
                  <a:lnTo>
                    <a:pt x="3521697" y="2791447"/>
                  </a:lnTo>
                  <a:lnTo>
                    <a:pt x="3483597" y="2815590"/>
                  </a:lnTo>
                  <a:lnTo>
                    <a:pt x="3441700" y="2833370"/>
                  </a:lnTo>
                  <a:lnTo>
                    <a:pt x="3395980" y="2846070"/>
                  </a:lnTo>
                  <a:lnTo>
                    <a:pt x="3347732" y="2848597"/>
                  </a:lnTo>
                  <a:lnTo>
                    <a:pt x="445770" y="2848597"/>
                  </a:lnTo>
                  <a:lnTo>
                    <a:pt x="422910" y="2846070"/>
                  </a:lnTo>
                  <a:lnTo>
                    <a:pt x="401320" y="2839720"/>
                  </a:lnTo>
                  <a:lnTo>
                    <a:pt x="378460" y="2833370"/>
                  </a:lnTo>
                  <a:lnTo>
                    <a:pt x="336550" y="2815590"/>
                  </a:lnTo>
                  <a:lnTo>
                    <a:pt x="298450" y="2791447"/>
                  </a:lnTo>
                  <a:lnTo>
                    <a:pt x="267970" y="2762250"/>
                  </a:lnTo>
                  <a:lnTo>
                    <a:pt x="246380" y="2729217"/>
                  </a:lnTo>
                  <a:lnTo>
                    <a:pt x="231140" y="2692400"/>
                  </a:lnTo>
                  <a:lnTo>
                    <a:pt x="227330" y="2654300"/>
                  </a:lnTo>
                  <a:lnTo>
                    <a:pt x="227330" y="374650"/>
                  </a:lnTo>
                  <a:lnTo>
                    <a:pt x="231140" y="335280"/>
                  </a:lnTo>
                  <a:lnTo>
                    <a:pt x="246380" y="299720"/>
                  </a:lnTo>
                  <a:lnTo>
                    <a:pt x="267970" y="266700"/>
                  </a:lnTo>
                  <a:lnTo>
                    <a:pt x="298450" y="236220"/>
                  </a:lnTo>
                  <a:lnTo>
                    <a:pt x="336550" y="212102"/>
                  </a:lnTo>
                  <a:lnTo>
                    <a:pt x="378460" y="194297"/>
                  </a:lnTo>
                  <a:lnTo>
                    <a:pt x="401320" y="189230"/>
                  </a:lnTo>
                  <a:lnTo>
                    <a:pt x="422910" y="182880"/>
                  </a:lnTo>
                  <a:lnTo>
                    <a:pt x="445770" y="180352"/>
                  </a:lnTo>
                  <a:lnTo>
                    <a:pt x="3370580" y="180352"/>
                  </a:lnTo>
                  <a:lnTo>
                    <a:pt x="3395980" y="182880"/>
                  </a:lnTo>
                  <a:lnTo>
                    <a:pt x="3418827" y="189230"/>
                  </a:lnTo>
                  <a:lnTo>
                    <a:pt x="3441700" y="194297"/>
                  </a:lnTo>
                  <a:lnTo>
                    <a:pt x="3464547" y="200647"/>
                  </a:lnTo>
                  <a:lnTo>
                    <a:pt x="3483597" y="212102"/>
                  </a:lnTo>
                  <a:lnTo>
                    <a:pt x="3502647" y="222250"/>
                  </a:lnTo>
                  <a:lnTo>
                    <a:pt x="3550932" y="266700"/>
                  </a:lnTo>
                  <a:lnTo>
                    <a:pt x="3573780" y="299720"/>
                  </a:lnTo>
                  <a:lnTo>
                    <a:pt x="3589032" y="335280"/>
                  </a:lnTo>
                  <a:lnTo>
                    <a:pt x="3592830" y="374650"/>
                  </a:lnTo>
                  <a:lnTo>
                    <a:pt x="3592830" y="56578"/>
                  </a:lnTo>
                  <a:lnTo>
                    <a:pt x="3525532" y="26670"/>
                  </a:lnTo>
                  <a:lnTo>
                    <a:pt x="3483597" y="15252"/>
                  </a:lnTo>
                  <a:lnTo>
                    <a:pt x="3437877" y="6350"/>
                  </a:lnTo>
                  <a:lnTo>
                    <a:pt x="3392182" y="2552"/>
                  </a:lnTo>
                  <a:lnTo>
                    <a:pt x="3347732" y="0"/>
                  </a:lnTo>
                  <a:lnTo>
                    <a:pt x="472440" y="0"/>
                  </a:lnTo>
                  <a:lnTo>
                    <a:pt x="378460" y="8902"/>
                  </a:lnTo>
                  <a:lnTo>
                    <a:pt x="287020" y="30480"/>
                  </a:lnTo>
                  <a:lnTo>
                    <a:pt x="208280" y="63500"/>
                  </a:lnTo>
                  <a:lnTo>
                    <a:pt x="139700" y="110502"/>
                  </a:lnTo>
                  <a:lnTo>
                    <a:pt x="78740" y="165100"/>
                  </a:lnTo>
                  <a:lnTo>
                    <a:pt x="38100" y="227330"/>
                  </a:lnTo>
                  <a:lnTo>
                    <a:pt x="11430" y="299720"/>
                  </a:lnTo>
                  <a:lnTo>
                    <a:pt x="0" y="374650"/>
                  </a:lnTo>
                  <a:lnTo>
                    <a:pt x="0" y="2654300"/>
                  </a:lnTo>
                  <a:lnTo>
                    <a:pt x="7620" y="2725420"/>
                  </a:lnTo>
                  <a:lnTo>
                    <a:pt x="19050" y="2762250"/>
                  </a:lnTo>
                  <a:lnTo>
                    <a:pt x="38100" y="2795270"/>
                  </a:lnTo>
                  <a:lnTo>
                    <a:pt x="78740" y="2860040"/>
                  </a:lnTo>
                  <a:lnTo>
                    <a:pt x="109220" y="2890520"/>
                  </a:lnTo>
                  <a:lnTo>
                    <a:pt x="139700" y="2917190"/>
                  </a:lnTo>
                  <a:lnTo>
                    <a:pt x="173990" y="2941320"/>
                  </a:lnTo>
                  <a:lnTo>
                    <a:pt x="212090" y="2962897"/>
                  </a:lnTo>
                  <a:lnTo>
                    <a:pt x="250190" y="2980690"/>
                  </a:lnTo>
                  <a:lnTo>
                    <a:pt x="290830" y="2998470"/>
                  </a:lnTo>
                  <a:lnTo>
                    <a:pt x="336550" y="3009900"/>
                  </a:lnTo>
                  <a:lnTo>
                    <a:pt x="382270" y="3018790"/>
                  </a:lnTo>
                  <a:lnTo>
                    <a:pt x="427990" y="3022600"/>
                  </a:lnTo>
                  <a:lnTo>
                    <a:pt x="472440" y="3025140"/>
                  </a:lnTo>
                  <a:lnTo>
                    <a:pt x="3347732" y="3025140"/>
                  </a:lnTo>
                  <a:lnTo>
                    <a:pt x="3392182" y="3022600"/>
                  </a:lnTo>
                  <a:lnTo>
                    <a:pt x="3437877" y="3018790"/>
                  </a:lnTo>
                  <a:lnTo>
                    <a:pt x="3483597" y="3009900"/>
                  </a:lnTo>
                  <a:lnTo>
                    <a:pt x="3525532" y="2998470"/>
                  </a:lnTo>
                  <a:lnTo>
                    <a:pt x="3566147" y="2980690"/>
                  </a:lnTo>
                  <a:lnTo>
                    <a:pt x="3608082" y="2962897"/>
                  </a:lnTo>
                  <a:lnTo>
                    <a:pt x="3646182" y="2941320"/>
                  </a:lnTo>
                  <a:lnTo>
                    <a:pt x="3680447" y="2917190"/>
                  </a:lnTo>
                  <a:lnTo>
                    <a:pt x="3710927" y="2890520"/>
                  </a:lnTo>
                  <a:lnTo>
                    <a:pt x="3736327" y="2860040"/>
                  </a:lnTo>
                  <a:lnTo>
                    <a:pt x="3759200" y="2827020"/>
                  </a:lnTo>
                  <a:lnTo>
                    <a:pt x="3782047" y="2795270"/>
                  </a:lnTo>
                  <a:lnTo>
                    <a:pt x="3797300" y="2762250"/>
                  </a:lnTo>
                  <a:lnTo>
                    <a:pt x="3808730" y="2725420"/>
                  </a:lnTo>
                  <a:lnTo>
                    <a:pt x="3816350" y="2654300"/>
                  </a:lnTo>
                  <a:lnTo>
                    <a:pt x="3816350" y="374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bject 80"/>
          <p:cNvSpPr txBox="1">
            <a:spLocks noGrp="1"/>
          </p:cNvSpPr>
          <p:nvPr>
            <p:ph type="title"/>
          </p:nvPr>
        </p:nvSpPr>
        <p:spPr>
          <a:xfrm>
            <a:off x="1325877" y="441831"/>
            <a:ext cx="6464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66"/>
                </a:solidFill>
              </a:rPr>
              <a:t>Water God’s Valuable</a:t>
            </a:r>
            <a:r>
              <a:rPr spc="-95" dirty="0">
                <a:solidFill>
                  <a:srgbClr val="FF0066"/>
                </a:solidFill>
              </a:rPr>
              <a:t> </a:t>
            </a:r>
            <a:r>
              <a:rPr spc="-5" dirty="0">
                <a:solidFill>
                  <a:srgbClr val="FF0066"/>
                </a:solidFill>
              </a:rPr>
              <a:t>Gift</a:t>
            </a:r>
          </a:p>
        </p:txBody>
      </p:sp>
      <p:grpSp>
        <p:nvGrpSpPr>
          <p:cNvPr id="81" name="object 81"/>
          <p:cNvGrpSpPr/>
          <p:nvPr/>
        </p:nvGrpSpPr>
        <p:grpSpPr>
          <a:xfrm>
            <a:off x="0" y="1205227"/>
            <a:ext cx="9144000" cy="5652770"/>
            <a:chOff x="0" y="1205227"/>
            <a:chExt cx="9144000" cy="5652770"/>
          </a:xfrm>
        </p:grpSpPr>
        <p:sp>
          <p:nvSpPr>
            <p:cNvPr id="82" name="object 82"/>
            <p:cNvSpPr/>
            <p:nvPr/>
          </p:nvSpPr>
          <p:spPr>
            <a:xfrm>
              <a:off x="0" y="3357868"/>
              <a:ext cx="9143981" cy="35001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01319" y="1205227"/>
              <a:ext cx="3751567" cy="18300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3981" cy="685798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666" y="609471"/>
            <a:ext cx="7237733" cy="66409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300"/>
              </a:spcBef>
            </a:pPr>
            <a:r>
              <a:rPr spc="-5" dirty="0">
                <a:latin typeface="Tahoma"/>
                <a:cs typeface="Tahoma"/>
              </a:rPr>
              <a:t>Definition of</a:t>
            </a:r>
            <a:r>
              <a:rPr spc="-10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Water  Pollution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400" y="1676400"/>
            <a:ext cx="8609949" cy="1935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3510" algn="just">
              <a:lnSpc>
                <a:spcPct val="119800"/>
              </a:lnSpc>
              <a:spcBef>
                <a:spcPts val="100"/>
              </a:spcBef>
              <a:tabLst>
                <a:tab pos="2743200" algn="l"/>
              </a:tabLst>
            </a:pPr>
            <a:r>
              <a:rPr sz="3600" spc="-10" dirty="0">
                <a:latin typeface="Tahoma"/>
                <a:cs typeface="Tahoma"/>
              </a:rPr>
              <a:t>The Contamination </a:t>
            </a:r>
            <a:r>
              <a:rPr sz="3600" spc="-5" dirty="0">
                <a:latin typeface="Tahoma"/>
                <a:cs typeface="Tahoma"/>
              </a:rPr>
              <a:t>of water </a:t>
            </a:r>
            <a:r>
              <a:rPr sz="3600" spc="-10" dirty="0">
                <a:latin typeface="Tahoma"/>
                <a:cs typeface="Tahoma"/>
              </a:rPr>
              <a:t>with  </a:t>
            </a:r>
            <a:r>
              <a:rPr sz="3600" spc="-5" dirty="0">
                <a:latin typeface="Tahoma"/>
                <a:cs typeface="Tahoma"/>
              </a:rPr>
              <a:t>undesirable	substances which </a:t>
            </a:r>
            <a:r>
              <a:rPr sz="3600" spc="-10" dirty="0">
                <a:latin typeface="Tahoma"/>
                <a:cs typeface="Tahoma"/>
              </a:rPr>
              <a:t>make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it</a:t>
            </a:r>
            <a:r>
              <a:rPr lang="en-IN" sz="3600" spc="-5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unfit for usage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is  termed water</a:t>
            </a:r>
            <a:r>
              <a:rPr sz="3600" spc="-1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Pollution.</a:t>
            </a:r>
            <a:endParaRPr sz="3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5877" y="441831"/>
            <a:ext cx="6473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Causes of </a:t>
            </a:r>
            <a:r>
              <a:rPr spc="-10" dirty="0"/>
              <a:t>Water</a:t>
            </a:r>
            <a:r>
              <a:rPr spc="-100" dirty="0"/>
              <a:t> </a:t>
            </a:r>
            <a:r>
              <a:rPr spc="-5" dirty="0"/>
              <a:t>Pollution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5622" y="1561077"/>
            <a:ext cx="7982584" cy="4035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1228725" indent="-280670" algn="just">
              <a:lnSpc>
                <a:spcPct val="1113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About </a:t>
            </a:r>
            <a:r>
              <a:rPr sz="3200" spc="-5" dirty="0">
                <a:latin typeface="Arial"/>
                <a:cs typeface="Arial"/>
              </a:rPr>
              <a:t>40% of Deaths worldwide </a:t>
            </a:r>
            <a:r>
              <a:rPr sz="3200" spc="-5" dirty="0" err="1">
                <a:latin typeface="Arial"/>
                <a:cs typeface="Arial"/>
              </a:rPr>
              <a:t>ar</a:t>
            </a:r>
            <a:r>
              <a:rPr lang="en-IN" sz="3200" spc="-5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caused </a:t>
            </a:r>
            <a:r>
              <a:rPr sz="3200" spc="-5" dirty="0">
                <a:latin typeface="Arial"/>
                <a:cs typeface="Arial"/>
              </a:rPr>
              <a:t>by </a:t>
            </a:r>
            <a:r>
              <a:rPr sz="3200" spc="-10" dirty="0">
                <a:latin typeface="Arial"/>
                <a:cs typeface="Arial"/>
              </a:rPr>
              <a:t>Water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Pollution.</a:t>
            </a:r>
            <a:endParaRPr sz="3200" dirty="0">
              <a:latin typeface="Arial"/>
              <a:cs typeface="Arial"/>
            </a:endParaRPr>
          </a:p>
          <a:p>
            <a:pPr marL="293370" marR="38735" indent="-280670" algn="just">
              <a:lnSpc>
                <a:spcPct val="111700"/>
              </a:lnSpc>
              <a:spcBef>
                <a:spcPts val="785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Water Pollution </a:t>
            </a:r>
            <a:r>
              <a:rPr sz="3200" spc="-5" dirty="0">
                <a:latin typeface="Arial"/>
                <a:cs typeface="Arial"/>
              </a:rPr>
              <a:t>is Caused by organsic and  inorganic industrial wastes and affluents  discharged into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rivers.</a:t>
            </a:r>
          </a:p>
          <a:p>
            <a:pPr marL="293370" marR="5080" indent="-280670" algn="just">
              <a:lnSpc>
                <a:spcPct val="111700"/>
              </a:lnSpc>
              <a:spcBef>
                <a:spcPts val="795"/>
              </a:spcBef>
              <a:buChar char="•"/>
              <a:tabLst>
                <a:tab pos="293370" algn="l"/>
              </a:tabLst>
            </a:pPr>
            <a:r>
              <a:rPr sz="3200" spc="-5" dirty="0">
                <a:latin typeface="Arial"/>
                <a:cs typeface="Arial"/>
              </a:rPr>
              <a:t>Noise also </a:t>
            </a:r>
            <a:r>
              <a:rPr sz="3200" dirty="0">
                <a:latin typeface="Arial"/>
                <a:cs typeface="Arial"/>
              </a:rPr>
              <a:t>causes </a:t>
            </a:r>
            <a:r>
              <a:rPr sz="3200" spc="-5" dirty="0">
                <a:latin typeface="Arial"/>
                <a:cs typeface="Arial"/>
              </a:rPr>
              <a:t>anxiety </a:t>
            </a:r>
            <a:r>
              <a:rPr sz="3200" dirty="0">
                <a:latin typeface="Arial"/>
                <a:cs typeface="Arial"/>
              </a:rPr>
              <a:t>stress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reacation  </a:t>
            </a:r>
            <a:r>
              <a:rPr sz="3200" spc="-5" dirty="0">
                <a:latin typeface="Arial"/>
                <a:cs typeface="Arial"/>
              </a:rPr>
              <a:t>and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fright.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3526" y="441831"/>
            <a:ext cx="3804920" cy="13627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300"/>
              </a:spcBef>
            </a:pPr>
            <a:r>
              <a:rPr spc="-10" dirty="0"/>
              <a:t>Water</a:t>
            </a:r>
            <a:r>
              <a:rPr spc="-105" dirty="0"/>
              <a:t> </a:t>
            </a:r>
            <a:r>
              <a:rPr spc="-5" dirty="0"/>
              <a:t>Pollution  Pictures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755648" y="1699271"/>
            <a:ext cx="3072118" cy="4608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16765" y="1628146"/>
            <a:ext cx="3807442" cy="48247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bject 151"/>
          <p:cNvSpPr txBox="1">
            <a:spLocks noGrp="1"/>
          </p:cNvSpPr>
          <p:nvPr>
            <p:ph type="title"/>
          </p:nvPr>
        </p:nvSpPr>
        <p:spPr>
          <a:xfrm>
            <a:off x="1418583" y="441831"/>
            <a:ext cx="62801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Effects </a:t>
            </a:r>
            <a:r>
              <a:rPr spc="-5" dirty="0"/>
              <a:t>of </a:t>
            </a:r>
            <a:r>
              <a:rPr spc="-10" dirty="0"/>
              <a:t>Water</a:t>
            </a:r>
            <a:r>
              <a:rPr spc="-95" dirty="0"/>
              <a:t> </a:t>
            </a:r>
            <a:r>
              <a:rPr spc="-5" dirty="0"/>
              <a:t>Pollution</a:t>
            </a:r>
          </a:p>
        </p:txBody>
      </p:sp>
      <p:sp>
        <p:nvSpPr>
          <p:cNvPr id="152" name="object 152"/>
          <p:cNvSpPr txBox="1"/>
          <p:nvPr/>
        </p:nvSpPr>
        <p:spPr>
          <a:xfrm>
            <a:off x="595622" y="1507109"/>
            <a:ext cx="7819390" cy="225107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635"/>
              </a:spcBef>
              <a:buChar char="•"/>
              <a:tabLst>
                <a:tab pos="293370" algn="l"/>
              </a:tabLst>
            </a:pPr>
            <a:r>
              <a:rPr sz="3200" spc="-5" dirty="0">
                <a:latin typeface="Arial"/>
                <a:cs typeface="Arial"/>
              </a:rPr>
              <a:t>Diseases like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Cholera</a:t>
            </a:r>
            <a:endParaRPr sz="3200">
              <a:latin typeface="Arial"/>
              <a:cs typeface="Arial"/>
            </a:endParaRPr>
          </a:p>
          <a:p>
            <a:pPr marL="293370" indent="-280670">
              <a:lnSpc>
                <a:spcPct val="100000"/>
              </a:lnSpc>
              <a:spcBef>
                <a:spcPts val="535"/>
              </a:spcBef>
              <a:buChar char="•"/>
              <a:tabLst>
                <a:tab pos="293370" algn="l"/>
              </a:tabLst>
            </a:pPr>
            <a:r>
              <a:rPr sz="3200" dirty="0">
                <a:latin typeface="Arial"/>
                <a:cs typeface="Arial"/>
              </a:rPr>
              <a:t>Malaria</a:t>
            </a:r>
            <a:endParaRPr sz="3200">
              <a:latin typeface="Arial"/>
              <a:cs typeface="Arial"/>
            </a:endParaRPr>
          </a:p>
          <a:p>
            <a:pPr marL="293370" indent="-280670">
              <a:lnSpc>
                <a:spcPct val="10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Typhoid </a:t>
            </a:r>
            <a:r>
              <a:rPr sz="3200" dirty="0">
                <a:latin typeface="Arial"/>
                <a:cs typeface="Arial"/>
              </a:rPr>
              <a:t>(spread </a:t>
            </a:r>
            <a:r>
              <a:rPr sz="3200" spc="-5" dirty="0">
                <a:latin typeface="Arial"/>
                <a:cs typeface="Arial"/>
              </a:rPr>
              <a:t>during </a:t>
            </a:r>
            <a:r>
              <a:rPr sz="3200" spc="-10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rainy season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  <a:p>
            <a:pPr marL="293370" indent="-280670">
              <a:lnSpc>
                <a:spcPct val="100000"/>
              </a:lnSpc>
              <a:spcBef>
                <a:spcPts val="520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Aquatic </a:t>
            </a:r>
            <a:r>
              <a:rPr sz="3200" spc="-5" dirty="0">
                <a:latin typeface="Arial"/>
                <a:cs typeface="Arial"/>
              </a:rPr>
              <a:t>life gets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destroyed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xfrm>
            <a:off x="937258" y="441831"/>
            <a:ext cx="72428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to </a:t>
            </a:r>
            <a:r>
              <a:rPr spc="-10" dirty="0"/>
              <a:t>Avoid Water</a:t>
            </a:r>
            <a:r>
              <a:rPr spc="-110" dirty="0"/>
              <a:t> </a:t>
            </a:r>
            <a:r>
              <a:rPr spc="-5" dirty="0"/>
              <a:t>Pollution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595622" y="1561077"/>
            <a:ext cx="7931150" cy="461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746760" indent="-280670">
              <a:lnSpc>
                <a:spcPct val="1113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3200" spc="-5" dirty="0">
                <a:latin typeface="Arial"/>
                <a:cs typeface="Arial"/>
              </a:rPr>
              <a:t>Rivers </a:t>
            </a:r>
            <a:r>
              <a:rPr sz="3200" dirty="0">
                <a:latin typeface="Arial"/>
                <a:cs typeface="Arial"/>
              </a:rPr>
              <a:t>should </a:t>
            </a:r>
            <a:r>
              <a:rPr sz="3200" spc="-5" dirty="0">
                <a:latin typeface="Arial"/>
                <a:cs typeface="Arial"/>
              </a:rPr>
              <a:t>not be used </a:t>
            </a:r>
            <a:r>
              <a:rPr sz="3200" spc="-10" dirty="0">
                <a:latin typeface="Arial"/>
                <a:cs typeface="Arial"/>
              </a:rPr>
              <a:t>for </a:t>
            </a:r>
            <a:r>
              <a:rPr sz="3200" spc="-5" dirty="0">
                <a:latin typeface="Arial"/>
                <a:cs typeface="Arial"/>
              </a:rPr>
              <a:t>washing  </a:t>
            </a:r>
            <a:r>
              <a:rPr sz="3200" dirty="0">
                <a:latin typeface="Arial"/>
                <a:cs typeface="Arial"/>
              </a:rPr>
              <a:t>clothes </a:t>
            </a:r>
            <a:r>
              <a:rPr sz="3200" spc="-5" dirty="0">
                <a:latin typeface="Arial"/>
                <a:cs typeface="Arial"/>
              </a:rPr>
              <a:t>or bathing animals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in.</a:t>
            </a:r>
            <a:endParaRPr sz="3200">
              <a:latin typeface="Arial"/>
              <a:cs typeface="Arial"/>
            </a:endParaRPr>
          </a:p>
          <a:p>
            <a:pPr marL="293370" marR="724535" indent="-280670">
              <a:lnSpc>
                <a:spcPct val="112000"/>
              </a:lnSpc>
              <a:spcBef>
                <a:spcPts val="775"/>
              </a:spcBef>
              <a:buChar char="•"/>
              <a:tabLst>
                <a:tab pos="293370" algn="l"/>
              </a:tabLst>
            </a:pPr>
            <a:r>
              <a:rPr sz="3200" spc="-5" dirty="0">
                <a:latin typeface="Arial"/>
                <a:cs typeface="Arial"/>
              </a:rPr>
              <a:t>Harvesting of Rainwater to </a:t>
            </a:r>
            <a:r>
              <a:rPr sz="3200" dirty="0">
                <a:latin typeface="Arial"/>
                <a:cs typeface="Arial"/>
              </a:rPr>
              <a:t>meet </a:t>
            </a:r>
            <a:r>
              <a:rPr sz="3200" spc="-5" dirty="0">
                <a:latin typeface="Arial"/>
                <a:cs typeface="Arial"/>
              </a:rPr>
              <a:t>water  </a:t>
            </a:r>
            <a:r>
              <a:rPr sz="3200" dirty="0">
                <a:latin typeface="Arial"/>
                <a:cs typeface="Arial"/>
              </a:rPr>
              <a:t>requirements.</a:t>
            </a:r>
            <a:endParaRPr sz="3200">
              <a:latin typeface="Arial"/>
              <a:cs typeface="Arial"/>
            </a:endParaRPr>
          </a:p>
          <a:p>
            <a:pPr marL="293370" indent="-280670">
              <a:lnSpc>
                <a:spcPct val="100000"/>
              </a:lnSpc>
              <a:spcBef>
                <a:spcPts val="910"/>
              </a:spcBef>
              <a:buChar char="•"/>
              <a:tabLst>
                <a:tab pos="293370" algn="l"/>
              </a:tabLst>
            </a:pPr>
            <a:r>
              <a:rPr sz="3200" spc="-5" dirty="0">
                <a:latin typeface="Arial"/>
                <a:cs typeface="Arial"/>
              </a:rPr>
              <a:t>Dams </a:t>
            </a:r>
            <a:r>
              <a:rPr sz="3200" spc="-10" dirty="0">
                <a:latin typeface="Arial"/>
                <a:cs typeface="Arial"/>
              </a:rPr>
              <a:t>&amp;embankments </a:t>
            </a:r>
            <a:r>
              <a:rPr sz="3200" dirty="0">
                <a:latin typeface="Arial"/>
                <a:cs typeface="Arial"/>
              </a:rPr>
              <a:t>must </a:t>
            </a:r>
            <a:r>
              <a:rPr sz="3200" spc="-5" dirty="0">
                <a:latin typeface="Arial"/>
                <a:cs typeface="Arial"/>
              </a:rPr>
              <a:t>be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created.</a:t>
            </a:r>
            <a:endParaRPr sz="3200">
              <a:latin typeface="Arial"/>
              <a:cs typeface="Arial"/>
            </a:endParaRPr>
          </a:p>
          <a:p>
            <a:pPr marL="293370" indent="-280670">
              <a:lnSpc>
                <a:spcPct val="100000"/>
              </a:lnSpc>
              <a:spcBef>
                <a:spcPts val="585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rivers must </a:t>
            </a:r>
            <a:r>
              <a:rPr sz="3200" spc="-5" dirty="0">
                <a:latin typeface="Arial"/>
                <a:cs typeface="Arial"/>
              </a:rPr>
              <a:t>not be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contaminated.</a:t>
            </a:r>
            <a:endParaRPr sz="3200">
              <a:latin typeface="Arial"/>
              <a:cs typeface="Arial"/>
            </a:endParaRPr>
          </a:p>
          <a:p>
            <a:pPr marL="293370" marR="5080" indent="-280670">
              <a:lnSpc>
                <a:spcPct val="111700"/>
              </a:lnSpc>
              <a:spcBef>
                <a:spcPts val="470"/>
              </a:spcBef>
              <a:buChar char="•"/>
              <a:tabLst>
                <a:tab pos="293370" algn="l"/>
              </a:tabLst>
            </a:pPr>
            <a:r>
              <a:rPr sz="3200" spc="-5" dirty="0">
                <a:latin typeface="Arial"/>
                <a:cs typeface="Arial"/>
              </a:rPr>
              <a:t>In </a:t>
            </a:r>
            <a:r>
              <a:rPr sz="3200" dirty="0">
                <a:latin typeface="Arial"/>
                <a:cs typeface="Arial"/>
              </a:rPr>
              <a:t>sacred river </a:t>
            </a:r>
            <a:r>
              <a:rPr sz="3200" spc="-5" dirty="0">
                <a:latin typeface="Arial"/>
                <a:cs typeface="Arial"/>
              </a:rPr>
              <a:t>like </a:t>
            </a:r>
            <a:r>
              <a:rPr sz="3200" spc="-10" dirty="0">
                <a:latin typeface="Arial"/>
                <a:cs typeface="Arial"/>
              </a:rPr>
              <a:t>Ganga the </a:t>
            </a:r>
            <a:r>
              <a:rPr sz="3200" spc="-5" dirty="0">
                <a:latin typeface="Arial"/>
                <a:cs typeface="Arial"/>
              </a:rPr>
              <a:t>dead bodies  </a:t>
            </a:r>
            <a:r>
              <a:rPr sz="3200" dirty="0">
                <a:latin typeface="Arial"/>
                <a:cs typeface="Arial"/>
              </a:rPr>
              <a:t>shouldn’t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thrown.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441831"/>
            <a:ext cx="7603481" cy="67666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300"/>
              </a:spcBef>
              <a:tabLst>
                <a:tab pos="2742565" algn="l"/>
              </a:tabLst>
            </a:pPr>
            <a:r>
              <a:rPr spc="-5" dirty="0"/>
              <a:t>Definition	of</a:t>
            </a:r>
            <a:r>
              <a:rPr spc="-100" dirty="0"/>
              <a:t> </a:t>
            </a:r>
            <a:r>
              <a:rPr spc="-5" dirty="0"/>
              <a:t>Land  Pollution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5622" y="1561077"/>
            <a:ext cx="7388859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5080" indent="-280670">
              <a:lnSpc>
                <a:spcPct val="1113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One fourth </a:t>
            </a:r>
            <a:r>
              <a:rPr sz="3200" spc="-5" dirty="0">
                <a:latin typeface="Arial"/>
                <a:cs typeface="Arial"/>
              </a:rPr>
              <a:t>of area is </a:t>
            </a:r>
            <a:r>
              <a:rPr sz="3200" dirty="0">
                <a:latin typeface="Arial"/>
                <a:cs typeface="Arial"/>
              </a:rPr>
              <a:t>covered </a:t>
            </a:r>
            <a:r>
              <a:rPr sz="3200" spc="-5" dirty="0">
                <a:latin typeface="Arial"/>
                <a:cs typeface="Arial"/>
              </a:rPr>
              <a:t>by land is  Called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Land.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622" y="3923272"/>
            <a:ext cx="6828790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5080" indent="-280670">
              <a:lnSpc>
                <a:spcPct val="1113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3200" spc="-5" dirty="0">
                <a:latin typeface="Arial"/>
                <a:cs typeface="Arial"/>
              </a:rPr>
              <a:t>Land is </a:t>
            </a: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earth which is occupied by  people </a:t>
            </a:r>
            <a:r>
              <a:rPr sz="3200" spc="-10" dirty="0">
                <a:latin typeface="Arial"/>
                <a:cs typeface="Arial"/>
              </a:rPr>
              <a:t>for </a:t>
            </a:r>
            <a:r>
              <a:rPr sz="3200" dirty="0">
                <a:latin typeface="Arial"/>
                <a:cs typeface="Arial"/>
              </a:rPr>
              <a:t>shelter,occuption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etc..,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-1269" y="1850770"/>
            <a:ext cx="7498715" cy="19050"/>
          </a:xfrm>
          <a:custGeom>
            <a:avLst/>
            <a:gdLst/>
            <a:ahLst/>
            <a:cxnLst/>
            <a:rect l="l" t="t" r="r" b="b"/>
            <a:pathLst>
              <a:path w="7498715" h="19050">
                <a:moveTo>
                  <a:pt x="0" y="18665"/>
                </a:moveTo>
                <a:lnTo>
                  <a:pt x="7498188" y="18665"/>
                </a:lnTo>
                <a:lnTo>
                  <a:pt x="7498188" y="0"/>
                </a:lnTo>
                <a:lnTo>
                  <a:pt x="0" y="0"/>
                </a:lnTo>
                <a:lnTo>
                  <a:pt x="0" y="18665"/>
                </a:lnTo>
                <a:close/>
              </a:path>
            </a:pathLst>
          </a:custGeom>
          <a:solidFill>
            <a:srgbClr val="B154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271267" y="831848"/>
            <a:ext cx="274319" cy="171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193787" y="1003299"/>
            <a:ext cx="326390" cy="43180"/>
          </a:xfrm>
          <a:custGeom>
            <a:avLst/>
            <a:gdLst/>
            <a:ahLst/>
            <a:cxnLst/>
            <a:rect l="l" t="t" r="r" b="b"/>
            <a:pathLst>
              <a:path w="326390" h="43180">
                <a:moveTo>
                  <a:pt x="1270" y="41910"/>
                </a:moveTo>
                <a:lnTo>
                  <a:pt x="0" y="41910"/>
                </a:lnTo>
                <a:lnTo>
                  <a:pt x="0" y="43180"/>
                </a:lnTo>
                <a:lnTo>
                  <a:pt x="1270" y="43180"/>
                </a:lnTo>
                <a:lnTo>
                  <a:pt x="1270" y="41910"/>
                </a:lnTo>
                <a:close/>
              </a:path>
              <a:path w="326390" h="43180">
                <a:moveTo>
                  <a:pt x="317500" y="40652"/>
                </a:moveTo>
                <a:lnTo>
                  <a:pt x="6350" y="40652"/>
                </a:lnTo>
                <a:lnTo>
                  <a:pt x="6350" y="39382"/>
                </a:lnTo>
                <a:lnTo>
                  <a:pt x="3810" y="39382"/>
                </a:lnTo>
                <a:lnTo>
                  <a:pt x="3810" y="40652"/>
                </a:lnTo>
                <a:lnTo>
                  <a:pt x="3810" y="41922"/>
                </a:lnTo>
                <a:lnTo>
                  <a:pt x="317500" y="41922"/>
                </a:lnTo>
                <a:lnTo>
                  <a:pt x="317500" y="40652"/>
                </a:lnTo>
                <a:close/>
              </a:path>
              <a:path w="326390" h="43180">
                <a:moveTo>
                  <a:pt x="318770" y="36842"/>
                </a:moveTo>
                <a:lnTo>
                  <a:pt x="11430" y="36842"/>
                </a:lnTo>
                <a:lnTo>
                  <a:pt x="11430" y="35572"/>
                </a:lnTo>
                <a:lnTo>
                  <a:pt x="10160" y="35572"/>
                </a:lnTo>
                <a:lnTo>
                  <a:pt x="10160" y="36842"/>
                </a:lnTo>
                <a:lnTo>
                  <a:pt x="7620" y="36842"/>
                </a:lnTo>
                <a:lnTo>
                  <a:pt x="7620" y="39382"/>
                </a:lnTo>
                <a:lnTo>
                  <a:pt x="318770" y="39382"/>
                </a:lnTo>
                <a:lnTo>
                  <a:pt x="318770" y="36842"/>
                </a:lnTo>
                <a:close/>
              </a:path>
              <a:path w="326390" h="43180">
                <a:moveTo>
                  <a:pt x="321310" y="30492"/>
                </a:moveTo>
                <a:lnTo>
                  <a:pt x="21590" y="30492"/>
                </a:lnTo>
                <a:lnTo>
                  <a:pt x="21590" y="29222"/>
                </a:lnTo>
                <a:lnTo>
                  <a:pt x="20320" y="29222"/>
                </a:lnTo>
                <a:lnTo>
                  <a:pt x="20320" y="30492"/>
                </a:lnTo>
                <a:lnTo>
                  <a:pt x="17780" y="30492"/>
                </a:lnTo>
                <a:lnTo>
                  <a:pt x="17780" y="33032"/>
                </a:lnTo>
                <a:lnTo>
                  <a:pt x="320027" y="33032"/>
                </a:lnTo>
                <a:lnTo>
                  <a:pt x="320027" y="34302"/>
                </a:lnTo>
                <a:lnTo>
                  <a:pt x="16510" y="34302"/>
                </a:lnTo>
                <a:lnTo>
                  <a:pt x="16510" y="33032"/>
                </a:lnTo>
                <a:lnTo>
                  <a:pt x="13970" y="33032"/>
                </a:lnTo>
                <a:lnTo>
                  <a:pt x="13970" y="34302"/>
                </a:lnTo>
                <a:lnTo>
                  <a:pt x="13970" y="35572"/>
                </a:lnTo>
                <a:lnTo>
                  <a:pt x="318770" y="35572"/>
                </a:lnTo>
                <a:lnTo>
                  <a:pt x="318770" y="36842"/>
                </a:lnTo>
                <a:lnTo>
                  <a:pt x="320040" y="36842"/>
                </a:lnTo>
                <a:lnTo>
                  <a:pt x="320040" y="35572"/>
                </a:lnTo>
                <a:lnTo>
                  <a:pt x="320040" y="34302"/>
                </a:lnTo>
                <a:lnTo>
                  <a:pt x="321310" y="34302"/>
                </a:lnTo>
                <a:lnTo>
                  <a:pt x="321310" y="33032"/>
                </a:lnTo>
                <a:lnTo>
                  <a:pt x="321310" y="30492"/>
                </a:lnTo>
                <a:close/>
              </a:path>
              <a:path w="326390" h="43180">
                <a:moveTo>
                  <a:pt x="323850" y="27952"/>
                </a:moveTo>
                <a:lnTo>
                  <a:pt x="26670" y="27952"/>
                </a:lnTo>
                <a:lnTo>
                  <a:pt x="26670" y="26682"/>
                </a:lnTo>
                <a:lnTo>
                  <a:pt x="24130" y="26682"/>
                </a:lnTo>
                <a:lnTo>
                  <a:pt x="24130" y="27952"/>
                </a:lnTo>
                <a:lnTo>
                  <a:pt x="24130" y="29222"/>
                </a:lnTo>
                <a:lnTo>
                  <a:pt x="323850" y="29222"/>
                </a:lnTo>
                <a:lnTo>
                  <a:pt x="323850" y="27952"/>
                </a:lnTo>
                <a:close/>
              </a:path>
              <a:path w="326390" h="43180">
                <a:moveTo>
                  <a:pt x="323850" y="24142"/>
                </a:moveTo>
                <a:lnTo>
                  <a:pt x="33020" y="24142"/>
                </a:lnTo>
                <a:lnTo>
                  <a:pt x="33020" y="22872"/>
                </a:lnTo>
                <a:lnTo>
                  <a:pt x="30480" y="22872"/>
                </a:lnTo>
                <a:lnTo>
                  <a:pt x="30480" y="24142"/>
                </a:lnTo>
                <a:lnTo>
                  <a:pt x="27940" y="24142"/>
                </a:lnTo>
                <a:lnTo>
                  <a:pt x="27940" y="26682"/>
                </a:lnTo>
                <a:lnTo>
                  <a:pt x="323850" y="26682"/>
                </a:lnTo>
                <a:lnTo>
                  <a:pt x="323850" y="24142"/>
                </a:lnTo>
                <a:close/>
              </a:path>
              <a:path w="326390" h="43180">
                <a:moveTo>
                  <a:pt x="323850" y="21602"/>
                </a:moveTo>
                <a:lnTo>
                  <a:pt x="36830" y="21602"/>
                </a:lnTo>
                <a:lnTo>
                  <a:pt x="36830" y="20332"/>
                </a:lnTo>
                <a:lnTo>
                  <a:pt x="34290" y="20332"/>
                </a:lnTo>
                <a:lnTo>
                  <a:pt x="34290" y="21602"/>
                </a:lnTo>
                <a:lnTo>
                  <a:pt x="34290" y="22872"/>
                </a:lnTo>
                <a:lnTo>
                  <a:pt x="323850" y="22872"/>
                </a:lnTo>
                <a:lnTo>
                  <a:pt x="323850" y="21602"/>
                </a:lnTo>
                <a:close/>
              </a:path>
              <a:path w="326390" h="43180">
                <a:moveTo>
                  <a:pt x="323850" y="17792"/>
                </a:moveTo>
                <a:lnTo>
                  <a:pt x="43180" y="17792"/>
                </a:lnTo>
                <a:lnTo>
                  <a:pt x="43180" y="16522"/>
                </a:lnTo>
                <a:lnTo>
                  <a:pt x="40640" y="16522"/>
                </a:lnTo>
                <a:lnTo>
                  <a:pt x="40640" y="17792"/>
                </a:lnTo>
                <a:lnTo>
                  <a:pt x="38100" y="17792"/>
                </a:lnTo>
                <a:lnTo>
                  <a:pt x="38100" y="20332"/>
                </a:lnTo>
                <a:lnTo>
                  <a:pt x="323850" y="20332"/>
                </a:lnTo>
                <a:lnTo>
                  <a:pt x="323850" y="17792"/>
                </a:lnTo>
                <a:close/>
              </a:path>
              <a:path w="326390" h="43180">
                <a:moveTo>
                  <a:pt x="323850" y="15252"/>
                </a:moveTo>
                <a:lnTo>
                  <a:pt x="46990" y="15252"/>
                </a:lnTo>
                <a:lnTo>
                  <a:pt x="46990" y="13982"/>
                </a:lnTo>
                <a:lnTo>
                  <a:pt x="44450" y="13982"/>
                </a:lnTo>
                <a:lnTo>
                  <a:pt x="44450" y="15252"/>
                </a:lnTo>
                <a:lnTo>
                  <a:pt x="44450" y="16522"/>
                </a:lnTo>
                <a:lnTo>
                  <a:pt x="323850" y="16522"/>
                </a:lnTo>
                <a:lnTo>
                  <a:pt x="323850" y="15252"/>
                </a:lnTo>
                <a:close/>
              </a:path>
              <a:path w="326390" h="43180">
                <a:moveTo>
                  <a:pt x="325120" y="11442"/>
                </a:moveTo>
                <a:lnTo>
                  <a:pt x="53340" y="11442"/>
                </a:lnTo>
                <a:lnTo>
                  <a:pt x="53340" y="10172"/>
                </a:lnTo>
                <a:lnTo>
                  <a:pt x="50800" y="10172"/>
                </a:lnTo>
                <a:lnTo>
                  <a:pt x="50800" y="11442"/>
                </a:lnTo>
                <a:lnTo>
                  <a:pt x="48260" y="11442"/>
                </a:lnTo>
                <a:lnTo>
                  <a:pt x="48260" y="13982"/>
                </a:lnTo>
                <a:lnTo>
                  <a:pt x="323850" y="13982"/>
                </a:lnTo>
                <a:lnTo>
                  <a:pt x="323850" y="15252"/>
                </a:lnTo>
                <a:lnTo>
                  <a:pt x="325120" y="15252"/>
                </a:lnTo>
                <a:lnTo>
                  <a:pt x="325120" y="13982"/>
                </a:lnTo>
                <a:lnTo>
                  <a:pt x="325120" y="11442"/>
                </a:lnTo>
                <a:close/>
              </a:path>
              <a:path w="326390" h="43180">
                <a:moveTo>
                  <a:pt x="325120" y="8902"/>
                </a:moveTo>
                <a:lnTo>
                  <a:pt x="58420" y="8902"/>
                </a:lnTo>
                <a:lnTo>
                  <a:pt x="58420" y="7632"/>
                </a:lnTo>
                <a:lnTo>
                  <a:pt x="54610" y="7632"/>
                </a:lnTo>
                <a:lnTo>
                  <a:pt x="54610" y="8902"/>
                </a:lnTo>
                <a:lnTo>
                  <a:pt x="54610" y="10172"/>
                </a:lnTo>
                <a:lnTo>
                  <a:pt x="325120" y="10172"/>
                </a:lnTo>
                <a:lnTo>
                  <a:pt x="325120" y="8902"/>
                </a:lnTo>
                <a:close/>
              </a:path>
              <a:path w="326390" h="43180">
                <a:moveTo>
                  <a:pt x="325120" y="5092"/>
                </a:moveTo>
                <a:lnTo>
                  <a:pt x="68580" y="5092"/>
                </a:lnTo>
                <a:lnTo>
                  <a:pt x="68580" y="3822"/>
                </a:lnTo>
                <a:lnTo>
                  <a:pt x="64770" y="3822"/>
                </a:lnTo>
                <a:lnTo>
                  <a:pt x="64770" y="5092"/>
                </a:lnTo>
                <a:lnTo>
                  <a:pt x="62230" y="5092"/>
                </a:lnTo>
                <a:lnTo>
                  <a:pt x="62230" y="7632"/>
                </a:lnTo>
                <a:lnTo>
                  <a:pt x="325120" y="7632"/>
                </a:lnTo>
                <a:lnTo>
                  <a:pt x="325120" y="5092"/>
                </a:lnTo>
                <a:close/>
              </a:path>
              <a:path w="326390" h="43180">
                <a:moveTo>
                  <a:pt x="326377" y="2552"/>
                </a:moveTo>
                <a:lnTo>
                  <a:pt x="73660" y="2552"/>
                </a:lnTo>
                <a:lnTo>
                  <a:pt x="73660" y="1282"/>
                </a:lnTo>
                <a:lnTo>
                  <a:pt x="71120" y="1282"/>
                </a:lnTo>
                <a:lnTo>
                  <a:pt x="71120" y="2552"/>
                </a:lnTo>
                <a:lnTo>
                  <a:pt x="71120" y="3822"/>
                </a:lnTo>
                <a:lnTo>
                  <a:pt x="326377" y="3822"/>
                </a:lnTo>
                <a:lnTo>
                  <a:pt x="326377" y="2552"/>
                </a:lnTo>
                <a:close/>
              </a:path>
              <a:path w="326390" h="43180">
                <a:moveTo>
                  <a:pt x="326377" y="0"/>
                </a:moveTo>
                <a:lnTo>
                  <a:pt x="77470" y="0"/>
                </a:lnTo>
                <a:lnTo>
                  <a:pt x="77470" y="1270"/>
                </a:lnTo>
                <a:lnTo>
                  <a:pt x="326377" y="1270"/>
                </a:lnTo>
                <a:lnTo>
                  <a:pt x="326377" y="0"/>
                </a:lnTo>
                <a:close/>
              </a:path>
            </a:pathLst>
          </a:custGeom>
          <a:solidFill>
            <a:srgbClr val="B6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125207" y="1046492"/>
            <a:ext cx="383540" cy="43180"/>
          </a:xfrm>
          <a:custGeom>
            <a:avLst/>
            <a:gdLst/>
            <a:ahLst/>
            <a:cxnLst/>
            <a:rect l="l" t="t" r="r" b="b"/>
            <a:pathLst>
              <a:path w="383540" h="43180">
                <a:moveTo>
                  <a:pt x="363207" y="41910"/>
                </a:moveTo>
                <a:lnTo>
                  <a:pt x="2540" y="41910"/>
                </a:lnTo>
                <a:lnTo>
                  <a:pt x="2540" y="40640"/>
                </a:lnTo>
                <a:lnTo>
                  <a:pt x="0" y="40640"/>
                </a:lnTo>
                <a:lnTo>
                  <a:pt x="0" y="41910"/>
                </a:lnTo>
                <a:lnTo>
                  <a:pt x="0" y="43180"/>
                </a:lnTo>
                <a:lnTo>
                  <a:pt x="363207" y="43180"/>
                </a:lnTo>
                <a:lnTo>
                  <a:pt x="363207" y="41910"/>
                </a:lnTo>
                <a:close/>
              </a:path>
              <a:path w="383540" h="43180">
                <a:moveTo>
                  <a:pt x="364490" y="38100"/>
                </a:moveTo>
                <a:lnTo>
                  <a:pt x="8890" y="38100"/>
                </a:lnTo>
                <a:lnTo>
                  <a:pt x="8890" y="36830"/>
                </a:lnTo>
                <a:lnTo>
                  <a:pt x="6350" y="36830"/>
                </a:lnTo>
                <a:lnTo>
                  <a:pt x="6350" y="38100"/>
                </a:lnTo>
                <a:lnTo>
                  <a:pt x="5080" y="38100"/>
                </a:lnTo>
                <a:lnTo>
                  <a:pt x="5080" y="40640"/>
                </a:lnTo>
                <a:lnTo>
                  <a:pt x="364490" y="40640"/>
                </a:lnTo>
                <a:lnTo>
                  <a:pt x="364490" y="38100"/>
                </a:lnTo>
                <a:close/>
              </a:path>
              <a:path w="383540" h="43180">
                <a:moveTo>
                  <a:pt x="365760" y="35560"/>
                </a:moveTo>
                <a:lnTo>
                  <a:pt x="12700" y="35560"/>
                </a:lnTo>
                <a:lnTo>
                  <a:pt x="12700" y="34290"/>
                </a:lnTo>
                <a:lnTo>
                  <a:pt x="10160" y="34290"/>
                </a:lnTo>
                <a:lnTo>
                  <a:pt x="10160" y="35560"/>
                </a:lnTo>
                <a:lnTo>
                  <a:pt x="10160" y="36830"/>
                </a:lnTo>
                <a:lnTo>
                  <a:pt x="364490" y="36830"/>
                </a:lnTo>
                <a:lnTo>
                  <a:pt x="364490" y="38100"/>
                </a:lnTo>
                <a:lnTo>
                  <a:pt x="365760" y="38100"/>
                </a:lnTo>
                <a:lnTo>
                  <a:pt x="365760" y="36830"/>
                </a:lnTo>
                <a:lnTo>
                  <a:pt x="365760" y="35560"/>
                </a:lnTo>
                <a:close/>
              </a:path>
              <a:path w="383540" h="43180">
                <a:moveTo>
                  <a:pt x="367030" y="31750"/>
                </a:moveTo>
                <a:lnTo>
                  <a:pt x="19050" y="31750"/>
                </a:lnTo>
                <a:lnTo>
                  <a:pt x="19050" y="30480"/>
                </a:lnTo>
                <a:lnTo>
                  <a:pt x="16510" y="30480"/>
                </a:lnTo>
                <a:lnTo>
                  <a:pt x="16510" y="31750"/>
                </a:lnTo>
                <a:lnTo>
                  <a:pt x="15240" y="31750"/>
                </a:lnTo>
                <a:lnTo>
                  <a:pt x="15240" y="34290"/>
                </a:lnTo>
                <a:lnTo>
                  <a:pt x="365760" y="34290"/>
                </a:lnTo>
                <a:lnTo>
                  <a:pt x="365760" y="35560"/>
                </a:lnTo>
                <a:lnTo>
                  <a:pt x="367030" y="35560"/>
                </a:lnTo>
                <a:lnTo>
                  <a:pt x="367030" y="34290"/>
                </a:lnTo>
                <a:lnTo>
                  <a:pt x="367030" y="31750"/>
                </a:lnTo>
                <a:close/>
              </a:path>
              <a:path w="383540" h="43180">
                <a:moveTo>
                  <a:pt x="369570" y="29210"/>
                </a:moveTo>
                <a:lnTo>
                  <a:pt x="22860" y="29210"/>
                </a:lnTo>
                <a:lnTo>
                  <a:pt x="22860" y="27940"/>
                </a:lnTo>
                <a:lnTo>
                  <a:pt x="20320" y="27940"/>
                </a:lnTo>
                <a:lnTo>
                  <a:pt x="20320" y="29210"/>
                </a:lnTo>
                <a:lnTo>
                  <a:pt x="20320" y="30480"/>
                </a:lnTo>
                <a:lnTo>
                  <a:pt x="369570" y="30480"/>
                </a:lnTo>
                <a:lnTo>
                  <a:pt x="369570" y="29210"/>
                </a:lnTo>
                <a:close/>
              </a:path>
              <a:path w="383540" h="43180">
                <a:moveTo>
                  <a:pt x="370840" y="25400"/>
                </a:moveTo>
                <a:lnTo>
                  <a:pt x="29210" y="25400"/>
                </a:lnTo>
                <a:lnTo>
                  <a:pt x="29210" y="24130"/>
                </a:lnTo>
                <a:lnTo>
                  <a:pt x="26670" y="24130"/>
                </a:lnTo>
                <a:lnTo>
                  <a:pt x="26670" y="25400"/>
                </a:lnTo>
                <a:lnTo>
                  <a:pt x="25400" y="25400"/>
                </a:lnTo>
                <a:lnTo>
                  <a:pt x="25400" y="27940"/>
                </a:lnTo>
                <a:lnTo>
                  <a:pt x="370840" y="27940"/>
                </a:lnTo>
                <a:lnTo>
                  <a:pt x="370840" y="25400"/>
                </a:lnTo>
                <a:close/>
              </a:path>
              <a:path w="383540" h="43180">
                <a:moveTo>
                  <a:pt x="373380" y="19050"/>
                </a:moveTo>
                <a:lnTo>
                  <a:pt x="39370" y="19050"/>
                </a:lnTo>
                <a:lnTo>
                  <a:pt x="39370" y="17780"/>
                </a:lnTo>
                <a:lnTo>
                  <a:pt x="36830" y="17780"/>
                </a:lnTo>
                <a:lnTo>
                  <a:pt x="36830" y="19050"/>
                </a:lnTo>
                <a:lnTo>
                  <a:pt x="35560" y="19050"/>
                </a:lnTo>
                <a:lnTo>
                  <a:pt x="35560" y="21590"/>
                </a:lnTo>
                <a:lnTo>
                  <a:pt x="372097" y="21590"/>
                </a:lnTo>
                <a:lnTo>
                  <a:pt x="372097" y="22860"/>
                </a:lnTo>
                <a:lnTo>
                  <a:pt x="33020" y="22860"/>
                </a:lnTo>
                <a:lnTo>
                  <a:pt x="33020" y="21590"/>
                </a:lnTo>
                <a:lnTo>
                  <a:pt x="31750" y="21590"/>
                </a:lnTo>
                <a:lnTo>
                  <a:pt x="31750" y="22860"/>
                </a:lnTo>
                <a:lnTo>
                  <a:pt x="31750" y="24130"/>
                </a:lnTo>
                <a:lnTo>
                  <a:pt x="370840" y="24130"/>
                </a:lnTo>
                <a:lnTo>
                  <a:pt x="370840" y="25400"/>
                </a:lnTo>
                <a:lnTo>
                  <a:pt x="372110" y="25400"/>
                </a:lnTo>
                <a:lnTo>
                  <a:pt x="372110" y="24130"/>
                </a:lnTo>
                <a:lnTo>
                  <a:pt x="372110" y="22860"/>
                </a:lnTo>
                <a:lnTo>
                  <a:pt x="373380" y="22860"/>
                </a:lnTo>
                <a:lnTo>
                  <a:pt x="373380" y="21590"/>
                </a:lnTo>
                <a:lnTo>
                  <a:pt x="373380" y="19050"/>
                </a:lnTo>
                <a:close/>
              </a:path>
              <a:path w="383540" h="43180">
                <a:moveTo>
                  <a:pt x="375920" y="16510"/>
                </a:moveTo>
                <a:lnTo>
                  <a:pt x="43180" y="16510"/>
                </a:lnTo>
                <a:lnTo>
                  <a:pt x="43180" y="15240"/>
                </a:lnTo>
                <a:lnTo>
                  <a:pt x="41910" y="15240"/>
                </a:lnTo>
                <a:lnTo>
                  <a:pt x="41910" y="16510"/>
                </a:lnTo>
                <a:lnTo>
                  <a:pt x="41910" y="17780"/>
                </a:lnTo>
                <a:lnTo>
                  <a:pt x="375920" y="17780"/>
                </a:lnTo>
                <a:lnTo>
                  <a:pt x="375920" y="16510"/>
                </a:lnTo>
                <a:close/>
              </a:path>
              <a:path w="383540" h="43180">
                <a:moveTo>
                  <a:pt x="377190" y="12700"/>
                </a:moveTo>
                <a:lnTo>
                  <a:pt x="49530" y="12700"/>
                </a:lnTo>
                <a:lnTo>
                  <a:pt x="49530" y="11430"/>
                </a:lnTo>
                <a:lnTo>
                  <a:pt x="46990" y="11430"/>
                </a:lnTo>
                <a:lnTo>
                  <a:pt x="46990" y="12700"/>
                </a:lnTo>
                <a:lnTo>
                  <a:pt x="45720" y="12700"/>
                </a:lnTo>
                <a:lnTo>
                  <a:pt x="45720" y="15240"/>
                </a:lnTo>
                <a:lnTo>
                  <a:pt x="377190" y="15240"/>
                </a:lnTo>
                <a:lnTo>
                  <a:pt x="377190" y="12700"/>
                </a:lnTo>
                <a:close/>
              </a:path>
              <a:path w="383540" h="43180">
                <a:moveTo>
                  <a:pt x="378460" y="10160"/>
                </a:moveTo>
                <a:lnTo>
                  <a:pt x="53340" y="10160"/>
                </a:lnTo>
                <a:lnTo>
                  <a:pt x="53340" y="8890"/>
                </a:lnTo>
                <a:lnTo>
                  <a:pt x="52070" y="8890"/>
                </a:lnTo>
                <a:lnTo>
                  <a:pt x="52070" y="10160"/>
                </a:lnTo>
                <a:lnTo>
                  <a:pt x="52070" y="11430"/>
                </a:lnTo>
                <a:lnTo>
                  <a:pt x="377190" y="11430"/>
                </a:lnTo>
                <a:lnTo>
                  <a:pt x="377190" y="12700"/>
                </a:lnTo>
                <a:lnTo>
                  <a:pt x="378460" y="12700"/>
                </a:lnTo>
                <a:lnTo>
                  <a:pt x="378460" y="11430"/>
                </a:lnTo>
                <a:lnTo>
                  <a:pt x="378460" y="10160"/>
                </a:lnTo>
                <a:close/>
              </a:path>
              <a:path w="383540" h="43180">
                <a:moveTo>
                  <a:pt x="379730" y="6350"/>
                </a:moveTo>
                <a:lnTo>
                  <a:pt x="59690" y="6350"/>
                </a:lnTo>
                <a:lnTo>
                  <a:pt x="59690" y="5080"/>
                </a:lnTo>
                <a:lnTo>
                  <a:pt x="58420" y="5080"/>
                </a:lnTo>
                <a:lnTo>
                  <a:pt x="58420" y="6350"/>
                </a:lnTo>
                <a:lnTo>
                  <a:pt x="55880" y="6350"/>
                </a:lnTo>
                <a:lnTo>
                  <a:pt x="55880" y="8890"/>
                </a:lnTo>
                <a:lnTo>
                  <a:pt x="378460" y="8890"/>
                </a:lnTo>
                <a:lnTo>
                  <a:pt x="378460" y="10160"/>
                </a:lnTo>
                <a:lnTo>
                  <a:pt x="379730" y="10160"/>
                </a:lnTo>
                <a:lnTo>
                  <a:pt x="379730" y="8890"/>
                </a:lnTo>
                <a:lnTo>
                  <a:pt x="379730" y="6350"/>
                </a:lnTo>
                <a:close/>
              </a:path>
              <a:path w="383540" h="43180">
                <a:moveTo>
                  <a:pt x="382270" y="3810"/>
                </a:moveTo>
                <a:lnTo>
                  <a:pt x="63500" y="3810"/>
                </a:lnTo>
                <a:lnTo>
                  <a:pt x="63500" y="2540"/>
                </a:lnTo>
                <a:lnTo>
                  <a:pt x="62230" y="2540"/>
                </a:lnTo>
                <a:lnTo>
                  <a:pt x="62230" y="3810"/>
                </a:lnTo>
                <a:lnTo>
                  <a:pt x="62230" y="5080"/>
                </a:lnTo>
                <a:lnTo>
                  <a:pt x="382270" y="5080"/>
                </a:lnTo>
                <a:lnTo>
                  <a:pt x="382270" y="3810"/>
                </a:lnTo>
                <a:close/>
              </a:path>
              <a:path w="383540" h="43180">
                <a:moveTo>
                  <a:pt x="383540" y="0"/>
                </a:moveTo>
                <a:lnTo>
                  <a:pt x="66040" y="0"/>
                </a:lnTo>
                <a:lnTo>
                  <a:pt x="66040" y="2540"/>
                </a:lnTo>
                <a:lnTo>
                  <a:pt x="382270" y="2540"/>
                </a:lnTo>
                <a:lnTo>
                  <a:pt x="382270" y="3810"/>
                </a:lnTo>
                <a:lnTo>
                  <a:pt x="383540" y="3810"/>
                </a:lnTo>
                <a:lnTo>
                  <a:pt x="383540" y="2540"/>
                </a:lnTo>
                <a:lnTo>
                  <a:pt x="383540" y="0"/>
                </a:lnTo>
                <a:close/>
              </a:path>
            </a:pathLst>
          </a:custGeom>
          <a:solidFill>
            <a:srgbClr val="B6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33107" y="1132839"/>
            <a:ext cx="635000" cy="43815"/>
          </a:xfrm>
          <a:custGeom>
            <a:avLst/>
            <a:gdLst/>
            <a:ahLst/>
            <a:cxnLst/>
            <a:rect l="l" t="t" r="r" b="b"/>
            <a:pathLst>
              <a:path w="635000" h="43815">
                <a:moveTo>
                  <a:pt x="617207" y="40652"/>
                </a:moveTo>
                <a:lnTo>
                  <a:pt x="8890" y="40652"/>
                </a:lnTo>
                <a:lnTo>
                  <a:pt x="8890" y="39382"/>
                </a:lnTo>
                <a:lnTo>
                  <a:pt x="5080" y="39382"/>
                </a:lnTo>
                <a:lnTo>
                  <a:pt x="5080" y="40652"/>
                </a:lnTo>
                <a:lnTo>
                  <a:pt x="0" y="40652"/>
                </a:lnTo>
                <a:lnTo>
                  <a:pt x="0" y="43192"/>
                </a:lnTo>
                <a:lnTo>
                  <a:pt x="617207" y="43192"/>
                </a:lnTo>
                <a:lnTo>
                  <a:pt x="617207" y="40652"/>
                </a:lnTo>
                <a:close/>
              </a:path>
              <a:path w="635000" h="43815">
                <a:moveTo>
                  <a:pt x="618490" y="38112"/>
                </a:moveTo>
                <a:lnTo>
                  <a:pt x="17780" y="38112"/>
                </a:lnTo>
                <a:lnTo>
                  <a:pt x="17780" y="36842"/>
                </a:lnTo>
                <a:lnTo>
                  <a:pt x="12700" y="36842"/>
                </a:lnTo>
                <a:lnTo>
                  <a:pt x="12700" y="38112"/>
                </a:lnTo>
                <a:lnTo>
                  <a:pt x="12700" y="39382"/>
                </a:lnTo>
                <a:lnTo>
                  <a:pt x="617207" y="39382"/>
                </a:lnTo>
                <a:lnTo>
                  <a:pt x="617207" y="40652"/>
                </a:lnTo>
                <a:lnTo>
                  <a:pt x="618490" y="40652"/>
                </a:lnTo>
                <a:lnTo>
                  <a:pt x="618490" y="39382"/>
                </a:lnTo>
                <a:lnTo>
                  <a:pt x="618490" y="38112"/>
                </a:lnTo>
                <a:close/>
              </a:path>
              <a:path w="635000" h="43815">
                <a:moveTo>
                  <a:pt x="619760" y="34302"/>
                </a:moveTo>
                <a:lnTo>
                  <a:pt x="30480" y="34302"/>
                </a:lnTo>
                <a:lnTo>
                  <a:pt x="30480" y="33032"/>
                </a:lnTo>
                <a:lnTo>
                  <a:pt x="26670" y="33032"/>
                </a:lnTo>
                <a:lnTo>
                  <a:pt x="26670" y="34302"/>
                </a:lnTo>
                <a:lnTo>
                  <a:pt x="21590" y="34302"/>
                </a:lnTo>
                <a:lnTo>
                  <a:pt x="21590" y="36842"/>
                </a:lnTo>
                <a:lnTo>
                  <a:pt x="618490" y="36842"/>
                </a:lnTo>
                <a:lnTo>
                  <a:pt x="618490" y="38112"/>
                </a:lnTo>
                <a:lnTo>
                  <a:pt x="619760" y="38112"/>
                </a:lnTo>
                <a:lnTo>
                  <a:pt x="619760" y="36842"/>
                </a:lnTo>
                <a:lnTo>
                  <a:pt x="619760" y="34302"/>
                </a:lnTo>
                <a:close/>
              </a:path>
              <a:path w="635000" h="43815">
                <a:moveTo>
                  <a:pt x="621030" y="31762"/>
                </a:moveTo>
                <a:lnTo>
                  <a:pt x="39370" y="31762"/>
                </a:lnTo>
                <a:lnTo>
                  <a:pt x="39370" y="30492"/>
                </a:lnTo>
                <a:lnTo>
                  <a:pt x="34290" y="30492"/>
                </a:lnTo>
                <a:lnTo>
                  <a:pt x="34290" y="31762"/>
                </a:lnTo>
                <a:lnTo>
                  <a:pt x="34290" y="33032"/>
                </a:lnTo>
                <a:lnTo>
                  <a:pt x="619760" y="33032"/>
                </a:lnTo>
                <a:lnTo>
                  <a:pt x="619760" y="34302"/>
                </a:lnTo>
                <a:lnTo>
                  <a:pt x="621030" y="34302"/>
                </a:lnTo>
                <a:lnTo>
                  <a:pt x="621030" y="33032"/>
                </a:lnTo>
                <a:lnTo>
                  <a:pt x="621030" y="31762"/>
                </a:lnTo>
                <a:close/>
              </a:path>
              <a:path w="635000" h="43815">
                <a:moveTo>
                  <a:pt x="622300" y="27952"/>
                </a:moveTo>
                <a:lnTo>
                  <a:pt x="52070" y="27952"/>
                </a:lnTo>
                <a:lnTo>
                  <a:pt x="52070" y="26682"/>
                </a:lnTo>
                <a:lnTo>
                  <a:pt x="48260" y="26682"/>
                </a:lnTo>
                <a:lnTo>
                  <a:pt x="48260" y="27952"/>
                </a:lnTo>
                <a:lnTo>
                  <a:pt x="43180" y="27952"/>
                </a:lnTo>
                <a:lnTo>
                  <a:pt x="43180" y="30492"/>
                </a:lnTo>
                <a:lnTo>
                  <a:pt x="621030" y="30492"/>
                </a:lnTo>
                <a:lnTo>
                  <a:pt x="621030" y="31762"/>
                </a:lnTo>
                <a:lnTo>
                  <a:pt x="622300" y="31762"/>
                </a:lnTo>
                <a:lnTo>
                  <a:pt x="622300" y="30492"/>
                </a:lnTo>
                <a:lnTo>
                  <a:pt x="622300" y="27952"/>
                </a:lnTo>
                <a:close/>
              </a:path>
              <a:path w="635000" h="43815">
                <a:moveTo>
                  <a:pt x="623570" y="25412"/>
                </a:moveTo>
                <a:lnTo>
                  <a:pt x="60960" y="25412"/>
                </a:lnTo>
                <a:lnTo>
                  <a:pt x="60960" y="24142"/>
                </a:lnTo>
                <a:lnTo>
                  <a:pt x="55880" y="24142"/>
                </a:lnTo>
                <a:lnTo>
                  <a:pt x="55880" y="25412"/>
                </a:lnTo>
                <a:lnTo>
                  <a:pt x="55880" y="26682"/>
                </a:lnTo>
                <a:lnTo>
                  <a:pt x="623570" y="26682"/>
                </a:lnTo>
                <a:lnTo>
                  <a:pt x="623570" y="25412"/>
                </a:lnTo>
                <a:close/>
              </a:path>
              <a:path w="635000" h="43815">
                <a:moveTo>
                  <a:pt x="624840" y="21602"/>
                </a:moveTo>
                <a:lnTo>
                  <a:pt x="73660" y="21602"/>
                </a:lnTo>
                <a:lnTo>
                  <a:pt x="73660" y="20332"/>
                </a:lnTo>
                <a:lnTo>
                  <a:pt x="69850" y="20332"/>
                </a:lnTo>
                <a:lnTo>
                  <a:pt x="69850" y="21602"/>
                </a:lnTo>
                <a:lnTo>
                  <a:pt x="64770" y="21602"/>
                </a:lnTo>
                <a:lnTo>
                  <a:pt x="64770" y="24142"/>
                </a:lnTo>
                <a:lnTo>
                  <a:pt x="623570" y="24142"/>
                </a:lnTo>
                <a:lnTo>
                  <a:pt x="623570" y="25412"/>
                </a:lnTo>
                <a:lnTo>
                  <a:pt x="624840" y="25412"/>
                </a:lnTo>
                <a:lnTo>
                  <a:pt x="624840" y="24142"/>
                </a:lnTo>
                <a:lnTo>
                  <a:pt x="624840" y="21602"/>
                </a:lnTo>
                <a:close/>
              </a:path>
              <a:path w="635000" h="43815">
                <a:moveTo>
                  <a:pt x="626110" y="19062"/>
                </a:moveTo>
                <a:lnTo>
                  <a:pt x="82550" y="19062"/>
                </a:lnTo>
                <a:lnTo>
                  <a:pt x="82550" y="17792"/>
                </a:lnTo>
                <a:lnTo>
                  <a:pt x="77470" y="17792"/>
                </a:lnTo>
                <a:lnTo>
                  <a:pt x="77470" y="19062"/>
                </a:lnTo>
                <a:lnTo>
                  <a:pt x="77470" y="20332"/>
                </a:lnTo>
                <a:lnTo>
                  <a:pt x="626110" y="20332"/>
                </a:lnTo>
                <a:lnTo>
                  <a:pt x="626110" y="19062"/>
                </a:lnTo>
                <a:close/>
              </a:path>
              <a:path w="635000" h="43815">
                <a:moveTo>
                  <a:pt x="627380" y="15252"/>
                </a:moveTo>
                <a:lnTo>
                  <a:pt x="95250" y="15252"/>
                </a:lnTo>
                <a:lnTo>
                  <a:pt x="95250" y="13982"/>
                </a:lnTo>
                <a:lnTo>
                  <a:pt x="91440" y="13982"/>
                </a:lnTo>
                <a:lnTo>
                  <a:pt x="91440" y="15252"/>
                </a:lnTo>
                <a:lnTo>
                  <a:pt x="86360" y="15252"/>
                </a:lnTo>
                <a:lnTo>
                  <a:pt x="86360" y="17792"/>
                </a:lnTo>
                <a:lnTo>
                  <a:pt x="626110" y="17792"/>
                </a:lnTo>
                <a:lnTo>
                  <a:pt x="626110" y="19062"/>
                </a:lnTo>
                <a:lnTo>
                  <a:pt x="627380" y="19062"/>
                </a:lnTo>
                <a:lnTo>
                  <a:pt x="627380" y="17792"/>
                </a:lnTo>
                <a:lnTo>
                  <a:pt x="627380" y="15252"/>
                </a:lnTo>
                <a:close/>
              </a:path>
              <a:path w="635000" h="43815">
                <a:moveTo>
                  <a:pt x="629907" y="8902"/>
                </a:moveTo>
                <a:lnTo>
                  <a:pt x="116840" y="8902"/>
                </a:lnTo>
                <a:lnTo>
                  <a:pt x="116840" y="7632"/>
                </a:lnTo>
                <a:lnTo>
                  <a:pt x="113030" y="7632"/>
                </a:lnTo>
                <a:lnTo>
                  <a:pt x="113030" y="8902"/>
                </a:lnTo>
                <a:lnTo>
                  <a:pt x="107950" y="8902"/>
                </a:lnTo>
                <a:lnTo>
                  <a:pt x="107950" y="11442"/>
                </a:lnTo>
                <a:lnTo>
                  <a:pt x="629907" y="11442"/>
                </a:lnTo>
                <a:lnTo>
                  <a:pt x="629907" y="8902"/>
                </a:lnTo>
                <a:close/>
              </a:path>
              <a:path w="635000" h="43815">
                <a:moveTo>
                  <a:pt x="629920" y="12712"/>
                </a:moveTo>
                <a:lnTo>
                  <a:pt x="104140" y="12712"/>
                </a:lnTo>
                <a:lnTo>
                  <a:pt x="104140" y="11442"/>
                </a:lnTo>
                <a:lnTo>
                  <a:pt x="99060" y="11442"/>
                </a:lnTo>
                <a:lnTo>
                  <a:pt x="99060" y="12712"/>
                </a:lnTo>
                <a:lnTo>
                  <a:pt x="99060" y="13982"/>
                </a:lnTo>
                <a:lnTo>
                  <a:pt x="629920" y="13982"/>
                </a:lnTo>
                <a:lnTo>
                  <a:pt x="629920" y="12712"/>
                </a:lnTo>
                <a:close/>
              </a:path>
              <a:path w="635000" h="43815">
                <a:moveTo>
                  <a:pt x="632447" y="6362"/>
                </a:moveTo>
                <a:lnTo>
                  <a:pt x="125730" y="6362"/>
                </a:lnTo>
                <a:lnTo>
                  <a:pt x="125730" y="5092"/>
                </a:lnTo>
                <a:lnTo>
                  <a:pt x="120650" y="5092"/>
                </a:lnTo>
                <a:lnTo>
                  <a:pt x="120650" y="6362"/>
                </a:lnTo>
                <a:lnTo>
                  <a:pt x="120650" y="7632"/>
                </a:lnTo>
                <a:lnTo>
                  <a:pt x="632447" y="7632"/>
                </a:lnTo>
                <a:lnTo>
                  <a:pt x="632447" y="6362"/>
                </a:lnTo>
                <a:close/>
              </a:path>
              <a:path w="635000" h="43815">
                <a:moveTo>
                  <a:pt x="632460" y="2552"/>
                </a:moveTo>
                <a:lnTo>
                  <a:pt x="138430" y="2552"/>
                </a:lnTo>
                <a:lnTo>
                  <a:pt x="138430" y="1282"/>
                </a:lnTo>
                <a:lnTo>
                  <a:pt x="134620" y="1282"/>
                </a:lnTo>
                <a:lnTo>
                  <a:pt x="134620" y="2552"/>
                </a:lnTo>
                <a:lnTo>
                  <a:pt x="129540" y="2552"/>
                </a:lnTo>
                <a:lnTo>
                  <a:pt x="129540" y="5092"/>
                </a:lnTo>
                <a:lnTo>
                  <a:pt x="632460" y="5092"/>
                </a:lnTo>
                <a:lnTo>
                  <a:pt x="632460" y="2552"/>
                </a:lnTo>
                <a:close/>
              </a:path>
              <a:path w="635000" h="43815">
                <a:moveTo>
                  <a:pt x="635000" y="0"/>
                </a:moveTo>
                <a:lnTo>
                  <a:pt x="142240" y="0"/>
                </a:lnTo>
                <a:lnTo>
                  <a:pt x="142240" y="1270"/>
                </a:lnTo>
                <a:lnTo>
                  <a:pt x="635000" y="1270"/>
                </a:lnTo>
                <a:lnTo>
                  <a:pt x="635000" y="0"/>
                </a:lnTo>
                <a:close/>
              </a:path>
            </a:pathLst>
          </a:custGeom>
          <a:solidFill>
            <a:srgbClr val="B55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83247" y="1176032"/>
            <a:ext cx="765810" cy="43180"/>
          </a:xfrm>
          <a:custGeom>
            <a:avLst/>
            <a:gdLst/>
            <a:ahLst/>
            <a:cxnLst/>
            <a:rect l="l" t="t" r="r" b="b"/>
            <a:pathLst>
              <a:path w="765810" h="43180">
                <a:moveTo>
                  <a:pt x="745490" y="41910"/>
                </a:moveTo>
                <a:lnTo>
                  <a:pt x="8890" y="41910"/>
                </a:lnTo>
                <a:lnTo>
                  <a:pt x="8890" y="40640"/>
                </a:lnTo>
                <a:lnTo>
                  <a:pt x="3810" y="40640"/>
                </a:lnTo>
                <a:lnTo>
                  <a:pt x="3810" y="41910"/>
                </a:lnTo>
                <a:lnTo>
                  <a:pt x="0" y="41910"/>
                </a:lnTo>
                <a:lnTo>
                  <a:pt x="0" y="43180"/>
                </a:lnTo>
                <a:lnTo>
                  <a:pt x="745490" y="43180"/>
                </a:lnTo>
                <a:lnTo>
                  <a:pt x="745490" y="41910"/>
                </a:lnTo>
                <a:close/>
              </a:path>
              <a:path w="765810" h="43180">
                <a:moveTo>
                  <a:pt x="746760" y="39370"/>
                </a:moveTo>
                <a:lnTo>
                  <a:pt x="16510" y="39370"/>
                </a:lnTo>
                <a:lnTo>
                  <a:pt x="16510" y="38100"/>
                </a:lnTo>
                <a:lnTo>
                  <a:pt x="12700" y="38100"/>
                </a:lnTo>
                <a:lnTo>
                  <a:pt x="12700" y="39370"/>
                </a:lnTo>
                <a:lnTo>
                  <a:pt x="12700" y="40640"/>
                </a:lnTo>
                <a:lnTo>
                  <a:pt x="745490" y="40640"/>
                </a:lnTo>
                <a:lnTo>
                  <a:pt x="745490" y="41910"/>
                </a:lnTo>
                <a:lnTo>
                  <a:pt x="746760" y="41910"/>
                </a:lnTo>
                <a:lnTo>
                  <a:pt x="746760" y="40640"/>
                </a:lnTo>
                <a:lnTo>
                  <a:pt x="746760" y="39370"/>
                </a:lnTo>
                <a:close/>
              </a:path>
              <a:path w="765810" h="43180">
                <a:moveTo>
                  <a:pt x="749300" y="33020"/>
                </a:moveTo>
                <a:lnTo>
                  <a:pt x="38100" y="33020"/>
                </a:lnTo>
                <a:lnTo>
                  <a:pt x="38100" y="31750"/>
                </a:lnTo>
                <a:lnTo>
                  <a:pt x="34290" y="31750"/>
                </a:lnTo>
                <a:lnTo>
                  <a:pt x="34290" y="33020"/>
                </a:lnTo>
                <a:lnTo>
                  <a:pt x="34290" y="34290"/>
                </a:lnTo>
                <a:lnTo>
                  <a:pt x="748017" y="34290"/>
                </a:lnTo>
                <a:lnTo>
                  <a:pt x="748017" y="35560"/>
                </a:lnTo>
                <a:lnTo>
                  <a:pt x="29210" y="35560"/>
                </a:lnTo>
                <a:lnTo>
                  <a:pt x="29210" y="34290"/>
                </a:lnTo>
                <a:lnTo>
                  <a:pt x="25400" y="34290"/>
                </a:lnTo>
                <a:lnTo>
                  <a:pt x="25400" y="35560"/>
                </a:lnTo>
                <a:lnTo>
                  <a:pt x="21590" y="35560"/>
                </a:lnTo>
                <a:lnTo>
                  <a:pt x="21590" y="38100"/>
                </a:lnTo>
                <a:lnTo>
                  <a:pt x="746760" y="38100"/>
                </a:lnTo>
                <a:lnTo>
                  <a:pt x="746760" y="39370"/>
                </a:lnTo>
                <a:lnTo>
                  <a:pt x="748030" y="39370"/>
                </a:lnTo>
                <a:lnTo>
                  <a:pt x="748030" y="38100"/>
                </a:lnTo>
                <a:lnTo>
                  <a:pt x="748030" y="35560"/>
                </a:lnTo>
                <a:lnTo>
                  <a:pt x="749300" y="35560"/>
                </a:lnTo>
                <a:lnTo>
                  <a:pt x="749300" y="34290"/>
                </a:lnTo>
                <a:lnTo>
                  <a:pt x="749300" y="33020"/>
                </a:lnTo>
                <a:close/>
              </a:path>
              <a:path w="765810" h="43180">
                <a:moveTo>
                  <a:pt x="750570" y="29210"/>
                </a:moveTo>
                <a:lnTo>
                  <a:pt x="49530" y="29210"/>
                </a:lnTo>
                <a:lnTo>
                  <a:pt x="49530" y="27940"/>
                </a:lnTo>
                <a:lnTo>
                  <a:pt x="46990" y="27940"/>
                </a:lnTo>
                <a:lnTo>
                  <a:pt x="46990" y="29210"/>
                </a:lnTo>
                <a:lnTo>
                  <a:pt x="41910" y="29210"/>
                </a:lnTo>
                <a:lnTo>
                  <a:pt x="41910" y="31750"/>
                </a:lnTo>
                <a:lnTo>
                  <a:pt x="749300" y="31750"/>
                </a:lnTo>
                <a:lnTo>
                  <a:pt x="749300" y="33020"/>
                </a:lnTo>
                <a:lnTo>
                  <a:pt x="750570" y="33020"/>
                </a:lnTo>
                <a:lnTo>
                  <a:pt x="750570" y="31750"/>
                </a:lnTo>
                <a:lnTo>
                  <a:pt x="750570" y="29210"/>
                </a:lnTo>
                <a:close/>
              </a:path>
              <a:path w="765810" h="43180">
                <a:moveTo>
                  <a:pt x="753110" y="26670"/>
                </a:moveTo>
                <a:lnTo>
                  <a:pt x="59690" y="26670"/>
                </a:lnTo>
                <a:lnTo>
                  <a:pt x="59690" y="25400"/>
                </a:lnTo>
                <a:lnTo>
                  <a:pt x="55880" y="25400"/>
                </a:lnTo>
                <a:lnTo>
                  <a:pt x="55880" y="26670"/>
                </a:lnTo>
                <a:lnTo>
                  <a:pt x="55880" y="27940"/>
                </a:lnTo>
                <a:lnTo>
                  <a:pt x="753110" y="27940"/>
                </a:lnTo>
                <a:lnTo>
                  <a:pt x="753110" y="26670"/>
                </a:lnTo>
                <a:close/>
              </a:path>
              <a:path w="765810" h="43180">
                <a:moveTo>
                  <a:pt x="754367" y="22860"/>
                </a:moveTo>
                <a:lnTo>
                  <a:pt x="72390" y="22860"/>
                </a:lnTo>
                <a:lnTo>
                  <a:pt x="72390" y="21590"/>
                </a:lnTo>
                <a:lnTo>
                  <a:pt x="68580" y="21590"/>
                </a:lnTo>
                <a:lnTo>
                  <a:pt x="68580" y="22860"/>
                </a:lnTo>
                <a:lnTo>
                  <a:pt x="63500" y="22860"/>
                </a:lnTo>
                <a:lnTo>
                  <a:pt x="63500" y="25400"/>
                </a:lnTo>
                <a:lnTo>
                  <a:pt x="754367" y="25400"/>
                </a:lnTo>
                <a:lnTo>
                  <a:pt x="754367" y="22860"/>
                </a:lnTo>
                <a:close/>
              </a:path>
              <a:path w="765810" h="43180">
                <a:moveTo>
                  <a:pt x="755650" y="20320"/>
                </a:moveTo>
                <a:lnTo>
                  <a:pt x="81280" y="20320"/>
                </a:lnTo>
                <a:lnTo>
                  <a:pt x="81280" y="19050"/>
                </a:lnTo>
                <a:lnTo>
                  <a:pt x="77470" y="19050"/>
                </a:lnTo>
                <a:lnTo>
                  <a:pt x="77470" y="20320"/>
                </a:lnTo>
                <a:lnTo>
                  <a:pt x="77470" y="21590"/>
                </a:lnTo>
                <a:lnTo>
                  <a:pt x="754367" y="21590"/>
                </a:lnTo>
                <a:lnTo>
                  <a:pt x="754367" y="22860"/>
                </a:lnTo>
                <a:lnTo>
                  <a:pt x="755650" y="22860"/>
                </a:lnTo>
                <a:lnTo>
                  <a:pt x="755650" y="21590"/>
                </a:lnTo>
                <a:lnTo>
                  <a:pt x="755650" y="20320"/>
                </a:lnTo>
                <a:close/>
              </a:path>
              <a:path w="765810" h="43180">
                <a:moveTo>
                  <a:pt x="756920" y="16510"/>
                </a:moveTo>
                <a:lnTo>
                  <a:pt x="93980" y="16510"/>
                </a:lnTo>
                <a:lnTo>
                  <a:pt x="93980" y="15240"/>
                </a:lnTo>
                <a:lnTo>
                  <a:pt x="90170" y="15240"/>
                </a:lnTo>
                <a:lnTo>
                  <a:pt x="90170" y="16510"/>
                </a:lnTo>
                <a:lnTo>
                  <a:pt x="85090" y="16510"/>
                </a:lnTo>
                <a:lnTo>
                  <a:pt x="85090" y="19050"/>
                </a:lnTo>
                <a:lnTo>
                  <a:pt x="755650" y="19050"/>
                </a:lnTo>
                <a:lnTo>
                  <a:pt x="755650" y="20320"/>
                </a:lnTo>
                <a:lnTo>
                  <a:pt x="756920" y="20320"/>
                </a:lnTo>
                <a:lnTo>
                  <a:pt x="756920" y="19050"/>
                </a:lnTo>
                <a:lnTo>
                  <a:pt x="756920" y="16510"/>
                </a:lnTo>
                <a:close/>
              </a:path>
              <a:path w="765810" h="43180">
                <a:moveTo>
                  <a:pt x="759460" y="13970"/>
                </a:moveTo>
                <a:lnTo>
                  <a:pt x="102870" y="13970"/>
                </a:lnTo>
                <a:lnTo>
                  <a:pt x="102870" y="12700"/>
                </a:lnTo>
                <a:lnTo>
                  <a:pt x="99060" y="12700"/>
                </a:lnTo>
                <a:lnTo>
                  <a:pt x="99060" y="13970"/>
                </a:lnTo>
                <a:lnTo>
                  <a:pt x="99060" y="15240"/>
                </a:lnTo>
                <a:lnTo>
                  <a:pt x="759460" y="15240"/>
                </a:lnTo>
                <a:lnTo>
                  <a:pt x="759460" y="13970"/>
                </a:lnTo>
                <a:close/>
              </a:path>
              <a:path w="765810" h="43180">
                <a:moveTo>
                  <a:pt x="760730" y="10160"/>
                </a:moveTo>
                <a:lnTo>
                  <a:pt x="115570" y="10160"/>
                </a:lnTo>
                <a:lnTo>
                  <a:pt x="115570" y="8890"/>
                </a:lnTo>
                <a:lnTo>
                  <a:pt x="111760" y="8890"/>
                </a:lnTo>
                <a:lnTo>
                  <a:pt x="111760" y="10160"/>
                </a:lnTo>
                <a:lnTo>
                  <a:pt x="106680" y="10160"/>
                </a:lnTo>
                <a:lnTo>
                  <a:pt x="106680" y="12700"/>
                </a:lnTo>
                <a:lnTo>
                  <a:pt x="760730" y="12700"/>
                </a:lnTo>
                <a:lnTo>
                  <a:pt x="760730" y="10160"/>
                </a:lnTo>
                <a:close/>
              </a:path>
              <a:path w="765810" h="43180">
                <a:moveTo>
                  <a:pt x="762000" y="7620"/>
                </a:moveTo>
                <a:lnTo>
                  <a:pt x="124460" y="7620"/>
                </a:lnTo>
                <a:lnTo>
                  <a:pt x="124460" y="6350"/>
                </a:lnTo>
                <a:lnTo>
                  <a:pt x="120650" y="6350"/>
                </a:lnTo>
                <a:lnTo>
                  <a:pt x="120650" y="7620"/>
                </a:lnTo>
                <a:lnTo>
                  <a:pt x="120650" y="8890"/>
                </a:lnTo>
                <a:lnTo>
                  <a:pt x="760730" y="8890"/>
                </a:lnTo>
                <a:lnTo>
                  <a:pt x="760730" y="10160"/>
                </a:lnTo>
                <a:lnTo>
                  <a:pt x="762000" y="10160"/>
                </a:lnTo>
                <a:lnTo>
                  <a:pt x="762000" y="8890"/>
                </a:lnTo>
                <a:lnTo>
                  <a:pt x="762000" y="7620"/>
                </a:lnTo>
                <a:close/>
              </a:path>
              <a:path w="765810" h="43180">
                <a:moveTo>
                  <a:pt x="763270" y="3810"/>
                </a:moveTo>
                <a:lnTo>
                  <a:pt x="137147" y="3810"/>
                </a:lnTo>
                <a:lnTo>
                  <a:pt x="137147" y="2540"/>
                </a:lnTo>
                <a:lnTo>
                  <a:pt x="133350" y="2540"/>
                </a:lnTo>
                <a:lnTo>
                  <a:pt x="133350" y="3810"/>
                </a:lnTo>
                <a:lnTo>
                  <a:pt x="128270" y="3810"/>
                </a:lnTo>
                <a:lnTo>
                  <a:pt x="128270" y="6350"/>
                </a:lnTo>
                <a:lnTo>
                  <a:pt x="762000" y="6350"/>
                </a:lnTo>
                <a:lnTo>
                  <a:pt x="762000" y="7620"/>
                </a:lnTo>
                <a:lnTo>
                  <a:pt x="763270" y="7620"/>
                </a:lnTo>
                <a:lnTo>
                  <a:pt x="763270" y="6350"/>
                </a:lnTo>
                <a:lnTo>
                  <a:pt x="763270" y="3810"/>
                </a:lnTo>
                <a:close/>
              </a:path>
              <a:path w="765810" h="43180">
                <a:moveTo>
                  <a:pt x="765810" y="1270"/>
                </a:moveTo>
                <a:lnTo>
                  <a:pt x="146050" y="1270"/>
                </a:lnTo>
                <a:lnTo>
                  <a:pt x="146050" y="0"/>
                </a:lnTo>
                <a:lnTo>
                  <a:pt x="142240" y="0"/>
                </a:lnTo>
                <a:lnTo>
                  <a:pt x="142240" y="1270"/>
                </a:lnTo>
                <a:lnTo>
                  <a:pt x="142240" y="2540"/>
                </a:lnTo>
                <a:lnTo>
                  <a:pt x="765810" y="2540"/>
                </a:lnTo>
                <a:lnTo>
                  <a:pt x="765810" y="1270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6287757" y="2552"/>
            <a:ext cx="1311910" cy="80010"/>
          </a:xfrm>
          <a:custGeom>
            <a:avLst/>
            <a:gdLst/>
            <a:ahLst/>
            <a:cxnLst/>
            <a:rect l="l" t="t" r="r" b="b"/>
            <a:pathLst>
              <a:path w="1311909" h="80010">
                <a:moveTo>
                  <a:pt x="1282700" y="2540"/>
                </a:moveTo>
                <a:lnTo>
                  <a:pt x="1281417" y="2540"/>
                </a:lnTo>
                <a:lnTo>
                  <a:pt x="1281417" y="1270"/>
                </a:lnTo>
                <a:lnTo>
                  <a:pt x="1281417" y="0"/>
                </a:lnTo>
                <a:lnTo>
                  <a:pt x="1280147" y="0"/>
                </a:lnTo>
                <a:lnTo>
                  <a:pt x="1280147" y="1270"/>
                </a:lnTo>
                <a:lnTo>
                  <a:pt x="19050" y="1270"/>
                </a:lnTo>
                <a:lnTo>
                  <a:pt x="19050" y="2540"/>
                </a:lnTo>
                <a:lnTo>
                  <a:pt x="19050" y="6350"/>
                </a:lnTo>
                <a:lnTo>
                  <a:pt x="1282700" y="6350"/>
                </a:lnTo>
                <a:lnTo>
                  <a:pt x="1282700" y="2540"/>
                </a:lnTo>
                <a:close/>
              </a:path>
              <a:path w="1311909" h="80010">
                <a:moveTo>
                  <a:pt x="1286497" y="11430"/>
                </a:moveTo>
                <a:lnTo>
                  <a:pt x="1285227" y="11430"/>
                </a:lnTo>
                <a:lnTo>
                  <a:pt x="1285227" y="7620"/>
                </a:lnTo>
                <a:lnTo>
                  <a:pt x="19050" y="7620"/>
                </a:lnTo>
                <a:lnTo>
                  <a:pt x="19050" y="6350"/>
                </a:lnTo>
                <a:lnTo>
                  <a:pt x="17780" y="6350"/>
                </a:lnTo>
                <a:lnTo>
                  <a:pt x="17780" y="7620"/>
                </a:lnTo>
                <a:lnTo>
                  <a:pt x="17780" y="11430"/>
                </a:lnTo>
                <a:lnTo>
                  <a:pt x="17780" y="12700"/>
                </a:lnTo>
                <a:lnTo>
                  <a:pt x="1286497" y="12700"/>
                </a:lnTo>
                <a:lnTo>
                  <a:pt x="1286497" y="11430"/>
                </a:lnTo>
                <a:close/>
              </a:path>
              <a:path w="1311909" h="80010">
                <a:moveTo>
                  <a:pt x="1289050" y="15240"/>
                </a:moveTo>
                <a:lnTo>
                  <a:pt x="1287767" y="15240"/>
                </a:lnTo>
                <a:lnTo>
                  <a:pt x="1287767" y="13970"/>
                </a:lnTo>
                <a:lnTo>
                  <a:pt x="1287767" y="12700"/>
                </a:lnTo>
                <a:lnTo>
                  <a:pt x="1286497" y="12700"/>
                </a:lnTo>
                <a:lnTo>
                  <a:pt x="1286497" y="13970"/>
                </a:lnTo>
                <a:lnTo>
                  <a:pt x="16497" y="13970"/>
                </a:lnTo>
                <a:lnTo>
                  <a:pt x="16497" y="15240"/>
                </a:lnTo>
                <a:lnTo>
                  <a:pt x="16497" y="17780"/>
                </a:lnTo>
                <a:lnTo>
                  <a:pt x="15227" y="17780"/>
                </a:lnTo>
                <a:lnTo>
                  <a:pt x="15227" y="19050"/>
                </a:lnTo>
                <a:lnTo>
                  <a:pt x="1289050" y="19050"/>
                </a:lnTo>
                <a:lnTo>
                  <a:pt x="1289050" y="17780"/>
                </a:lnTo>
                <a:lnTo>
                  <a:pt x="1289050" y="15240"/>
                </a:lnTo>
                <a:close/>
              </a:path>
              <a:path w="1311909" h="80010">
                <a:moveTo>
                  <a:pt x="1291577" y="20320"/>
                </a:moveTo>
                <a:lnTo>
                  <a:pt x="15227" y="20320"/>
                </a:lnTo>
                <a:lnTo>
                  <a:pt x="15227" y="21590"/>
                </a:lnTo>
                <a:lnTo>
                  <a:pt x="13970" y="21590"/>
                </a:lnTo>
                <a:lnTo>
                  <a:pt x="13970" y="25400"/>
                </a:lnTo>
                <a:lnTo>
                  <a:pt x="1291577" y="25400"/>
                </a:lnTo>
                <a:lnTo>
                  <a:pt x="1291577" y="21590"/>
                </a:lnTo>
                <a:lnTo>
                  <a:pt x="1291577" y="20320"/>
                </a:lnTo>
                <a:close/>
              </a:path>
              <a:path w="1311909" h="80010">
                <a:moveTo>
                  <a:pt x="1294117" y="26657"/>
                </a:moveTo>
                <a:lnTo>
                  <a:pt x="12700" y="26657"/>
                </a:lnTo>
                <a:lnTo>
                  <a:pt x="12700" y="31737"/>
                </a:lnTo>
                <a:lnTo>
                  <a:pt x="1294117" y="31737"/>
                </a:lnTo>
                <a:lnTo>
                  <a:pt x="1294117" y="26657"/>
                </a:lnTo>
                <a:close/>
              </a:path>
              <a:path w="1311909" h="80010">
                <a:moveTo>
                  <a:pt x="1296657" y="34290"/>
                </a:moveTo>
                <a:lnTo>
                  <a:pt x="1295400" y="34290"/>
                </a:lnTo>
                <a:lnTo>
                  <a:pt x="1295400" y="33020"/>
                </a:lnTo>
                <a:lnTo>
                  <a:pt x="12700" y="33020"/>
                </a:lnTo>
                <a:lnTo>
                  <a:pt x="12700" y="31750"/>
                </a:lnTo>
                <a:lnTo>
                  <a:pt x="11430" y="31750"/>
                </a:lnTo>
                <a:lnTo>
                  <a:pt x="11430" y="33020"/>
                </a:lnTo>
                <a:lnTo>
                  <a:pt x="11430" y="34290"/>
                </a:lnTo>
                <a:lnTo>
                  <a:pt x="11430" y="36830"/>
                </a:lnTo>
                <a:lnTo>
                  <a:pt x="10147" y="36830"/>
                </a:lnTo>
                <a:lnTo>
                  <a:pt x="10147" y="38100"/>
                </a:lnTo>
                <a:lnTo>
                  <a:pt x="1296644" y="38100"/>
                </a:lnTo>
                <a:lnTo>
                  <a:pt x="1296644" y="36830"/>
                </a:lnTo>
                <a:lnTo>
                  <a:pt x="1296657" y="34290"/>
                </a:lnTo>
                <a:close/>
              </a:path>
              <a:path w="1311909" h="80010">
                <a:moveTo>
                  <a:pt x="1299197" y="40640"/>
                </a:moveTo>
                <a:lnTo>
                  <a:pt x="1297927" y="40640"/>
                </a:lnTo>
                <a:lnTo>
                  <a:pt x="1297927" y="39370"/>
                </a:lnTo>
                <a:lnTo>
                  <a:pt x="1297927" y="38100"/>
                </a:lnTo>
                <a:lnTo>
                  <a:pt x="1296644" y="38100"/>
                </a:lnTo>
                <a:lnTo>
                  <a:pt x="1296644" y="39370"/>
                </a:lnTo>
                <a:lnTo>
                  <a:pt x="10147" y="39370"/>
                </a:lnTo>
                <a:lnTo>
                  <a:pt x="10147" y="40640"/>
                </a:lnTo>
                <a:lnTo>
                  <a:pt x="8877" y="40640"/>
                </a:lnTo>
                <a:lnTo>
                  <a:pt x="8877" y="44450"/>
                </a:lnTo>
                <a:lnTo>
                  <a:pt x="1299197" y="44450"/>
                </a:lnTo>
                <a:lnTo>
                  <a:pt x="1299197" y="40640"/>
                </a:lnTo>
                <a:close/>
              </a:path>
              <a:path w="1311909" h="80010">
                <a:moveTo>
                  <a:pt x="1301750" y="49530"/>
                </a:moveTo>
                <a:lnTo>
                  <a:pt x="1300467" y="49530"/>
                </a:lnTo>
                <a:lnTo>
                  <a:pt x="1300467" y="45720"/>
                </a:lnTo>
                <a:lnTo>
                  <a:pt x="1300467" y="44450"/>
                </a:lnTo>
                <a:lnTo>
                  <a:pt x="1299197" y="44450"/>
                </a:lnTo>
                <a:lnTo>
                  <a:pt x="1299197" y="45720"/>
                </a:lnTo>
                <a:lnTo>
                  <a:pt x="7620" y="45720"/>
                </a:lnTo>
                <a:lnTo>
                  <a:pt x="7620" y="49530"/>
                </a:lnTo>
                <a:lnTo>
                  <a:pt x="7620" y="50800"/>
                </a:lnTo>
                <a:lnTo>
                  <a:pt x="1301750" y="50800"/>
                </a:lnTo>
                <a:lnTo>
                  <a:pt x="1301750" y="49530"/>
                </a:lnTo>
                <a:close/>
              </a:path>
              <a:path w="1311909" h="80010">
                <a:moveTo>
                  <a:pt x="1304277" y="55880"/>
                </a:moveTo>
                <a:lnTo>
                  <a:pt x="1303020" y="55880"/>
                </a:lnTo>
                <a:lnTo>
                  <a:pt x="1303020" y="52070"/>
                </a:lnTo>
                <a:lnTo>
                  <a:pt x="7620" y="52070"/>
                </a:lnTo>
                <a:lnTo>
                  <a:pt x="7620" y="50800"/>
                </a:lnTo>
                <a:lnTo>
                  <a:pt x="6350" y="50800"/>
                </a:lnTo>
                <a:lnTo>
                  <a:pt x="6350" y="52070"/>
                </a:lnTo>
                <a:lnTo>
                  <a:pt x="6350" y="55880"/>
                </a:lnTo>
                <a:lnTo>
                  <a:pt x="6350" y="57150"/>
                </a:lnTo>
                <a:lnTo>
                  <a:pt x="1304277" y="57150"/>
                </a:lnTo>
                <a:lnTo>
                  <a:pt x="1304277" y="55880"/>
                </a:lnTo>
                <a:close/>
              </a:path>
              <a:path w="1311909" h="80010">
                <a:moveTo>
                  <a:pt x="1305547" y="58420"/>
                </a:moveTo>
                <a:lnTo>
                  <a:pt x="5080" y="58420"/>
                </a:lnTo>
                <a:lnTo>
                  <a:pt x="5080" y="62230"/>
                </a:lnTo>
                <a:lnTo>
                  <a:pt x="3797" y="62230"/>
                </a:lnTo>
                <a:lnTo>
                  <a:pt x="3797" y="63500"/>
                </a:lnTo>
                <a:lnTo>
                  <a:pt x="1305547" y="63500"/>
                </a:lnTo>
                <a:lnTo>
                  <a:pt x="1305547" y="62230"/>
                </a:lnTo>
                <a:lnTo>
                  <a:pt x="1305547" y="58420"/>
                </a:lnTo>
                <a:close/>
              </a:path>
              <a:path w="1311909" h="80010">
                <a:moveTo>
                  <a:pt x="1308100" y="66040"/>
                </a:moveTo>
                <a:lnTo>
                  <a:pt x="1306817" y="66040"/>
                </a:lnTo>
                <a:lnTo>
                  <a:pt x="1306817" y="64770"/>
                </a:lnTo>
                <a:lnTo>
                  <a:pt x="3797" y="64770"/>
                </a:lnTo>
                <a:lnTo>
                  <a:pt x="3797" y="66040"/>
                </a:lnTo>
                <a:lnTo>
                  <a:pt x="2527" y="66040"/>
                </a:lnTo>
                <a:lnTo>
                  <a:pt x="2527" y="69850"/>
                </a:lnTo>
                <a:lnTo>
                  <a:pt x="1308100" y="69850"/>
                </a:lnTo>
                <a:lnTo>
                  <a:pt x="1308100" y="66040"/>
                </a:lnTo>
                <a:close/>
              </a:path>
              <a:path w="1311909" h="80010">
                <a:moveTo>
                  <a:pt x="1310627" y="72390"/>
                </a:moveTo>
                <a:lnTo>
                  <a:pt x="1309370" y="72390"/>
                </a:lnTo>
                <a:lnTo>
                  <a:pt x="1309370" y="71120"/>
                </a:lnTo>
                <a:lnTo>
                  <a:pt x="1270" y="71120"/>
                </a:lnTo>
                <a:lnTo>
                  <a:pt x="1270" y="72390"/>
                </a:lnTo>
                <a:lnTo>
                  <a:pt x="1270" y="76200"/>
                </a:lnTo>
                <a:lnTo>
                  <a:pt x="1310627" y="76200"/>
                </a:lnTo>
                <a:lnTo>
                  <a:pt x="1310627" y="72390"/>
                </a:lnTo>
                <a:close/>
              </a:path>
              <a:path w="1311909" h="80010">
                <a:moveTo>
                  <a:pt x="1311897" y="76200"/>
                </a:moveTo>
                <a:lnTo>
                  <a:pt x="1310627" y="76200"/>
                </a:lnTo>
                <a:lnTo>
                  <a:pt x="1310627" y="77470"/>
                </a:lnTo>
                <a:lnTo>
                  <a:pt x="0" y="77470"/>
                </a:lnTo>
                <a:lnTo>
                  <a:pt x="0" y="80010"/>
                </a:lnTo>
                <a:lnTo>
                  <a:pt x="1311897" y="80010"/>
                </a:lnTo>
                <a:lnTo>
                  <a:pt x="1311897" y="77470"/>
                </a:lnTo>
                <a:lnTo>
                  <a:pt x="1311897" y="76200"/>
                </a:lnTo>
                <a:close/>
              </a:path>
            </a:pathLst>
          </a:custGeom>
          <a:solidFill>
            <a:srgbClr val="BA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8270227" y="24142"/>
            <a:ext cx="751840" cy="58419"/>
          </a:xfrm>
          <a:custGeom>
            <a:avLst/>
            <a:gdLst/>
            <a:ahLst/>
            <a:cxnLst/>
            <a:rect l="l" t="t" r="r" b="b"/>
            <a:pathLst>
              <a:path w="751840" h="58419">
                <a:moveTo>
                  <a:pt x="748017" y="30480"/>
                </a:moveTo>
                <a:lnTo>
                  <a:pt x="45694" y="30480"/>
                </a:lnTo>
                <a:lnTo>
                  <a:pt x="45694" y="29210"/>
                </a:lnTo>
                <a:lnTo>
                  <a:pt x="44450" y="29210"/>
                </a:lnTo>
                <a:lnTo>
                  <a:pt x="44450" y="30480"/>
                </a:lnTo>
                <a:lnTo>
                  <a:pt x="41897" y="30480"/>
                </a:lnTo>
                <a:lnTo>
                  <a:pt x="41897" y="31750"/>
                </a:lnTo>
                <a:lnTo>
                  <a:pt x="40627" y="31750"/>
                </a:lnTo>
                <a:lnTo>
                  <a:pt x="40627" y="34290"/>
                </a:lnTo>
                <a:lnTo>
                  <a:pt x="38100" y="34290"/>
                </a:lnTo>
                <a:lnTo>
                  <a:pt x="38100" y="35560"/>
                </a:lnTo>
                <a:lnTo>
                  <a:pt x="748017" y="35560"/>
                </a:lnTo>
                <a:lnTo>
                  <a:pt x="748017" y="34290"/>
                </a:lnTo>
                <a:lnTo>
                  <a:pt x="748017" y="31750"/>
                </a:lnTo>
                <a:lnTo>
                  <a:pt x="748017" y="30480"/>
                </a:lnTo>
                <a:close/>
              </a:path>
              <a:path w="751840" h="58419">
                <a:moveTo>
                  <a:pt x="748017" y="24130"/>
                </a:moveTo>
                <a:lnTo>
                  <a:pt x="55880" y="24130"/>
                </a:lnTo>
                <a:lnTo>
                  <a:pt x="55880" y="22860"/>
                </a:lnTo>
                <a:lnTo>
                  <a:pt x="54597" y="22860"/>
                </a:lnTo>
                <a:lnTo>
                  <a:pt x="54597" y="24130"/>
                </a:lnTo>
                <a:lnTo>
                  <a:pt x="52044" y="24130"/>
                </a:lnTo>
                <a:lnTo>
                  <a:pt x="52044" y="25400"/>
                </a:lnTo>
                <a:lnTo>
                  <a:pt x="50800" y="25400"/>
                </a:lnTo>
                <a:lnTo>
                  <a:pt x="50800" y="27940"/>
                </a:lnTo>
                <a:lnTo>
                  <a:pt x="48247" y="27940"/>
                </a:lnTo>
                <a:lnTo>
                  <a:pt x="48247" y="29210"/>
                </a:lnTo>
                <a:lnTo>
                  <a:pt x="748017" y="29210"/>
                </a:lnTo>
                <a:lnTo>
                  <a:pt x="748017" y="27940"/>
                </a:lnTo>
                <a:lnTo>
                  <a:pt x="748017" y="25400"/>
                </a:lnTo>
                <a:lnTo>
                  <a:pt x="748017" y="24130"/>
                </a:lnTo>
                <a:close/>
              </a:path>
              <a:path w="751840" h="58419">
                <a:moveTo>
                  <a:pt x="748017" y="17780"/>
                </a:moveTo>
                <a:lnTo>
                  <a:pt x="66027" y="17780"/>
                </a:lnTo>
                <a:lnTo>
                  <a:pt x="66027" y="16510"/>
                </a:lnTo>
                <a:lnTo>
                  <a:pt x="64744" y="16510"/>
                </a:lnTo>
                <a:lnTo>
                  <a:pt x="64744" y="17780"/>
                </a:lnTo>
                <a:lnTo>
                  <a:pt x="62230" y="17780"/>
                </a:lnTo>
                <a:lnTo>
                  <a:pt x="62230" y="19050"/>
                </a:lnTo>
                <a:lnTo>
                  <a:pt x="60947" y="19050"/>
                </a:lnTo>
                <a:lnTo>
                  <a:pt x="60947" y="21590"/>
                </a:lnTo>
                <a:lnTo>
                  <a:pt x="58394" y="21590"/>
                </a:lnTo>
                <a:lnTo>
                  <a:pt x="58394" y="22860"/>
                </a:lnTo>
                <a:lnTo>
                  <a:pt x="748017" y="22860"/>
                </a:lnTo>
                <a:lnTo>
                  <a:pt x="748017" y="21590"/>
                </a:lnTo>
                <a:lnTo>
                  <a:pt x="748017" y="19050"/>
                </a:lnTo>
                <a:lnTo>
                  <a:pt x="748017" y="17780"/>
                </a:lnTo>
                <a:close/>
              </a:path>
              <a:path w="751840" h="58419">
                <a:moveTo>
                  <a:pt x="749287" y="40640"/>
                </a:moveTo>
                <a:lnTo>
                  <a:pt x="748017" y="40640"/>
                </a:lnTo>
                <a:lnTo>
                  <a:pt x="748017" y="38100"/>
                </a:lnTo>
                <a:lnTo>
                  <a:pt x="748017" y="36830"/>
                </a:lnTo>
                <a:lnTo>
                  <a:pt x="35547" y="36830"/>
                </a:lnTo>
                <a:lnTo>
                  <a:pt x="35547" y="35560"/>
                </a:lnTo>
                <a:lnTo>
                  <a:pt x="34277" y="35560"/>
                </a:lnTo>
                <a:lnTo>
                  <a:pt x="34277" y="36830"/>
                </a:lnTo>
                <a:lnTo>
                  <a:pt x="31750" y="36830"/>
                </a:lnTo>
                <a:lnTo>
                  <a:pt x="31750" y="38100"/>
                </a:lnTo>
                <a:lnTo>
                  <a:pt x="30480" y="38100"/>
                </a:lnTo>
                <a:lnTo>
                  <a:pt x="30480" y="40640"/>
                </a:lnTo>
                <a:lnTo>
                  <a:pt x="27927" y="40640"/>
                </a:lnTo>
                <a:lnTo>
                  <a:pt x="27927" y="41910"/>
                </a:lnTo>
                <a:lnTo>
                  <a:pt x="749287" y="41910"/>
                </a:lnTo>
                <a:lnTo>
                  <a:pt x="749287" y="40640"/>
                </a:lnTo>
                <a:close/>
              </a:path>
              <a:path w="751840" h="58419">
                <a:moveTo>
                  <a:pt x="749287" y="11430"/>
                </a:moveTo>
                <a:lnTo>
                  <a:pt x="76200" y="11430"/>
                </a:lnTo>
                <a:lnTo>
                  <a:pt x="76200" y="10160"/>
                </a:lnTo>
                <a:lnTo>
                  <a:pt x="74930" y="10160"/>
                </a:lnTo>
                <a:lnTo>
                  <a:pt x="74930" y="11430"/>
                </a:lnTo>
                <a:lnTo>
                  <a:pt x="72377" y="11430"/>
                </a:lnTo>
                <a:lnTo>
                  <a:pt x="72377" y="12700"/>
                </a:lnTo>
                <a:lnTo>
                  <a:pt x="71094" y="12700"/>
                </a:lnTo>
                <a:lnTo>
                  <a:pt x="71094" y="15240"/>
                </a:lnTo>
                <a:lnTo>
                  <a:pt x="68580" y="15240"/>
                </a:lnTo>
                <a:lnTo>
                  <a:pt x="68580" y="16510"/>
                </a:lnTo>
                <a:lnTo>
                  <a:pt x="748017" y="16510"/>
                </a:lnTo>
                <a:lnTo>
                  <a:pt x="748017" y="15240"/>
                </a:lnTo>
                <a:lnTo>
                  <a:pt x="748004" y="12700"/>
                </a:lnTo>
                <a:lnTo>
                  <a:pt x="749287" y="12700"/>
                </a:lnTo>
                <a:lnTo>
                  <a:pt x="749287" y="11430"/>
                </a:lnTo>
                <a:close/>
              </a:path>
              <a:path w="751840" h="58419">
                <a:moveTo>
                  <a:pt x="749300" y="43180"/>
                </a:moveTo>
                <a:lnTo>
                  <a:pt x="25400" y="43180"/>
                </a:lnTo>
                <a:lnTo>
                  <a:pt x="25400" y="41910"/>
                </a:lnTo>
                <a:lnTo>
                  <a:pt x="24130" y="41910"/>
                </a:lnTo>
                <a:lnTo>
                  <a:pt x="24130" y="43180"/>
                </a:lnTo>
                <a:lnTo>
                  <a:pt x="21577" y="43180"/>
                </a:lnTo>
                <a:lnTo>
                  <a:pt x="21577" y="44450"/>
                </a:lnTo>
                <a:lnTo>
                  <a:pt x="20294" y="44450"/>
                </a:lnTo>
                <a:lnTo>
                  <a:pt x="20294" y="46990"/>
                </a:lnTo>
                <a:lnTo>
                  <a:pt x="17780" y="46990"/>
                </a:lnTo>
                <a:lnTo>
                  <a:pt x="17780" y="48260"/>
                </a:lnTo>
                <a:lnTo>
                  <a:pt x="749300" y="48260"/>
                </a:lnTo>
                <a:lnTo>
                  <a:pt x="749300" y="46990"/>
                </a:lnTo>
                <a:lnTo>
                  <a:pt x="749300" y="44450"/>
                </a:lnTo>
                <a:lnTo>
                  <a:pt x="749300" y="43180"/>
                </a:lnTo>
                <a:close/>
              </a:path>
              <a:path w="751840" h="58419">
                <a:moveTo>
                  <a:pt x="750544" y="55880"/>
                </a:moveTo>
                <a:lnTo>
                  <a:pt x="5080" y="55880"/>
                </a:lnTo>
                <a:lnTo>
                  <a:pt x="5080" y="54610"/>
                </a:lnTo>
                <a:lnTo>
                  <a:pt x="3797" y="54610"/>
                </a:lnTo>
                <a:lnTo>
                  <a:pt x="3797" y="55880"/>
                </a:lnTo>
                <a:lnTo>
                  <a:pt x="1244" y="55880"/>
                </a:lnTo>
                <a:lnTo>
                  <a:pt x="1244" y="57150"/>
                </a:lnTo>
                <a:lnTo>
                  <a:pt x="0" y="57150"/>
                </a:lnTo>
                <a:lnTo>
                  <a:pt x="0" y="58420"/>
                </a:lnTo>
                <a:lnTo>
                  <a:pt x="750544" y="58420"/>
                </a:lnTo>
                <a:lnTo>
                  <a:pt x="750544" y="57150"/>
                </a:lnTo>
                <a:lnTo>
                  <a:pt x="750544" y="55880"/>
                </a:lnTo>
                <a:close/>
              </a:path>
              <a:path w="751840" h="58419">
                <a:moveTo>
                  <a:pt x="750544" y="49530"/>
                </a:moveTo>
                <a:lnTo>
                  <a:pt x="15227" y="49530"/>
                </a:lnTo>
                <a:lnTo>
                  <a:pt x="15227" y="48260"/>
                </a:lnTo>
                <a:lnTo>
                  <a:pt x="13944" y="48260"/>
                </a:lnTo>
                <a:lnTo>
                  <a:pt x="13944" y="49530"/>
                </a:lnTo>
                <a:lnTo>
                  <a:pt x="11430" y="49530"/>
                </a:lnTo>
                <a:lnTo>
                  <a:pt x="11430" y="50800"/>
                </a:lnTo>
                <a:lnTo>
                  <a:pt x="10147" y="50800"/>
                </a:lnTo>
                <a:lnTo>
                  <a:pt x="10147" y="53340"/>
                </a:lnTo>
                <a:lnTo>
                  <a:pt x="7594" y="53340"/>
                </a:lnTo>
                <a:lnTo>
                  <a:pt x="7594" y="54610"/>
                </a:lnTo>
                <a:lnTo>
                  <a:pt x="750544" y="54610"/>
                </a:lnTo>
                <a:lnTo>
                  <a:pt x="750544" y="53340"/>
                </a:lnTo>
                <a:lnTo>
                  <a:pt x="750544" y="50800"/>
                </a:lnTo>
                <a:lnTo>
                  <a:pt x="750544" y="49530"/>
                </a:lnTo>
                <a:close/>
              </a:path>
              <a:path w="751840" h="58419">
                <a:moveTo>
                  <a:pt x="750544" y="5080"/>
                </a:moveTo>
                <a:lnTo>
                  <a:pt x="86347" y="5080"/>
                </a:lnTo>
                <a:lnTo>
                  <a:pt x="86347" y="3810"/>
                </a:lnTo>
                <a:lnTo>
                  <a:pt x="85077" y="3810"/>
                </a:lnTo>
                <a:lnTo>
                  <a:pt x="85077" y="5080"/>
                </a:lnTo>
                <a:lnTo>
                  <a:pt x="82550" y="5080"/>
                </a:lnTo>
                <a:lnTo>
                  <a:pt x="82550" y="6350"/>
                </a:lnTo>
                <a:lnTo>
                  <a:pt x="81280" y="6350"/>
                </a:lnTo>
                <a:lnTo>
                  <a:pt x="81280" y="8890"/>
                </a:lnTo>
                <a:lnTo>
                  <a:pt x="78727" y="8890"/>
                </a:lnTo>
                <a:lnTo>
                  <a:pt x="78727" y="10160"/>
                </a:lnTo>
                <a:lnTo>
                  <a:pt x="749274" y="10160"/>
                </a:lnTo>
                <a:lnTo>
                  <a:pt x="749274" y="8890"/>
                </a:lnTo>
                <a:lnTo>
                  <a:pt x="750544" y="8890"/>
                </a:lnTo>
                <a:lnTo>
                  <a:pt x="750544" y="6350"/>
                </a:lnTo>
                <a:lnTo>
                  <a:pt x="750544" y="5080"/>
                </a:lnTo>
                <a:close/>
              </a:path>
              <a:path w="751840" h="58419">
                <a:moveTo>
                  <a:pt x="751827" y="0"/>
                </a:moveTo>
                <a:lnTo>
                  <a:pt x="91427" y="0"/>
                </a:lnTo>
                <a:lnTo>
                  <a:pt x="91427" y="2540"/>
                </a:lnTo>
                <a:lnTo>
                  <a:pt x="88900" y="2540"/>
                </a:lnTo>
                <a:lnTo>
                  <a:pt x="88900" y="3810"/>
                </a:lnTo>
                <a:lnTo>
                  <a:pt x="751827" y="3810"/>
                </a:lnTo>
                <a:lnTo>
                  <a:pt x="751827" y="2540"/>
                </a:lnTo>
                <a:lnTo>
                  <a:pt x="751827" y="0"/>
                </a:lnTo>
                <a:close/>
              </a:path>
            </a:pathLst>
          </a:custGeom>
          <a:solidFill>
            <a:srgbClr val="BA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6266154" y="82562"/>
            <a:ext cx="1363980" cy="81280"/>
          </a:xfrm>
          <a:custGeom>
            <a:avLst/>
            <a:gdLst/>
            <a:ahLst/>
            <a:cxnLst/>
            <a:rect l="l" t="t" r="r" b="b"/>
            <a:pathLst>
              <a:path w="1363979" h="81280">
                <a:moveTo>
                  <a:pt x="1334770" y="1270"/>
                </a:moveTo>
                <a:lnTo>
                  <a:pt x="1333500" y="1270"/>
                </a:lnTo>
                <a:lnTo>
                  <a:pt x="1333500" y="0"/>
                </a:lnTo>
                <a:lnTo>
                  <a:pt x="21602" y="0"/>
                </a:lnTo>
                <a:lnTo>
                  <a:pt x="21602" y="1270"/>
                </a:lnTo>
                <a:lnTo>
                  <a:pt x="20332" y="1270"/>
                </a:lnTo>
                <a:lnTo>
                  <a:pt x="20332" y="2540"/>
                </a:lnTo>
                <a:lnTo>
                  <a:pt x="1334770" y="2540"/>
                </a:lnTo>
                <a:lnTo>
                  <a:pt x="1334770" y="1270"/>
                </a:lnTo>
                <a:close/>
              </a:path>
              <a:path w="1363979" h="81280">
                <a:moveTo>
                  <a:pt x="1337297" y="7620"/>
                </a:moveTo>
                <a:lnTo>
                  <a:pt x="1336052" y="7620"/>
                </a:lnTo>
                <a:lnTo>
                  <a:pt x="1336052" y="5080"/>
                </a:lnTo>
                <a:lnTo>
                  <a:pt x="1336052" y="3810"/>
                </a:lnTo>
                <a:lnTo>
                  <a:pt x="1336052" y="2540"/>
                </a:lnTo>
                <a:lnTo>
                  <a:pt x="1334770" y="2540"/>
                </a:lnTo>
                <a:lnTo>
                  <a:pt x="1334770" y="3810"/>
                </a:lnTo>
                <a:lnTo>
                  <a:pt x="20332" y="3810"/>
                </a:lnTo>
                <a:lnTo>
                  <a:pt x="20332" y="5080"/>
                </a:lnTo>
                <a:lnTo>
                  <a:pt x="19050" y="5080"/>
                </a:lnTo>
                <a:lnTo>
                  <a:pt x="19050" y="7620"/>
                </a:lnTo>
                <a:lnTo>
                  <a:pt x="19050" y="8890"/>
                </a:lnTo>
                <a:lnTo>
                  <a:pt x="1337297" y="8890"/>
                </a:lnTo>
                <a:lnTo>
                  <a:pt x="1337297" y="7620"/>
                </a:lnTo>
                <a:close/>
              </a:path>
              <a:path w="1363979" h="81280">
                <a:moveTo>
                  <a:pt x="1338580" y="10147"/>
                </a:moveTo>
                <a:lnTo>
                  <a:pt x="17780" y="10147"/>
                </a:lnTo>
                <a:lnTo>
                  <a:pt x="17780" y="15227"/>
                </a:lnTo>
                <a:lnTo>
                  <a:pt x="1338580" y="15227"/>
                </a:lnTo>
                <a:lnTo>
                  <a:pt x="1338580" y="10147"/>
                </a:lnTo>
                <a:close/>
              </a:path>
              <a:path w="1363979" h="81280">
                <a:moveTo>
                  <a:pt x="1341120" y="16510"/>
                </a:moveTo>
                <a:lnTo>
                  <a:pt x="17780" y="16510"/>
                </a:lnTo>
                <a:lnTo>
                  <a:pt x="17780" y="15240"/>
                </a:lnTo>
                <a:lnTo>
                  <a:pt x="16522" y="15240"/>
                </a:lnTo>
                <a:lnTo>
                  <a:pt x="16522" y="16510"/>
                </a:lnTo>
                <a:lnTo>
                  <a:pt x="16522" y="21590"/>
                </a:lnTo>
                <a:lnTo>
                  <a:pt x="1341120" y="21590"/>
                </a:lnTo>
                <a:lnTo>
                  <a:pt x="1341120" y="16510"/>
                </a:lnTo>
                <a:close/>
              </a:path>
              <a:path w="1363979" h="81280">
                <a:moveTo>
                  <a:pt x="1343672" y="24130"/>
                </a:moveTo>
                <a:lnTo>
                  <a:pt x="1342402" y="24130"/>
                </a:lnTo>
                <a:lnTo>
                  <a:pt x="1342402" y="22860"/>
                </a:lnTo>
                <a:lnTo>
                  <a:pt x="15252" y="22860"/>
                </a:lnTo>
                <a:lnTo>
                  <a:pt x="15252" y="24130"/>
                </a:lnTo>
                <a:lnTo>
                  <a:pt x="15252" y="26670"/>
                </a:lnTo>
                <a:lnTo>
                  <a:pt x="13982" y="26670"/>
                </a:lnTo>
                <a:lnTo>
                  <a:pt x="13982" y="27940"/>
                </a:lnTo>
                <a:lnTo>
                  <a:pt x="1343672" y="27940"/>
                </a:lnTo>
                <a:lnTo>
                  <a:pt x="1343672" y="26670"/>
                </a:lnTo>
                <a:lnTo>
                  <a:pt x="1343672" y="24130"/>
                </a:lnTo>
                <a:close/>
              </a:path>
              <a:path w="1363979" h="81280">
                <a:moveTo>
                  <a:pt x="1346200" y="30480"/>
                </a:moveTo>
                <a:lnTo>
                  <a:pt x="1344930" y="30480"/>
                </a:lnTo>
                <a:lnTo>
                  <a:pt x="1344930" y="29210"/>
                </a:lnTo>
                <a:lnTo>
                  <a:pt x="1344930" y="27940"/>
                </a:lnTo>
                <a:lnTo>
                  <a:pt x="1343672" y="27940"/>
                </a:lnTo>
                <a:lnTo>
                  <a:pt x="1343672" y="29210"/>
                </a:lnTo>
                <a:lnTo>
                  <a:pt x="12700" y="29210"/>
                </a:lnTo>
                <a:lnTo>
                  <a:pt x="12700" y="30480"/>
                </a:lnTo>
                <a:lnTo>
                  <a:pt x="12700" y="34290"/>
                </a:lnTo>
                <a:lnTo>
                  <a:pt x="1346200" y="34290"/>
                </a:lnTo>
                <a:lnTo>
                  <a:pt x="1346200" y="30480"/>
                </a:lnTo>
                <a:close/>
              </a:path>
              <a:path w="1363979" h="81280">
                <a:moveTo>
                  <a:pt x="1348752" y="39370"/>
                </a:moveTo>
                <a:lnTo>
                  <a:pt x="1347470" y="39370"/>
                </a:lnTo>
                <a:lnTo>
                  <a:pt x="1347470" y="35560"/>
                </a:lnTo>
                <a:lnTo>
                  <a:pt x="1347470" y="34290"/>
                </a:lnTo>
                <a:lnTo>
                  <a:pt x="1346200" y="34290"/>
                </a:lnTo>
                <a:lnTo>
                  <a:pt x="1346200" y="35560"/>
                </a:lnTo>
                <a:lnTo>
                  <a:pt x="12700" y="35560"/>
                </a:lnTo>
                <a:lnTo>
                  <a:pt x="12700" y="34290"/>
                </a:lnTo>
                <a:lnTo>
                  <a:pt x="11430" y="34290"/>
                </a:lnTo>
                <a:lnTo>
                  <a:pt x="11430" y="35560"/>
                </a:lnTo>
                <a:lnTo>
                  <a:pt x="11430" y="39370"/>
                </a:lnTo>
                <a:lnTo>
                  <a:pt x="11430" y="40640"/>
                </a:lnTo>
                <a:lnTo>
                  <a:pt x="1348752" y="40640"/>
                </a:lnTo>
                <a:lnTo>
                  <a:pt x="1348752" y="39370"/>
                </a:lnTo>
                <a:close/>
              </a:path>
              <a:path w="1363979" h="81280">
                <a:moveTo>
                  <a:pt x="1351280" y="45720"/>
                </a:moveTo>
                <a:lnTo>
                  <a:pt x="1350022" y="45720"/>
                </a:lnTo>
                <a:lnTo>
                  <a:pt x="1350022" y="41910"/>
                </a:lnTo>
                <a:lnTo>
                  <a:pt x="10172" y="41910"/>
                </a:lnTo>
                <a:lnTo>
                  <a:pt x="10172" y="45720"/>
                </a:lnTo>
                <a:lnTo>
                  <a:pt x="8902" y="45720"/>
                </a:lnTo>
                <a:lnTo>
                  <a:pt x="8902" y="46990"/>
                </a:lnTo>
                <a:lnTo>
                  <a:pt x="1351280" y="46990"/>
                </a:lnTo>
                <a:lnTo>
                  <a:pt x="1351280" y="45720"/>
                </a:lnTo>
                <a:close/>
              </a:path>
              <a:path w="1363979" h="81280">
                <a:moveTo>
                  <a:pt x="1352550" y="48260"/>
                </a:moveTo>
                <a:lnTo>
                  <a:pt x="8902" y="48260"/>
                </a:lnTo>
                <a:lnTo>
                  <a:pt x="8902" y="49530"/>
                </a:lnTo>
                <a:lnTo>
                  <a:pt x="7632" y="49530"/>
                </a:lnTo>
                <a:lnTo>
                  <a:pt x="7632" y="53340"/>
                </a:lnTo>
                <a:lnTo>
                  <a:pt x="1352550" y="53340"/>
                </a:lnTo>
                <a:lnTo>
                  <a:pt x="1352550" y="49530"/>
                </a:lnTo>
                <a:lnTo>
                  <a:pt x="1352550" y="48260"/>
                </a:lnTo>
                <a:close/>
              </a:path>
              <a:path w="1363979" h="81280">
                <a:moveTo>
                  <a:pt x="1355102" y="55880"/>
                </a:moveTo>
                <a:lnTo>
                  <a:pt x="1353820" y="55880"/>
                </a:lnTo>
                <a:lnTo>
                  <a:pt x="1353820" y="54610"/>
                </a:lnTo>
                <a:lnTo>
                  <a:pt x="6350" y="54610"/>
                </a:lnTo>
                <a:lnTo>
                  <a:pt x="6350" y="55880"/>
                </a:lnTo>
                <a:lnTo>
                  <a:pt x="6350" y="59690"/>
                </a:lnTo>
                <a:lnTo>
                  <a:pt x="1355102" y="59690"/>
                </a:lnTo>
                <a:lnTo>
                  <a:pt x="1355102" y="55880"/>
                </a:lnTo>
                <a:close/>
              </a:path>
              <a:path w="1363979" h="81280">
                <a:moveTo>
                  <a:pt x="1357630" y="62230"/>
                </a:moveTo>
                <a:lnTo>
                  <a:pt x="1356372" y="62230"/>
                </a:lnTo>
                <a:lnTo>
                  <a:pt x="1356372" y="60960"/>
                </a:lnTo>
                <a:lnTo>
                  <a:pt x="6350" y="60960"/>
                </a:lnTo>
                <a:lnTo>
                  <a:pt x="6350" y="59690"/>
                </a:lnTo>
                <a:lnTo>
                  <a:pt x="5080" y="59690"/>
                </a:lnTo>
                <a:lnTo>
                  <a:pt x="5080" y="60960"/>
                </a:lnTo>
                <a:lnTo>
                  <a:pt x="5080" y="62230"/>
                </a:lnTo>
                <a:lnTo>
                  <a:pt x="5080" y="66040"/>
                </a:lnTo>
                <a:lnTo>
                  <a:pt x="1357630" y="66040"/>
                </a:lnTo>
                <a:lnTo>
                  <a:pt x="1357630" y="62230"/>
                </a:lnTo>
                <a:close/>
              </a:path>
              <a:path w="1363979" h="81280">
                <a:moveTo>
                  <a:pt x="1360170" y="71120"/>
                </a:moveTo>
                <a:lnTo>
                  <a:pt x="1358900" y="71120"/>
                </a:lnTo>
                <a:lnTo>
                  <a:pt x="1358900" y="68580"/>
                </a:lnTo>
                <a:lnTo>
                  <a:pt x="1358900" y="67310"/>
                </a:lnTo>
                <a:lnTo>
                  <a:pt x="1358900" y="66040"/>
                </a:lnTo>
                <a:lnTo>
                  <a:pt x="1357630" y="66040"/>
                </a:lnTo>
                <a:lnTo>
                  <a:pt x="1357630" y="67310"/>
                </a:lnTo>
                <a:lnTo>
                  <a:pt x="3822" y="67310"/>
                </a:lnTo>
                <a:lnTo>
                  <a:pt x="3822" y="68580"/>
                </a:lnTo>
                <a:lnTo>
                  <a:pt x="2552" y="68580"/>
                </a:lnTo>
                <a:lnTo>
                  <a:pt x="2552" y="71120"/>
                </a:lnTo>
                <a:lnTo>
                  <a:pt x="2552" y="72390"/>
                </a:lnTo>
                <a:lnTo>
                  <a:pt x="1360170" y="72390"/>
                </a:lnTo>
                <a:lnTo>
                  <a:pt x="1360170" y="71120"/>
                </a:lnTo>
                <a:close/>
              </a:path>
              <a:path w="1363979" h="81280">
                <a:moveTo>
                  <a:pt x="1362722" y="77470"/>
                </a:moveTo>
                <a:lnTo>
                  <a:pt x="1361452" y="77470"/>
                </a:lnTo>
                <a:lnTo>
                  <a:pt x="1361452" y="73660"/>
                </a:lnTo>
                <a:lnTo>
                  <a:pt x="1361452" y="72390"/>
                </a:lnTo>
                <a:lnTo>
                  <a:pt x="1360170" y="72390"/>
                </a:lnTo>
                <a:lnTo>
                  <a:pt x="1360170" y="73660"/>
                </a:lnTo>
                <a:lnTo>
                  <a:pt x="1282" y="73660"/>
                </a:lnTo>
                <a:lnTo>
                  <a:pt x="1282" y="77470"/>
                </a:lnTo>
                <a:lnTo>
                  <a:pt x="1282" y="78740"/>
                </a:lnTo>
                <a:lnTo>
                  <a:pt x="1362722" y="78740"/>
                </a:lnTo>
                <a:lnTo>
                  <a:pt x="1362722" y="77470"/>
                </a:lnTo>
                <a:close/>
              </a:path>
              <a:path w="1363979" h="81280">
                <a:moveTo>
                  <a:pt x="1363980" y="80010"/>
                </a:moveTo>
                <a:lnTo>
                  <a:pt x="1282" y="80010"/>
                </a:lnTo>
                <a:lnTo>
                  <a:pt x="1282" y="78740"/>
                </a:lnTo>
                <a:lnTo>
                  <a:pt x="0" y="78740"/>
                </a:lnTo>
                <a:lnTo>
                  <a:pt x="0" y="80010"/>
                </a:lnTo>
                <a:lnTo>
                  <a:pt x="0" y="81280"/>
                </a:lnTo>
                <a:lnTo>
                  <a:pt x="1363980" y="81280"/>
                </a:lnTo>
                <a:lnTo>
                  <a:pt x="1363980" y="80010"/>
                </a:lnTo>
                <a:close/>
              </a:path>
            </a:pathLst>
          </a:custGeom>
          <a:solidFill>
            <a:srgbClr val="BA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8361654" y="2552"/>
            <a:ext cx="665480" cy="24130"/>
          </a:xfrm>
          <a:custGeom>
            <a:avLst/>
            <a:gdLst/>
            <a:ahLst/>
            <a:cxnLst/>
            <a:rect l="l" t="t" r="r" b="b"/>
            <a:pathLst>
              <a:path w="665479" h="24130">
                <a:moveTo>
                  <a:pt x="660400" y="20320"/>
                </a:moveTo>
                <a:lnTo>
                  <a:pt x="5067" y="20320"/>
                </a:lnTo>
                <a:lnTo>
                  <a:pt x="5067" y="19050"/>
                </a:lnTo>
                <a:lnTo>
                  <a:pt x="3822" y="19050"/>
                </a:lnTo>
                <a:lnTo>
                  <a:pt x="3822" y="20320"/>
                </a:lnTo>
                <a:lnTo>
                  <a:pt x="1270" y="20320"/>
                </a:lnTo>
                <a:lnTo>
                  <a:pt x="1270" y="21590"/>
                </a:lnTo>
                <a:lnTo>
                  <a:pt x="0" y="21590"/>
                </a:lnTo>
                <a:lnTo>
                  <a:pt x="0" y="24130"/>
                </a:lnTo>
                <a:lnTo>
                  <a:pt x="660400" y="24130"/>
                </a:lnTo>
                <a:lnTo>
                  <a:pt x="660400" y="21590"/>
                </a:lnTo>
                <a:lnTo>
                  <a:pt x="660400" y="20320"/>
                </a:lnTo>
                <a:close/>
              </a:path>
              <a:path w="665479" h="24130">
                <a:moveTo>
                  <a:pt x="661670" y="13970"/>
                </a:moveTo>
                <a:lnTo>
                  <a:pt x="15252" y="13970"/>
                </a:lnTo>
                <a:lnTo>
                  <a:pt x="15252" y="12700"/>
                </a:lnTo>
                <a:lnTo>
                  <a:pt x="13970" y="12700"/>
                </a:lnTo>
                <a:lnTo>
                  <a:pt x="13970" y="13970"/>
                </a:lnTo>
                <a:lnTo>
                  <a:pt x="11417" y="13970"/>
                </a:lnTo>
                <a:lnTo>
                  <a:pt x="11417" y="15240"/>
                </a:lnTo>
                <a:lnTo>
                  <a:pt x="10172" y="15240"/>
                </a:lnTo>
                <a:lnTo>
                  <a:pt x="10172" y="17780"/>
                </a:lnTo>
                <a:lnTo>
                  <a:pt x="7620" y="17780"/>
                </a:lnTo>
                <a:lnTo>
                  <a:pt x="7620" y="19050"/>
                </a:lnTo>
                <a:lnTo>
                  <a:pt x="660400" y="19050"/>
                </a:lnTo>
                <a:lnTo>
                  <a:pt x="660400" y="20320"/>
                </a:lnTo>
                <a:lnTo>
                  <a:pt x="661670" y="20320"/>
                </a:lnTo>
                <a:lnTo>
                  <a:pt x="661670" y="19050"/>
                </a:lnTo>
                <a:lnTo>
                  <a:pt x="661670" y="17780"/>
                </a:lnTo>
                <a:lnTo>
                  <a:pt x="661670" y="15240"/>
                </a:lnTo>
                <a:lnTo>
                  <a:pt x="661670" y="13970"/>
                </a:lnTo>
                <a:close/>
              </a:path>
              <a:path w="665479" h="24130">
                <a:moveTo>
                  <a:pt x="662940" y="7620"/>
                </a:moveTo>
                <a:lnTo>
                  <a:pt x="25400" y="7620"/>
                </a:lnTo>
                <a:lnTo>
                  <a:pt x="25400" y="6350"/>
                </a:lnTo>
                <a:lnTo>
                  <a:pt x="24117" y="6350"/>
                </a:lnTo>
                <a:lnTo>
                  <a:pt x="24117" y="7620"/>
                </a:lnTo>
                <a:lnTo>
                  <a:pt x="21602" y="7620"/>
                </a:lnTo>
                <a:lnTo>
                  <a:pt x="21602" y="8890"/>
                </a:lnTo>
                <a:lnTo>
                  <a:pt x="20320" y="8890"/>
                </a:lnTo>
                <a:lnTo>
                  <a:pt x="20320" y="11430"/>
                </a:lnTo>
                <a:lnTo>
                  <a:pt x="17767" y="11430"/>
                </a:lnTo>
                <a:lnTo>
                  <a:pt x="17767" y="12700"/>
                </a:lnTo>
                <a:lnTo>
                  <a:pt x="661670" y="12700"/>
                </a:lnTo>
                <a:lnTo>
                  <a:pt x="661670" y="13970"/>
                </a:lnTo>
                <a:lnTo>
                  <a:pt x="662940" y="13970"/>
                </a:lnTo>
                <a:lnTo>
                  <a:pt x="662940" y="12700"/>
                </a:lnTo>
                <a:lnTo>
                  <a:pt x="662940" y="11430"/>
                </a:lnTo>
                <a:lnTo>
                  <a:pt x="662940" y="8890"/>
                </a:lnTo>
                <a:lnTo>
                  <a:pt x="662940" y="7620"/>
                </a:lnTo>
                <a:close/>
              </a:path>
              <a:path w="665479" h="24130">
                <a:moveTo>
                  <a:pt x="665467" y="1270"/>
                </a:moveTo>
                <a:lnTo>
                  <a:pt x="35572" y="1270"/>
                </a:lnTo>
                <a:lnTo>
                  <a:pt x="35572" y="0"/>
                </a:lnTo>
                <a:lnTo>
                  <a:pt x="34302" y="0"/>
                </a:lnTo>
                <a:lnTo>
                  <a:pt x="34302" y="1270"/>
                </a:lnTo>
                <a:lnTo>
                  <a:pt x="31750" y="1270"/>
                </a:lnTo>
                <a:lnTo>
                  <a:pt x="31750" y="2540"/>
                </a:lnTo>
                <a:lnTo>
                  <a:pt x="30467" y="2540"/>
                </a:lnTo>
                <a:lnTo>
                  <a:pt x="30467" y="5080"/>
                </a:lnTo>
                <a:lnTo>
                  <a:pt x="27952" y="5080"/>
                </a:lnTo>
                <a:lnTo>
                  <a:pt x="27952" y="6350"/>
                </a:lnTo>
                <a:lnTo>
                  <a:pt x="664222" y="6350"/>
                </a:lnTo>
                <a:lnTo>
                  <a:pt x="664222" y="5080"/>
                </a:lnTo>
                <a:lnTo>
                  <a:pt x="664210" y="2540"/>
                </a:lnTo>
                <a:lnTo>
                  <a:pt x="665467" y="2540"/>
                </a:lnTo>
                <a:lnTo>
                  <a:pt x="665467" y="1270"/>
                </a:lnTo>
                <a:close/>
              </a:path>
            </a:pathLst>
          </a:custGeom>
          <a:solidFill>
            <a:srgbClr val="BA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8083525" y="134619"/>
            <a:ext cx="949325" cy="29845"/>
          </a:xfrm>
          <a:custGeom>
            <a:avLst/>
            <a:gdLst/>
            <a:ahLst/>
            <a:cxnLst/>
            <a:rect l="l" t="t" r="r" b="b"/>
            <a:pathLst>
              <a:path w="949325" h="29844">
                <a:moveTo>
                  <a:pt x="944880" y="0"/>
                </a:moveTo>
                <a:lnTo>
                  <a:pt x="41897" y="0"/>
                </a:lnTo>
                <a:lnTo>
                  <a:pt x="41897" y="1270"/>
                </a:lnTo>
                <a:lnTo>
                  <a:pt x="944880" y="1270"/>
                </a:lnTo>
                <a:lnTo>
                  <a:pt x="944880" y="0"/>
                </a:lnTo>
                <a:close/>
              </a:path>
              <a:path w="949325" h="29844">
                <a:moveTo>
                  <a:pt x="946150" y="8902"/>
                </a:moveTo>
                <a:lnTo>
                  <a:pt x="17780" y="8902"/>
                </a:lnTo>
                <a:lnTo>
                  <a:pt x="17780" y="7632"/>
                </a:lnTo>
                <a:lnTo>
                  <a:pt x="12700" y="7632"/>
                </a:lnTo>
                <a:lnTo>
                  <a:pt x="12700" y="8902"/>
                </a:lnTo>
                <a:lnTo>
                  <a:pt x="7632" y="8902"/>
                </a:lnTo>
                <a:lnTo>
                  <a:pt x="7632" y="12712"/>
                </a:lnTo>
                <a:lnTo>
                  <a:pt x="6350" y="12712"/>
                </a:lnTo>
                <a:lnTo>
                  <a:pt x="6350" y="13982"/>
                </a:lnTo>
                <a:lnTo>
                  <a:pt x="946150" y="13982"/>
                </a:lnTo>
                <a:lnTo>
                  <a:pt x="946150" y="12712"/>
                </a:lnTo>
                <a:lnTo>
                  <a:pt x="946150" y="8902"/>
                </a:lnTo>
                <a:close/>
              </a:path>
              <a:path w="949325" h="29844">
                <a:moveTo>
                  <a:pt x="946150" y="6362"/>
                </a:moveTo>
                <a:lnTo>
                  <a:pt x="944880" y="6362"/>
                </a:lnTo>
                <a:lnTo>
                  <a:pt x="944880" y="3822"/>
                </a:lnTo>
                <a:lnTo>
                  <a:pt x="944880" y="2552"/>
                </a:lnTo>
                <a:lnTo>
                  <a:pt x="38100" y="2552"/>
                </a:lnTo>
                <a:lnTo>
                  <a:pt x="38100" y="1282"/>
                </a:lnTo>
                <a:lnTo>
                  <a:pt x="34302" y="1282"/>
                </a:lnTo>
                <a:lnTo>
                  <a:pt x="34302" y="2552"/>
                </a:lnTo>
                <a:lnTo>
                  <a:pt x="29197" y="2552"/>
                </a:lnTo>
                <a:lnTo>
                  <a:pt x="29197" y="3822"/>
                </a:lnTo>
                <a:lnTo>
                  <a:pt x="25400" y="3822"/>
                </a:lnTo>
                <a:lnTo>
                  <a:pt x="25400" y="6362"/>
                </a:lnTo>
                <a:lnTo>
                  <a:pt x="21602" y="6362"/>
                </a:lnTo>
                <a:lnTo>
                  <a:pt x="21602" y="7632"/>
                </a:lnTo>
                <a:lnTo>
                  <a:pt x="946150" y="7632"/>
                </a:lnTo>
                <a:lnTo>
                  <a:pt x="946150" y="6362"/>
                </a:lnTo>
                <a:close/>
              </a:path>
              <a:path w="949325" h="29844">
                <a:moveTo>
                  <a:pt x="947420" y="13982"/>
                </a:moveTo>
                <a:lnTo>
                  <a:pt x="946150" y="13982"/>
                </a:lnTo>
                <a:lnTo>
                  <a:pt x="946150" y="15252"/>
                </a:lnTo>
                <a:lnTo>
                  <a:pt x="6350" y="15252"/>
                </a:lnTo>
                <a:lnTo>
                  <a:pt x="6350" y="13982"/>
                </a:lnTo>
                <a:lnTo>
                  <a:pt x="5080" y="13982"/>
                </a:lnTo>
                <a:lnTo>
                  <a:pt x="5080" y="15252"/>
                </a:lnTo>
                <a:lnTo>
                  <a:pt x="5080" y="19062"/>
                </a:lnTo>
                <a:lnTo>
                  <a:pt x="3797" y="19062"/>
                </a:lnTo>
                <a:lnTo>
                  <a:pt x="3797" y="20332"/>
                </a:lnTo>
                <a:lnTo>
                  <a:pt x="947407" y="20332"/>
                </a:lnTo>
                <a:lnTo>
                  <a:pt x="947407" y="19062"/>
                </a:lnTo>
                <a:lnTo>
                  <a:pt x="947407" y="15252"/>
                </a:lnTo>
                <a:lnTo>
                  <a:pt x="947420" y="13982"/>
                </a:lnTo>
                <a:close/>
              </a:path>
              <a:path w="949325" h="29844">
                <a:moveTo>
                  <a:pt x="948702" y="27952"/>
                </a:moveTo>
                <a:lnTo>
                  <a:pt x="1282" y="27952"/>
                </a:lnTo>
                <a:lnTo>
                  <a:pt x="1282" y="26682"/>
                </a:lnTo>
                <a:lnTo>
                  <a:pt x="0" y="26682"/>
                </a:lnTo>
                <a:lnTo>
                  <a:pt x="0" y="27952"/>
                </a:lnTo>
                <a:lnTo>
                  <a:pt x="0" y="29222"/>
                </a:lnTo>
                <a:lnTo>
                  <a:pt x="948702" y="29222"/>
                </a:lnTo>
                <a:lnTo>
                  <a:pt x="948702" y="27952"/>
                </a:lnTo>
                <a:close/>
              </a:path>
              <a:path w="949325" h="29844">
                <a:moveTo>
                  <a:pt x="948702" y="25412"/>
                </a:moveTo>
                <a:lnTo>
                  <a:pt x="947420" y="25412"/>
                </a:lnTo>
                <a:lnTo>
                  <a:pt x="947420" y="21602"/>
                </a:lnTo>
                <a:lnTo>
                  <a:pt x="3797" y="21602"/>
                </a:lnTo>
                <a:lnTo>
                  <a:pt x="3797" y="20332"/>
                </a:lnTo>
                <a:lnTo>
                  <a:pt x="2552" y="20332"/>
                </a:lnTo>
                <a:lnTo>
                  <a:pt x="2552" y="21602"/>
                </a:lnTo>
                <a:lnTo>
                  <a:pt x="2552" y="25412"/>
                </a:lnTo>
                <a:lnTo>
                  <a:pt x="1282" y="25412"/>
                </a:lnTo>
                <a:lnTo>
                  <a:pt x="1282" y="26682"/>
                </a:lnTo>
                <a:lnTo>
                  <a:pt x="948702" y="26682"/>
                </a:lnTo>
                <a:lnTo>
                  <a:pt x="948702" y="25412"/>
                </a:lnTo>
                <a:close/>
              </a:path>
            </a:pathLst>
          </a:custGeom>
          <a:solidFill>
            <a:srgbClr val="BA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8125422" y="82562"/>
            <a:ext cx="903605" cy="53340"/>
          </a:xfrm>
          <a:custGeom>
            <a:avLst/>
            <a:gdLst/>
            <a:ahLst/>
            <a:cxnLst/>
            <a:rect l="l" t="t" r="r" b="b"/>
            <a:pathLst>
              <a:path w="903604" h="53339">
                <a:moveTo>
                  <a:pt x="896632" y="3810"/>
                </a:moveTo>
                <a:lnTo>
                  <a:pt x="139700" y="3810"/>
                </a:lnTo>
                <a:lnTo>
                  <a:pt x="139700" y="2540"/>
                </a:lnTo>
                <a:lnTo>
                  <a:pt x="138455" y="2540"/>
                </a:lnTo>
                <a:lnTo>
                  <a:pt x="138455" y="3810"/>
                </a:lnTo>
                <a:lnTo>
                  <a:pt x="135902" y="3810"/>
                </a:lnTo>
                <a:lnTo>
                  <a:pt x="135902" y="5080"/>
                </a:lnTo>
                <a:lnTo>
                  <a:pt x="134632" y="5080"/>
                </a:lnTo>
                <a:lnTo>
                  <a:pt x="134632" y="7620"/>
                </a:lnTo>
                <a:lnTo>
                  <a:pt x="132105" y="7620"/>
                </a:lnTo>
                <a:lnTo>
                  <a:pt x="132105" y="8890"/>
                </a:lnTo>
                <a:lnTo>
                  <a:pt x="896632" y="8890"/>
                </a:lnTo>
                <a:lnTo>
                  <a:pt x="896632" y="7620"/>
                </a:lnTo>
                <a:lnTo>
                  <a:pt x="896632" y="5080"/>
                </a:lnTo>
                <a:lnTo>
                  <a:pt x="896632" y="3810"/>
                </a:lnTo>
                <a:close/>
              </a:path>
              <a:path w="903604" h="53339">
                <a:moveTo>
                  <a:pt x="896632" y="1270"/>
                </a:moveTo>
                <a:lnTo>
                  <a:pt x="895350" y="1270"/>
                </a:lnTo>
                <a:lnTo>
                  <a:pt x="895350" y="0"/>
                </a:lnTo>
                <a:lnTo>
                  <a:pt x="144805" y="0"/>
                </a:lnTo>
                <a:lnTo>
                  <a:pt x="144805" y="1270"/>
                </a:lnTo>
                <a:lnTo>
                  <a:pt x="142252" y="1270"/>
                </a:lnTo>
                <a:lnTo>
                  <a:pt x="142252" y="2540"/>
                </a:lnTo>
                <a:lnTo>
                  <a:pt x="896632" y="2540"/>
                </a:lnTo>
                <a:lnTo>
                  <a:pt x="896632" y="1270"/>
                </a:lnTo>
                <a:close/>
              </a:path>
              <a:path w="903604" h="53339">
                <a:moveTo>
                  <a:pt x="897902" y="10160"/>
                </a:moveTo>
                <a:lnTo>
                  <a:pt x="129552" y="10160"/>
                </a:lnTo>
                <a:lnTo>
                  <a:pt x="129552" y="8890"/>
                </a:lnTo>
                <a:lnTo>
                  <a:pt x="128282" y="8890"/>
                </a:lnTo>
                <a:lnTo>
                  <a:pt x="128282" y="10160"/>
                </a:lnTo>
                <a:lnTo>
                  <a:pt x="125755" y="10160"/>
                </a:lnTo>
                <a:lnTo>
                  <a:pt x="125755" y="11430"/>
                </a:lnTo>
                <a:lnTo>
                  <a:pt x="124485" y="11430"/>
                </a:lnTo>
                <a:lnTo>
                  <a:pt x="124485" y="13970"/>
                </a:lnTo>
                <a:lnTo>
                  <a:pt x="121932" y="13970"/>
                </a:lnTo>
                <a:lnTo>
                  <a:pt x="121932" y="15240"/>
                </a:lnTo>
                <a:lnTo>
                  <a:pt x="897902" y="15240"/>
                </a:lnTo>
                <a:lnTo>
                  <a:pt x="897902" y="13970"/>
                </a:lnTo>
                <a:lnTo>
                  <a:pt x="897902" y="11430"/>
                </a:lnTo>
                <a:lnTo>
                  <a:pt x="897902" y="10160"/>
                </a:lnTo>
                <a:close/>
              </a:path>
              <a:path w="903604" h="53339">
                <a:moveTo>
                  <a:pt x="899172" y="22860"/>
                </a:moveTo>
                <a:lnTo>
                  <a:pt x="100355" y="22860"/>
                </a:lnTo>
                <a:lnTo>
                  <a:pt x="100355" y="21590"/>
                </a:lnTo>
                <a:lnTo>
                  <a:pt x="96532" y="21590"/>
                </a:lnTo>
                <a:lnTo>
                  <a:pt x="96532" y="22860"/>
                </a:lnTo>
                <a:lnTo>
                  <a:pt x="91452" y="22860"/>
                </a:lnTo>
                <a:lnTo>
                  <a:pt x="91452" y="24130"/>
                </a:lnTo>
                <a:lnTo>
                  <a:pt x="87655" y="24130"/>
                </a:lnTo>
                <a:lnTo>
                  <a:pt x="87655" y="26670"/>
                </a:lnTo>
                <a:lnTo>
                  <a:pt x="83832" y="26670"/>
                </a:lnTo>
                <a:lnTo>
                  <a:pt x="83832" y="27940"/>
                </a:lnTo>
                <a:lnTo>
                  <a:pt x="899172" y="27940"/>
                </a:lnTo>
                <a:lnTo>
                  <a:pt x="899172" y="26670"/>
                </a:lnTo>
                <a:lnTo>
                  <a:pt x="899172" y="24130"/>
                </a:lnTo>
                <a:lnTo>
                  <a:pt x="899172" y="22860"/>
                </a:lnTo>
                <a:close/>
              </a:path>
              <a:path w="903604" h="53339">
                <a:moveTo>
                  <a:pt x="899172" y="20320"/>
                </a:moveTo>
                <a:lnTo>
                  <a:pt x="897902" y="20320"/>
                </a:lnTo>
                <a:lnTo>
                  <a:pt x="897902" y="17780"/>
                </a:lnTo>
                <a:lnTo>
                  <a:pt x="897902" y="16510"/>
                </a:lnTo>
                <a:lnTo>
                  <a:pt x="119405" y="16510"/>
                </a:lnTo>
                <a:lnTo>
                  <a:pt x="119405" y="15240"/>
                </a:lnTo>
                <a:lnTo>
                  <a:pt x="116852" y="15240"/>
                </a:lnTo>
                <a:lnTo>
                  <a:pt x="116852" y="16510"/>
                </a:lnTo>
                <a:lnTo>
                  <a:pt x="113055" y="16510"/>
                </a:lnTo>
                <a:lnTo>
                  <a:pt x="113055" y="17780"/>
                </a:lnTo>
                <a:lnTo>
                  <a:pt x="107950" y="17780"/>
                </a:lnTo>
                <a:lnTo>
                  <a:pt x="107950" y="20320"/>
                </a:lnTo>
                <a:lnTo>
                  <a:pt x="104152" y="20320"/>
                </a:lnTo>
                <a:lnTo>
                  <a:pt x="104152" y="21590"/>
                </a:lnTo>
                <a:lnTo>
                  <a:pt x="899172" y="21590"/>
                </a:lnTo>
                <a:lnTo>
                  <a:pt x="899172" y="20320"/>
                </a:lnTo>
                <a:close/>
              </a:path>
              <a:path w="903604" h="53339">
                <a:moveTo>
                  <a:pt x="900455" y="30480"/>
                </a:moveTo>
                <a:lnTo>
                  <a:pt x="900442" y="29210"/>
                </a:lnTo>
                <a:lnTo>
                  <a:pt x="78752" y="29210"/>
                </a:lnTo>
                <a:lnTo>
                  <a:pt x="78752" y="27940"/>
                </a:lnTo>
                <a:lnTo>
                  <a:pt x="74955" y="27940"/>
                </a:lnTo>
                <a:lnTo>
                  <a:pt x="74955" y="29210"/>
                </a:lnTo>
                <a:lnTo>
                  <a:pt x="71132" y="29210"/>
                </a:lnTo>
                <a:lnTo>
                  <a:pt x="71132" y="30480"/>
                </a:lnTo>
                <a:lnTo>
                  <a:pt x="67335" y="30480"/>
                </a:lnTo>
                <a:lnTo>
                  <a:pt x="67335" y="33020"/>
                </a:lnTo>
                <a:lnTo>
                  <a:pt x="62255" y="33020"/>
                </a:lnTo>
                <a:lnTo>
                  <a:pt x="62255" y="34290"/>
                </a:lnTo>
                <a:lnTo>
                  <a:pt x="900455" y="34290"/>
                </a:lnTo>
                <a:lnTo>
                  <a:pt x="900455" y="33020"/>
                </a:lnTo>
                <a:lnTo>
                  <a:pt x="900455" y="30480"/>
                </a:lnTo>
                <a:close/>
              </a:path>
              <a:path w="903604" h="53339">
                <a:moveTo>
                  <a:pt x="901700" y="41910"/>
                </a:moveTo>
                <a:lnTo>
                  <a:pt x="38100" y="41910"/>
                </a:lnTo>
                <a:lnTo>
                  <a:pt x="38100" y="40640"/>
                </a:lnTo>
                <a:lnTo>
                  <a:pt x="33032" y="40640"/>
                </a:lnTo>
                <a:lnTo>
                  <a:pt x="33032" y="41910"/>
                </a:lnTo>
                <a:lnTo>
                  <a:pt x="29235" y="41910"/>
                </a:lnTo>
                <a:lnTo>
                  <a:pt x="29235" y="43180"/>
                </a:lnTo>
                <a:lnTo>
                  <a:pt x="25400" y="43180"/>
                </a:lnTo>
                <a:lnTo>
                  <a:pt x="25400" y="45720"/>
                </a:lnTo>
                <a:lnTo>
                  <a:pt x="21602" y="45720"/>
                </a:lnTo>
                <a:lnTo>
                  <a:pt x="21602" y="46990"/>
                </a:lnTo>
                <a:lnTo>
                  <a:pt x="901700" y="46990"/>
                </a:lnTo>
                <a:lnTo>
                  <a:pt x="901700" y="45720"/>
                </a:lnTo>
                <a:lnTo>
                  <a:pt x="901700" y="43180"/>
                </a:lnTo>
                <a:lnTo>
                  <a:pt x="901700" y="41910"/>
                </a:lnTo>
                <a:close/>
              </a:path>
              <a:path w="903604" h="53339">
                <a:moveTo>
                  <a:pt x="901700" y="39370"/>
                </a:moveTo>
                <a:lnTo>
                  <a:pt x="900430" y="39370"/>
                </a:lnTo>
                <a:lnTo>
                  <a:pt x="900430" y="36830"/>
                </a:lnTo>
                <a:lnTo>
                  <a:pt x="900442" y="35560"/>
                </a:lnTo>
                <a:lnTo>
                  <a:pt x="58432" y="35560"/>
                </a:lnTo>
                <a:lnTo>
                  <a:pt x="58432" y="34290"/>
                </a:lnTo>
                <a:lnTo>
                  <a:pt x="54635" y="34290"/>
                </a:lnTo>
                <a:lnTo>
                  <a:pt x="54635" y="35560"/>
                </a:lnTo>
                <a:lnTo>
                  <a:pt x="50800" y="35560"/>
                </a:lnTo>
                <a:lnTo>
                  <a:pt x="50800" y="36830"/>
                </a:lnTo>
                <a:lnTo>
                  <a:pt x="45732" y="36830"/>
                </a:lnTo>
                <a:lnTo>
                  <a:pt x="45732" y="39370"/>
                </a:lnTo>
                <a:lnTo>
                  <a:pt x="41935" y="39370"/>
                </a:lnTo>
                <a:lnTo>
                  <a:pt x="41935" y="40640"/>
                </a:lnTo>
                <a:lnTo>
                  <a:pt x="901700" y="40640"/>
                </a:lnTo>
                <a:lnTo>
                  <a:pt x="901700" y="39370"/>
                </a:lnTo>
                <a:close/>
              </a:path>
              <a:path w="903604" h="53339">
                <a:moveTo>
                  <a:pt x="902982" y="48260"/>
                </a:moveTo>
                <a:lnTo>
                  <a:pt x="16535" y="48260"/>
                </a:lnTo>
                <a:lnTo>
                  <a:pt x="16535" y="46990"/>
                </a:lnTo>
                <a:lnTo>
                  <a:pt x="12700" y="46990"/>
                </a:lnTo>
                <a:lnTo>
                  <a:pt x="12700" y="48260"/>
                </a:lnTo>
                <a:lnTo>
                  <a:pt x="8902" y="48260"/>
                </a:lnTo>
                <a:lnTo>
                  <a:pt x="8902" y="49530"/>
                </a:lnTo>
                <a:lnTo>
                  <a:pt x="5105" y="49530"/>
                </a:lnTo>
                <a:lnTo>
                  <a:pt x="5105" y="52070"/>
                </a:lnTo>
                <a:lnTo>
                  <a:pt x="0" y="52070"/>
                </a:lnTo>
                <a:lnTo>
                  <a:pt x="0" y="53340"/>
                </a:lnTo>
                <a:lnTo>
                  <a:pt x="902982" y="53340"/>
                </a:lnTo>
                <a:lnTo>
                  <a:pt x="902982" y="52070"/>
                </a:lnTo>
                <a:lnTo>
                  <a:pt x="902982" y="49530"/>
                </a:lnTo>
                <a:lnTo>
                  <a:pt x="902982" y="48260"/>
                </a:lnTo>
                <a:close/>
              </a:path>
            </a:pathLst>
          </a:custGeom>
          <a:solidFill>
            <a:srgbClr val="BA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6245835" y="163829"/>
            <a:ext cx="1412240" cy="81915"/>
          </a:xfrm>
          <a:custGeom>
            <a:avLst/>
            <a:gdLst/>
            <a:ahLst/>
            <a:cxnLst/>
            <a:rect l="l" t="t" r="r" b="b"/>
            <a:pathLst>
              <a:path w="1412240" h="81914">
                <a:moveTo>
                  <a:pt x="1384300" y="0"/>
                </a:moveTo>
                <a:lnTo>
                  <a:pt x="20320" y="0"/>
                </a:lnTo>
                <a:lnTo>
                  <a:pt x="20320" y="3810"/>
                </a:lnTo>
                <a:lnTo>
                  <a:pt x="1384300" y="3810"/>
                </a:lnTo>
                <a:lnTo>
                  <a:pt x="1384300" y="0"/>
                </a:lnTo>
                <a:close/>
              </a:path>
              <a:path w="1412240" h="81914">
                <a:moveTo>
                  <a:pt x="1386840" y="5092"/>
                </a:moveTo>
                <a:lnTo>
                  <a:pt x="19050" y="5092"/>
                </a:lnTo>
                <a:lnTo>
                  <a:pt x="19050" y="8902"/>
                </a:lnTo>
                <a:lnTo>
                  <a:pt x="17792" y="8902"/>
                </a:lnTo>
                <a:lnTo>
                  <a:pt x="17792" y="10172"/>
                </a:lnTo>
                <a:lnTo>
                  <a:pt x="1386840" y="10172"/>
                </a:lnTo>
                <a:lnTo>
                  <a:pt x="1386840" y="8902"/>
                </a:lnTo>
                <a:lnTo>
                  <a:pt x="1386840" y="5092"/>
                </a:lnTo>
                <a:close/>
              </a:path>
              <a:path w="1412240" h="81914">
                <a:moveTo>
                  <a:pt x="1389392" y="12712"/>
                </a:moveTo>
                <a:lnTo>
                  <a:pt x="1388122" y="12712"/>
                </a:lnTo>
                <a:lnTo>
                  <a:pt x="1388122" y="11442"/>
                </a:lnTo>
                <a:lnTo>
                  <a:pt x="17792" y="11442"/>
                </a:lnTo>
                <a:lnTo>
                  <a:pt x="17792" y="12712"/>
                </a:lnTo>
                <a:lnTo>
                  <a:pt x="16522" y="12712"/>
                </a:lnTo>
                <a:lnTo>
                  <a:pt x="16522" y="16522"/>
                </a:lnTo>
                <a:lnTo>
                  <a:pt x="1389392" y="16522"/>
                </a:lnTo>
                <a:lnTo>
                  <a:pt x="1389392" y="12712"/>
                </a:lnTo>
                <a:close/>
              </a:path>
              <a:path w="1412240" h="81914">
                <a:moveTo>
                  <a:pt x="1391920" y="19062"/>
                </a:moveTo>
                <a:lnTo>
                  <a:pt x="1390650" y="19062"/>
                </a:lnTo>
                <a:lnTo>
                  <a:pt x="1390650" y="17792"/>
                </a:lnTo>
                <a:lnTo>
                  <a:pt x="1390650" y="16522"/>
                </a:lnTo>
                <a:lnTo>
                  <a:pt x="1389392" y="16522"/>
                </a:lnTo>
                <a:lnTo>
                  <a:pt x="1389392" y="17792"/>
                </a:lnTo>
                <a:lnTo>
                  <a:pt x="15252" y="17792"/>
                </a:lnTo>
                <a:lnTo>
                  <a:pt x="15252" y="19062"/>
                </a:lnTo>
                <a:lnTo>
                  <a:pt x="15252" y="22872"/>
                </a:lnTo>
                <a:lnTo>
                  <a:pt x="1391920" y="22872"/>
                </a:lnTo>
                <a:lnTo>
                  <a:pt x="1391920" y="19062"/>
                </a:lnTo>
                <a:close/>
              </a:path>
              <a:path w="1412240" h="81914">
                <a:moveTo>
                  <a:pt x="1394472" y="27952"/>
                </a:moveTo>
                <a:lnTo>
                  <a:pt x="1393190" y="27952"/>
                </a:lnTo>
                <a:lnTo>
                  <a:pt x="1393190" y="24142"/>
                </a:lnTo>
                <a:lnTo>
                  <a:pt x="1393190" y="22872"/>
                </a:lnTo>
                <a:lnTo>
                  <a:pt x="1391920" y="22872"/>
                </a:lnTo>
                <a:lnTo>
                  <a:pt x="1391920" y="24142"/>
                </a:lnTo>
                <a:lnTo>
                  <a:pt x="13970" y="24142"/>
                </a:lnTo>
                <a:lnTo>
                  <a:pt x="13970" y="27952"/>
                </a:lnTo>
                <a:lnTo>
                  <a:pt x="12700" y="27952"/>
                </a:lnTo>
                <a:lnTo>
                  <a:pt x="12700" y="29222"/>
                </a:lnTo>
                <a:lnTo>
                  <a:pt x="1394472" y="29222"/>
                </a:lnTo>
                <a:lnTo>
                  <a:pt x="1394472" y="27952"/>
                </a:lnTo>
                <a:close/>
              </a:path>
              <a:path w="1412240" h="81914">
                <a:moveTo>
                  <a:pt x="1395742" y="30492"/>
                </a:moveTo>
                <a:lnTo>
                  <a:pt x="12700" y="30492"/>
                </a:lnTo>
                <a:lnTo>
                  <a:pt x="12700" y="31762"/>
                </a:lnTo>
                <a:lnTo>
                  <a:pt x="11442" y="31762"/>
                </a:lnTo>
                <a:lnTo>
                  <a:pt x="11442" y="34302"/>
                </a:lnTo>
                <a:lnTo>
                  <a:pt x="1395742" y="34302"/>
                </a:lnTo>
                <a:lnTo>
                  <a:pt x="1395742" y="31762"/>
                </a:lnTo>
                <a:lnTo>
                  <a:pt x="1395742" y="30492"/>
                </a:lnTo>
                <a:close/>
              </a:path>
              <a:path w="1412240" h="81914">
                <a:moveTo>
                  <a:pt x="1398270" y="36842"/>
                </a:moveTo>
                <a:lnTo>
                  <a:pt x="1397000" y="36842"/>
                </a:lnTo>
                <a:lnTo>
                  <a:pt x="1397000" y="35572"/>
                </a:lnTo>
                <a:lnTo>
                  <a:pt x="11442" y="35572"/>
                </a:lnTo>
                <a:lnTo>
                  <a:pt x="11442" y="36842"/>
                </a:lnTo>
                <a:lnTo>
                  <a:pt x="10172" y="36842"/>
                </a:lnTo>
                <a:lnTo>
                  <a:pt x="10172" y="41922"/>
                </a:lnTo>
                <a:lnTo>
                  <a:pt x="1398270" y="41922"/>
                </a:lnTo>
                <a:lnTo>
                  <a:pt x="1398270" y="36842"/>
                </a:lnTo>
                <a:close/>
              </a:path>
              <a:path w="1412240" h="81914">
                <a:moveTo>
                  <a:pt x="1400822" y="44462"/>
                </a:moveTo>
                <a:lnTo>
                  <a:pt x="1399540" y="44462"/>
                </a:lnTo>
                <a:lnTo>
                  <a:pt x="1399540" y="43192"/>
                </a:lnTo>
                <a:lnTo>
                  <a:pt x="10172" y="43192"/>
                </a:lnTo>
                <a:lnTo>
                  <a:pt x="10172" y="41922"/>
                </a:lnTo>
                <a:lnTo>
                  <a:pt x="8902" y="41922"/>
                </a:lnTo>
                <a:lnTo>
                  <a:pt x="8902" y="43192"/>
                </a:lnTo>
                <a:lnTo>
                  <a:pt x="8902" y="44462"/>
                </a:lnTo>
                <a:lnTo>
                  <a:pt x="8902" y="47002"/>
                </a:lnTo>
                <a:lnTo>
                  <a:pt x="1400822" y="47002"/>
                </a:lnTo>
                <a:lnTo>
                  <a:pt x="1400822" y="44462"/>
                </a:lnTo>
                <a:close/>
              </a:path>
              <a:path w="1412240" h="81914">
                <a:moveTo>
                  <a:pt x="1403350" y="50812"/>
                </a:moveTo>
                <a:lnTo>
                  <a:pt x="1402067" y="50812"/>
                </a:lnTo>
                <a:lnTo>
                  <a:pt x="1402067" y="48272"/>
                </a:lnTo>
                <a:lnTo>
                  <a:pt x="1402067" y="47002"/>
                </a:lnTo>
                <a:lnTo>
                  <a:pt x="1400822" y="47002"/>
                </a:lnTo>
                <a:lnTo>
                  <a:pt x="1400822" y="48272"/>
                </a:lnTo>
                <a:lnTo>
                  <a:pt x="8902" y="48272"/>
                </a:lnTo>
                <a:lnTo>
                  <a:pt x="8902" y="47002"/>
                </a:lnTo>
                <a:lnTo>
                  <a:pt x="7620" y="47002"/>
                </a:lnTo>
                <a:lnTo>
                  <a:pt x="7620" y="48272"/>
                </a:lnTo>
                <a:lnTo>
                  <a:pt x="7620" y="50812"/>
                </a:lnTo>
                <a:lnTo>
                  <a:pt x="7620" y="53352"/>
                </a:lnTo>
                <a:lnTo>
                  <a:pt x="6350" y="53352"/>
                </a:lnTo>
                <a:lnTo>
                  <a:pt x="6350" y="54622"/>
                </a:lnTo>
                <a:lnTo>
                  <a:pt x="1403350" y="54622"/>
                </a:lnTo>
                <a:lnTo>
                  <a:pt x="1403350" y="53352"/>
                </a:lnTo>
                <a:lnTo>
                  <a:pt x="1403350" y="50812"/>
                </a:lnTo>
                <a:close/>
              </a:path>
              <a:path w="1412240" h="81914">
                <a:moveTo>
                  <a:pt x="1405890" y="59702"/>
                </a:moveTo>
                <a:lnTo>
                  <a:pt x="1404620" y="59702"/>
                </a:lnTo>
                <a:lnTo>
                  <a:pt x="1404620" y="57162"/>
                </a:lnTo>
                <a:lnTo>
                  <a:pt x="1404620" y="55892"/>
                </a:lnTo>
                <a:lnTo>
                  <a:pt x="1404620" y="54622"/>
                </a:lnTo>
                <a:lnTo>
                  <a:pt x="1403350" y="54622"/>
                </a:lnTo>
                <a:lnTo>
                  <a:pt x="1403350" y="55892"/>
                </a:lnTo>
                <a:lnTo>
                  <a:pt x="6350" y="55892"/>
                </a:lnTo>
                <a:lnTo>
                  <a:pt x="6350" y="57162"/>
                </a:lnTo>
                <a:lnTo>
                  <a:pt x="5092" y="57162"/>
                </a:lnTo>
                <a:lnTo>
                  <a:pt x="5092" y="59702"/>
                </a:lnTo>
                <a:lnTo>
                  <a:pt x="5092" y="60972"/>
                </a:lnTo>
                <a:lnTo>
                  <a:pt x="1405890" y="60972"/>
                </a:lnTo>
                <a:lnTo>
                  <a:pt x="1405890" y="59702"/>
                </a:lnTo>
                <a:close/>
              </a:path>
              <a:path w="1412240" h="81914">
                <a:moveTo>
                  <a:pt x="1407172" y="60972"/>
                </a:moveTo>
                <a:lnTo>
                  <a:pt x="1405890" y="60972"/>
                </a:lnTo>
                <a:lnTo>
                  <a:pt x="1405890" y="62242"/>
                </a:lnTo>
                <a:lnTo>
                  <a:pt x="5092" y="62242"/>
                </a:lnTo>
                <a:lnTo>
                  <a:pt x="5092" y="60972"/>
                </a:lnTo>
                <a:lnTo>
                  <a:pt x="3822" y="60972"/>
                </a:lnTo>
                <a:lnTo>
                  <a:pt x="3822" y="62242"/>
                </a:lnTo>
                <a:lnTo>
                  <a:pt x="3822" y="66052"/>
                </a:lnTo>
                <a:lnTo>
                  <a:pt x="1407172" y="66052"/>
                </a:lnTo>
                <a:lnTo>
                  <a:pt x="1407172" y="62242"/>
                </a:lnTo>
                <a:lnTo>
                  <a:pt x="1407172" y="60972"/>
                </a:lnTo>
                <a:close/>
              </a:path>
              <a:path w="1412240" h="81914">
                <a:moveTo>
                  <a:pt x="1409700" y="68592"/>
                </a:moveTo>
                <a:lnTo>
                  <a:pt x="1408442" y="68592"/>
                </a:lnTo>
                <a:lnTo>
                  <a:pt x="1408442" y="67322"/>
                </a:lnTo>
                <a:lnTo>
                  <a:pt x="3822" y="67322"/>
                </a:lnTo>
                <a:lnTo>
                  <a:pt x="3822" y="66052"/>
                </a:lnTo>
                <a:lnTo>
                  <a:pt x="2552" y="66052"/>
                </a:lnTo>
                <a:lnTo>
                  <a:pt x="2552" y="67322"/>
                </a:lnTo>
                <a:lnTo>
                  <a:pt x="2552" y="68592"/>
                </a:lnTo>
                <a:lnTo>
                  <a:pt x="2552" y="72402"/>
                </a:lnTo>
                <a:lnTo>
                  <a:pt x="1270" y="72402"/>
                </a:lnTo>
                <a:lnTo>
                  <a:pt x="1270" y="73672"/>
                </a:lnTo>
                <a:lnTo>
                  <a:pt x="1409700" y="73672"/>
                </a:lnTo>
                <a:lnTo>
                  <a:pt x="1409700" y="72402"/>
                </a:lnTo>
                <a:lnTo>
                  <a:pt x="1409700" y="68592"/>
                </a:lnTo>
                <a:close/>
              </a:path>
              <a:path w="1412240" h="81914">
                <a:moveTo>
                  <a:pt x="1410970" y="73672"/>
                </a:moveTo>
                <a:lnTo>
                  <a:pt x="1409700" y="73672"/>
                </a:lnTo>
                <a:lnTo>
                  <a:pt x="1409700" y="74942"/>
                </a:lnTo>
                <a:lnTo>
                  <a:pt x="1270" y="74942"/>
                </a:lnTo>
                <a:lnTo>
                  <a:pt x="1270" y="76212"/>
                </a:lnTo>
                <a:lnTo>
                  <a:pt x="0" y="76212"/>
                </a:lnTo>
                <a:lnTo>
                  <a:pt x="0" y="78752"/>
                </a:lnTo>
                <a:lnTo>
                  <a:pt x="1410970" y="78752"/>
                </a:lnTo>
                <a:lnTo>
                  <a:pt x="1410970" y="76212"/>
                </a:lnTo>
                <a:lnTo>
                  <a:pt x="1410970" y="74942"/>
                </a:lnTo>
                <a:lnTo>
                  <a:pt x="1410970" y="73672"/>
                </a:lnTo>
                <a:close/>
              </a:path>
              <a:path w="1412240" h="81914">
                <a:moveTo>
                  <a:pt x="1412240" y="78752"/>
                </a:moveTo>
                <a:lnTo>
                  <a:pt x="1410970" y="78752"/>
                </a:lnTo>
                <a:lnTo>
                  <a:pt x="1410970" y="80022"/>
                </a:lnTo>
                <a:lnTo>
                  <a:pt x="0" y="80022"/>
                </a:lnTo>
                <a:lnTo>
                  <a:pt x="0" y="81292"/>
                </a:lnTo>
                <a:lnTo>
                  <a:pt x="1412240" y="81292"/>
                </a:lnTo>
                <a:lnTo>
                  <a:pt x="1412240" y="80022"/>
                </a:lnTo>
                <a:lnTo>
                  <a:pt x="1412240" y="78752"/>
                </a:lnTo>
                <a:close/>
              </a:path>
            </a:pathLst>
          </a:custGeom>
          <a:solidFill>
            <a:srgbClr val="B8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8050504" y="163829"/>
            <a:ext cx="986790" cy="81915"/>
          </a:xfrm>
          <a:custGeom>
            <a:avLst/>
            <a:gdLst/>
            <a:ahLst/>
            <a:cxnLst/>
            <a:rect l="l" t="t" r="r" b="b"/>
            <a:pathLst>
              <a:path w="986790" h="81914">
                <a:moveTo>
                  <a:pt x="977900" y="80022"/>
                </a:moveTo>
                <a:lnTo>
                  <a:pt x="1270" y="80022"/>
                </a:lnTo>
                <a:lnTo>
                  <a:pt x="1270" y="78752"/>
                </a:lnTo>
                <a:lnTo>
                  <a:pt x="0" y="78752"/>
                </a:lnTo>
                <a:lnTo>
                  <a:pt x="0" y="80022"/>
                </a:lnTo>
                <a:lnTo>
                  <a:pt x="0" y="81292"/>
                </a:lnTo>
                <a:lnTo>
                  <a:pt x="977900" y="81292"/>
                </a:lnTo>
                <a:lnTo>
                  <a:pt x="977900" y="80022"/>
                </a:lnTo>
                <a:close/>
              </a:path>
              <a:path w="986790" h="81914">
                <a:moveTo>
                  <a:pt x="979170" y="74942"/>
                </a:moveTo>
                <a:lnTo>
                  <a:pt x="1270" y="74942"/>
                </a:lnTo>
                <a:lnTo>
                  <a:pt x="1270" y="78752"/>
                </a:lnTo>
                <a:lnTo>
                  <a:pt x="977900" y="78752"/>
                </a:lnTo>
                <a:lnTo>
                  <a:pt x="977900" y="80022"/>
                </a:lnTo>
                <a:lnTo>
                  <a:pt x="979170" y="80022"/>
                </a:lnTo>
                <a:lnTo>
                  <a:pt x="979170" y="78752"/>
                </a:lnTo>
                <a:lnTo>
                  <a:pt x="979170" y="74942"/>
                </a:lnTo>
                <a:close/>
              </a:path>
              <a:path w="986790" h="81914">
                <a:moveTo>
                  <a:pt x="981697" y="67322"/>
                </a:moveTo>
                <a:lnTo>
                  <a:pt x="6350" y="67322"/>
                </a:lnTo>
                <a:lnTo>
                  <a:pt x="6350" y="66052"/>
                </a:lnTo>
                <a:lnTo>
                  <a:pt x="5067" y="66052"/>
                </a:lnTo>
                <a:lnTo>
                  <a:pt x="5067" y="67322"/>
                </a:lnTo>
                <a:lnTo>
                  <a:pt x="5067" y="68592"/>
                </a:lnTo>
                <a:lnTo>
                  <a:pt x="3822" y="68592"/>
                </a:lnTo>
                <a:lnTo>
                  <a:pt x="3822" y="73672"/>
                </a:lnTo>
                <a:lnTo>
                  <a:pt x="979170" y="73672"/>
                </a:lnTo>
                <a:lnTo>
                  <a:pt x="979170" y="74942"/>
                </a:lnTo>
                <a:lnTo>
                  <a:pt x="980440" y="74942"/>
                </a:lnTo>
                <a:lnTo>
                  <a:pt x="980440" y="73672"/>
                </a:lnTo>
                <a:lnTo>
                  <a:pt x="980440" y="68592"/>
                </a:lnTo>
                <a:lnTo>
                  <a:pt x="981697" y="68592"/>
                </a:lnTo>
                <a:lnTo>
                  <a:pt x="981697" y="67322"/>
                </a:lnTo>
                <a:close/>
              </a:path>
              <a:path w="986790" h="81914">
                <a:moveTo>
                  <a:pt x="981722" y="0"/>
                </a:moveTo>
                <a:lnTo>
                  <a:pt x="31750" y="0"/>
                </a:lnTo>
                <a:lnTo>
                  <a:pt x="31750" y="3810"/>
                </a:lnTo>
                <a:lnTo>
                  <a:pt x="981697" y="3810"/>
                </a:lnTo>
                <a:lnTo>
                  <a:pt x="981722" y="0"/>
                </a:lnTo>
                <a:close/>
              </a:path>
              <a:path w="986790" h="81914">
                <a:moveTo>
                  <a:pt x="982967" y="62230"/>
                </a:moveTo>
                <a:lnTo>
                  <a:pt x="6350" y="62230"/>
                </a:lnTo>
                <a:lnTo>
                  <a:pt x="6350" y="66040"/>
                </a:lnTo>
                <a:lnTo>
                  <a:pt x="982967" y="66040"/>
                </a:lnTo>
                <a:lnTo>
                  <a:pt x="982967" y="62230"/>
                </a:lnTo>
                <a:close/>
              </a:path>
              <a:path w="986790" h="81914">
                <a:moveTo>
                  <a:pt x="982967" y="3822"/>
                </a:moveTo>
                <a:lnTo>
                  <a:pt x="981697" y="3822"/>
                </a:lnTo>
                <a:lnTo>
                  <a:pt x="981697" y="5092"/>
                </a:lnTo>
                <a:lnTo>
                  <a:pt x="31750" y="5092"/>
                </a:lnTo>
                <a:lnTo>
                  <a:pt x="31750" y="3822"/>
                </a:lnTo>
                <a:lnTo>
                  <a:pt x="30467" y="3822"/>
                </a:lnTo>
                <a:lnTo>
                  <a:pt x="30467" y="5092"/>
                </a:lnTo>
                <a:lnTo>
                  <a:pt x="30467" y="6362"/>
                </a:lnTo>
                <a:lnTo>
                  <a:pt x="29222" y="6362"/>
                </a:lnTo>
                <a:lnTo>
                  <a:pt x="29222" y="10172"/>
                </a:lnTo>
                <a:lnTo>
                  <a:pt x="982967" y="10172"/>
                </a:lnTo>
                <a:lnTo>
                  <a:pt x="982967" y="6362"/>
                </a:lnTo>
                <a:lnTo>
                  <a:pt x="982967" y="5092"/>
                </a:lnTo>
                <a:lnTo>
                  <a:pt x="982967" y="3822"/>
                </a:lnTo>
                <a:close/>
              </a:path>
              <a:path w="986790" h="81914">
                <a:moveTo>
                  <a:pt x="984250" y="55892"/>
                </a:moveTo>
                <a:lnTo>
                  <a:pt x="10172" y="55892"/>
                </a:lnTo>
                <a:lnTo>
                  <a:pt x="10172" y="57162"/>
                </a:lnTo>
                <a:lnTo>
                  <a:pt x="8902" y="57162"/>
                </a:lnTo>
                <a:lnTo>
                  <a:pt x="8902" y="60972"/>
                </a:lnTo>
                <a:lnTo>
                  <a:pt x="984250" y="60972"/>
                </a:lnTo>
                <a:lnTo>
                  <a:pt x="984250" y="57162"/>
                </a:lnTo>
                <a:lnTo>
                  <a:pt x="984250" y="55892"/>
                </a:lnTo>
                <a:close/>
              </a:path>
              <a:path w="986790" h="81914">
                <a:moveTo>
                  <a:pt x="984250" y="17792"/>
                </a:moveTo>
                <a:lnTo>
                  <a:pt x="26670" y="17792"/>
                </a:lnTo>
                <a:lnTo>
                  <a:pt x="26670" y="16522"/>
                </a:lnTo>
                <a:lnTo>
                  <a:pt x="25400" y="16522"/>
                </a:lnTo>
                <a:lnTo>
                  <a:pt x="25400" y="17792"/>
                </a:lnTo>
                <a:lnTo>
                  <a:pt x="25400" y="19062"/>
                </a:lnTo>
                <a:lnTo>
                  <a:pt x="24117" y="19062"/>
                </a:lnTo>
                <a:lnTo>
                  <a:pt x="24117" y="22872"/>
                </a:lnTo>
                <a:lnTo>
                  <a:pt x="984250" y="22872"/>
                </a:lnTo>
                <a:lnTo>
                  <a:pt x="984250" y="19062"/>
                </a:lnTo>
                <a:lnTo>
                  <a:pt x="984250" y="17792"/>
                </a:lnTo>
                <a:close/>
              </a:path>
              <a:path w="986790" h="81914">
                <a:moveTo>
                  <a:pt x="984250" y="15240"/>
                </a:moveTo>
                <a:lnTo>
                  <a:pt x="982967" y="15240"/>
                </a:lnTo>
                <a:lnTo>
                  <a:pt x="982967" y="12712"/>
                </a:lnTo>
                <a:lnTo>
                  <a:pt x="982967" y="11442"/>
                </a:lnTo>
                <a:lnTo>
                  <a:pt x="29222" y="11442"/>
                </a:lnTo>
                <a:lnTo>
                  <a:pt x="29222" y="10172"/>
                </a:lnTo>
                <a:lnTo>
                  <a:pt x="27952" y="10172"/>
                </a:lnTo>
                <a:lnTo>
                  <a:pt x="27952" y="11442"/>
                </a:lnTo>
                <a:lnTo>
                  <a:pt x="27952" y="12712"/>
                </a:lnTo>
                <a:lnTo>
                  <a:pt x="26670" y="12712"/>
                </a:lnTo>
                <a:lnTo>
                  <a:pt x="26670" y="15240"/>
                </a:lnTo>
                <a:lnTo>
                  <a:pt x="26670" y="16510"/>
                </a:lnTo>
                <a:lnTo>
                  <a:pt x="984250" y="16522"/>
                </a:lnTo>
                <a:lnTo>
                  <a:pt x="984250" y="15252"/>
                </a:lnTo>
                <a:close/>
              </a:path>
              <a:path w="986790" h="81914">
                <a:moveTo>
                  <a:pt x="985520" y="30492"/>
                </a:moveTo>
                <a:lnTo>
                  <a:pt x="21602" y="30492"/>
                </a:lnTo>
                <a:lnTo>
                  <a:pt x="21602" y="29222"/>
                </a:lnTo>
                <a:lnTo>
                  <a:pt x="20320" y="29222"/>
                </a:lnTo>
                <a:lnTo>
                  <a:pt x="20320" y="30492"/>
                </a:lnTo>
                <a:lnTo>
                  <a:pt x="20320" y="31762"/>
                </a:lnTo>
                <a:lnTo>
                  <a:pt x="19050" y="31762"/>
                </a:lnTo>
                <a:lnTo>
                  <a:pt x="19050" y="34302"/>
                </a:lnTo>
                <a:lnTo>
                  <a:pt x="985520" y="34302"/>
                </a:lnTo>
                <a:lnTo>
                  <a:pt x="985520" y="31762"/>
                </a:lnTo>
                <a:lnTo>
                  <a:pt x="985520" y="30492"/>
                </a:lnTo>
                <a:close/>
              </a:path>
              <a:path w="986790" h="81914">
                <a:moveTo>
                  <a:pt x="985520" y="22872"/>
                </a:moveTo>
                <a:lnTo>
                  <a:pt x="984250" y="22872"/>
                </a:lnTo>
                <a:lnTo>
                  <a:pt x="984250" y="24142"/>
                </a:lnTo>
                <a:lnTo>
                  <a:pt x="24117" y="24142"/>
                </a:lnTo>
                <a:lnTo>
                  <a:pt x="24117" y="22872"/>
                </a:lnTo>
                <a:lnTo>
                  <a:pt x="22872" y="22872"/>
                </a:lnTo>
                <a:lnTo>
                  <a:pt x="22872" y="24142"/>
                </a:lnTo>
                <a:lnTo>
                  <a:pt x="22872" y="25412"/>
                </a:lnTo>
                <a:lnTo>
                  <a:pt x="21602" y="25412"/>
                </a:lnTo>
                <a:lnTo>
                  <a:pt x="21602" y="29222"/>
                </a:lnTo>
                <a:lnTo>
                  <a:pt x="985520" y="29222"/>
                </a:lnTo>
                <a:lnTo>
                  <a:pt x="985520" y="25412"/>
                </a:lnTo>
                <a:lnTo>
                  <a:pt x="985520" y="24142"/>
                </a:lnTo>
                <a:lnTo>
                  <a:pt x="985520" y="22872"/>
                </a:lnTo>
                <a:close/>
              </a:path>
              <a:path w="986790" h="81914">
                <a:moveTo>
                  <a:pt x="986790" y="48272"/>
                </a:moveTo>
                <a:lnTo>
                  <a:pt x="13970" y="48272"/>
                </a:lnTo>
                <a:lnTo>
                  <a:pt x="13970" y="47002"/>
                </a:lnTo>
                <a:lnTo>
                  <a:pt x="12700" y="47002"/>
                </a:lnTo>
                <a:lnTo>
                  <a:pt x="12700" y="48272"/>
                </a:lnTo>
                <a:lnTo>
                  <a:pt x="12700" y="49542"/>
                </a:lnTo>
                <a:lnTo>
                  <a:pt x="12700" y="50812"/>
                </a:lnTo>
                <a:lnTo>
                  <a:pt x="11417" y="50812"/>
                </a:lnTo>
                <a:lnTo>
                  <a:pt x="11417" y="54622"/>
                </a:lnTo>
                <a:lnTo>
                  <a:pt x="984250" y="54622"/>
                </a:lnTo>
                <a:lnTo>
                  <a:pt x="984250" y="55892"/>
                </a:lnTo>
                <a:lnTo>
                  <a:pt x="985520" y="55892"/>
                </a:lnTo>
                <a:lnTo>
                  <a:pt x="985520" y="54622"/>
                </a:lnTo>
                <a:lnTo>
                  <a:pt x="985520" y="50812"/>
                </a:lnTo>
                <a:lnTo>
                  <a:pt x="985520" y="49542"/>
                </a:lnTo>
                <a:lnTo>
                  <a:pt x="986790" y="49542"/>
                </a:lnTo>
                <a:lnTo>
                  <a:pt x="986790" y="48272"/>
                </a:lnTo>
                <a:close/>
              </a:path>
              <a:path w="986790" h="81914">
                <a:moveTo>
                  <a:pt x="986790" y="43192"/>
                </a:moveTo>
                <a:lnTo>
                  <a:pt x="15252" y="43192"/>
                </a:lnTo>
                <a:lnTo>
                  <a:pt x="15252" y="44462"/>
                </a:lnTo>
                <a:lnTo>
                  <a:pt x="13970" y="44462"/>
                </a:lnTo>
                <a:lnTo>
                  <a:pt x="13970" y="47002"/>
                </a:lnTo>
                <a:lnTo>
                  <a:pt x="986790" y="47002"/>
                </a:lnTo>
                <a:lnTo>
                  <a:pt x="986790" y="44462"/>
                </a:lnTo>
                <a:lnTo>
                  <a:pt x="986790" y="43192"/>
                </a:lnTo>
                <a:close/>
              </a:path>
              <a:path w="986790" h="81914">
                <a:moveTo>
                  <a:pt x="986790" y="38112"/>
                </a:moveTo>
                <a:lnTo>
                  <a:pt x="986777" y="35572"/>
                </a:lnTo>
                <a:lnTo>
                  <a:pt x="19050" y="35572"/>
                </a:lnTo>
                <a:lnTo>
                  <a:pt x="19050" y="34302"/>
                </a:lnTo>
                <a:lnTo>
                  <a:pt x="17767" y="34302"/>
                </a:lnTo>
                <a:lnTo>
                  <a:pt x="17767" y="35572"/>
                </a:lnTo>
                <a:lnTo>
                  <a:pt x="17767" y="38112"/>
                </a:lnTo>
                <a:lnTo>
                  <a:pt x="16522" y="38112"/>
                </a:lnTo>
                <a:lnTo>
                  <a:pt x="16522" y="41922"/>
                </a:lnTo>
                <a:lnTo>
                  <a:pt x="986790" y="41922"/>
                </a:lnTo>
                <a:lnTo>
                  <a:pt x="986790" y="38112"/>
                </a:lnTo>
                <a:close/>
              </a:path>
            </a:pathLst>
          </a:custGeom>
          <a:solidFill>
            <a:srgbClr val="B8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6231877" y="245122"/>
            <a:ext cx="1449070" cy="82550"/>
          </a:xfrm>
          <a:custGeom>
            <a:avLst/>
            <a:gdLst/>
            <a:ahLst/>
            <a:cxnLst/>
            <a:rect l="l" t="t" r="r" b="b"/>
            <a:pathLst>
              <a:path w="1449070" h="82550">
                <a:moveTo>
                  <a:pt x="1427480" y="1270"/>
                </a:moveTo>
                <a:lnTo>
                  <a:pt x="1426197" y="1270"/>
                </a:lnTo>
                <a:lnTo>
                  <a:pt x="1426197" y="0"/>
                </a:lnTo>
                <a:lnTo>
                  <a:pt x="12700" y="0"/>
                </a:lnTo>
                <a:lnTo>
                  <a:pt x="12700" y="1270"/>
                </a:lnTo>
                <a:lnTo>
                  <a:pt x="12700" y="5080"/>
                </a:lnTo>
                <a:lnTo>
                  <a:pt x="1427480" y="5080"/>
                </a:lnTo>
                <a:lnTo>
                  <a:pt x="1427480" y="1270"/>
                </a:lnTo>
                <a:close/>
              </a:path>
              <a:path w="1449070" h="82550">
                <a:moveTo>
                  <a:pt x="1428750" y="6350"/>
                </a:moveTo>
                <a:lnTo>
                  <a:pt x="12700" y="6350"/>
                </a:lnTo>
                <a:lnTo>
                  <a:pt x="12700" y="5080"/>
                </a:lnTo>
                <a:lnTo>
                  <a:pt x="11430" y="5080"/>
                </a:lnTo>
                <a:lnTo>
                  <a:pt x="11430" y="6350"/>
                </a:lnTo>
                <a:lnTo>
                  <a:pt x="11430" y="11430"/>
                </a:lnTo>
                <a:lnTo>
                  <a:pt x="1428750" y="11430"/>
                </a:lnTo>
                <a:lnTo>
                  <a:pt x="1428750" y="6350"/>
                </a:lnTo>
                <a:close/>
              </a:path>
              <a:path w="1449070" h="82550">
                <a:moveTo>
                  <a:pt x="1430007" y="11430"/>
                </a:moveTo>
                <a:lnTo>
                  <a:pt x="1428750" y="11430"/>
                </a:lnTo>
                <a:lnTo>
                  <a:pt x="1428750" y="12700"/>
                </a:lnTo>
                <a:lnTo>
                  <a:pt x="10160" y="12700"/>
                </a:lnTo>
                <a:lnTo>
                  <a:pt x="10160" y="13970"/>
                </a:lnTo>
                <a:lnTo>
                  <a:pt x="8877" y="13970"/>
                </a:lnTo>
                <a:lnTo>
                  <a:pt x="8877" y="16510"/>
                </a:lnTo>
                <a:lnTo>
                  <a:pt x="1430007" y="16510"/>
                </a:lnTo>
                <a:lnTo>
                  <a:pt x="1430007" y="13970"/>
                </a:lnTo>
                <a:lnTo>
                  <a:pt x="1430007" y="12700"/>
                </a:lnTo>
                <a:lnTo>
                  <a:pt x="1430007" y="11430"/>
                </a:lnTo>
                <a:close/>
              </a:path>
              <a:path w="1449070" h="82550">
                <a:moveTo>
                  <a:pt x="1432547" y="20320"/>
                </a:moveTo>
                <a:lnTo>
                  <a:pt x="1431277" y="20320"/>
                </a:lnTo>
                <a:lnTo>
                  <a:pt x="1431277" y="19050"/>
                </a:lnTo>
                <a:lnTo>
                  <a:pt x="1431277" y="17780"/>
                </a:lnTo>
                <a:lnTo>
                  <a:pt x="1431277" y="16510"/>
                </a:lnTo>
                <a:lnTo>
                  <a:pt x="1430007" y="16510"/>
                </a:lnTo>
                <a:lnTo>
                  <a:pt x="1430007" y="17780"/>
                </a:lnTo>
                <a:lnTo>
                  <a:pt x="8877" y="17780"/>
                </a:lnTo>
                <a:lnTo>
                  <a:pt x="8877" y="19050"/>
                </a:lnTo>
                <a:lnTo>
                  <a:pt x="7607" y="19050"/>
                </a:lnTo>
                <a:lnTo>
                  <a:pt x="7607" y="20320"/>
                </a:lnTo>
                <a:lnTo>
                  <a:pt x="7607" y="24130"/>
                </a:lnTo>
                <a:lnTo>
                  <a:pt x="1432547" y="24130"/>
                </a:lnTo>
                <a:lnTo>
                  <a:pt x="1432547" y="20320"/>
                </a:lnTo>
                <a:close/>
              </a:path>
              <a:path w="1449070" h="82550">
                <a:moveTo>
                  <a:pt x="1433830" y="25400"/>
                </a:moveTo>
                <a:lnTo>
                  <a:pt x="7607" y="25400"/>
                </a:lnTo>
                <a:lnTo>
                  <a:pt x="7607" y="24130"/>
                </a:lnTo>
                <a:lnTo>
                  <a:pt x="6350" y="24130"/>
                </a:lnTo>
                <a:lnTo>
                  <a:pt x="6350" y="25400"/>
                </a:lnTo>
                <a:lnTo>
                  <a:pt x="6350" y="30480"/>
                </a:lnTo>
                <a:lnTo>
                  <a:pt x="1433830" y="30480"/>
                </a:lnTo>
                <a:lnTo>
                  <a:pt x="1433830" y="25400"/>
                </a:lnTo>
                <a:close/>
              </a:path>
              <a:path w="1449070" h="82550">
                <a:moveTo>
                  <a:pt x="1441450" y="54610"/>
                </a:moveTo>
                <a:lnTo>
                  <a:pt x="1440180" y="54610"/>
                </a:lnTo>
                <a:lnTo>
                  <a:pt x="1440180" y="50800"/>
                </a:lnTo>
                <a:lnTo>
                  <a:pt x="1440180" y="49530"/>
                </a:lnTo>
                <a:lnTo>
                  <a:pt x="1438897" y="49530"/>
                </a:lnTo>
                <a:lnTo>
                  <a:pt x="1438897" y="44450"/>
                </a:lnTo>
                <a:lnTo>
                  <a:pt x="1437627" y="44450"/>
                </a:lnTo>
                <a:lnTo>
                  <a:pt x="1437627" y="39370"/>
                </a:lnTo>
                <a:lnTo>
                  <a:pt x="1436357" y="39370"/>
                </a:lnTo>
                <a:lnTo>
                  <a:pt x="1436357" y="35560"/>
                </a:lnTo>
                <a:lnTo>
                  <a:pt x="1435100" y="35560"/>
                </a:lnTo>
                <a:lnTo>
                  <a:pt x="1435100" y="31750"/>
                </a:lnTo>
                <a:lnTo>
                  <a:pt x="1435100" y="30480"/>
                </a:lnTo>
                <a:lnTo>
                  <a:pt x="1433830" y="30480"/>
                </a:lnTo>
                <a:lnTo>
                  <a:pt x="1433830" y="31750"/>
                </a:lnTo>
                <a:lnTo>
                  <a:pt x="5080" y="31750"/>
                </a:lnTo>
                <a:lnTo>
                  <a:pt x="5080" y="35560"/>
                </a:lnTo>
                <a:lnTo>
                  <a:pt x="3810" y="35560"/>
                </a:lnTo>
                <a:lnTo>
                  <a:pt x="3810" y="39370"/>
                </a:lnTo>
                <a:lnTo>
                  <a:pt x="2527" y="39370"/>
                </a:lnTo>
                <a:lnTo>
                  <a:pt x="2527" y="44450"/>
                </a:lnTo>
                <a:lnTo>
                  <a:pt x="1257" y="44450"/>
                </a:lnTo>
                <a:lnTo>
                  <a:pt x="1257" y="49530"/>
                </a:lnTo>
                <a:lnTo>
                  <a:pt x="1257" y="50800"/>
                </a:lnTo>
                <a:lnTo>
                  <a:pt x="0" y="50800"/>
                </a:lnTo>
                <a:lnTo>
                  <a:pt x="0" y="54610"/>
                </a:lnTo>
                <a:lnTo>
                  <a:pt x="0" y="55880"/>
                </a:lnTo>
                <a:lnTo>
                  <a:pt x="1441450" y="55880"/>
                </a:lnTo>
                <a:lnTo>
                  <a:pt x="1441450" y="54610"/>
                </a:lnTo>
                <a:close/>
              </a:path>
              <a:path w="1449070" h="82550">
                <a:moveTo>
                  <a:pt x="1442707" y="58420"/>
                </a:moveTo>
                <a:lnTo>
                  <a:pt x="1441450" y="58420"/>
                </a:lnTo>
                <a:lnTo>
                  <a:pt x="1441450" y="57150"/>
                </a:lnTo>
                <a:lnTo>
                  <a:pt x="0" y="57150"/>
                </a:lnTo>
                <a:lnTo>
                  <a:pt x="0" y="58420"/>
                </a:lnTo>
                <a:lnTo>
                  <a:pt x="0" y="62230"/>
                </a:lnTo>
                <a:lnTo>
                  <a:pt x="1442707" y="62230"/>
                </a:lnTo>
                <a:lnTo>
                  <a:pt x="1442707" y="58420"/>
                </a:lnTo>
                <a:close/>
              </a:path>
              <a:path w="1449070" h="82550">
                <a:moveTo>
                  <a:pt x="1443977" y="63487"/>
                </a:moveTo>
                <a:lnTo>
                  <a:pt x="1257" y="63487"/>
                </a:lnTo>
                <a:lnTo>
                  <a:pt x="1257" y="68567"/>
                </a:lnTo>
                <a:lnTo>
                  <a:pt x="1443977" y="68567"/>
                </a:lnTo>
                <a:lnTo>
                  <a:pt x="1443977" y="63487"/>
                </a:lnTo>
                <a:close/>
              </a:path>
              <a:path w="1449070" h="82550">
                <a:moveTo>
                  <a:pt x="1446530" y="73660"/>
                </a:moveTo>
                <a:lnTo>
                  <a:pt x="1445247" y="73660"/>
                </a:lnTo>
                <a:lnTo>
                  <a:pt x="1445247" y="69850"/>
                </a:lnTo>
                <a:lnTo>
                  <a:pt x="1257" y="69850"/>
                </a:lnTo>
                <a:lnTo>
                  <a:pt x="1257" y="73660"/>
                </a:lnTo>
                <a:lnTo>
                  <a:pt x="1257" y="74930"/>
                </a:lnTo>
                <a:lnTo>
                  <a:pt x="1446530" y="74930"/>
                </a:lnTo>
                <a:lnTo>
                  <a:pt x="1446530" y="73660"/>
                </a:lnTo>
                <a:close/>
              </a:path>
              <a:path w="1449070" h="82550">
                <a:moveTo>
                  <a:pt x="1449057" y="81280"/>
                </a:moveTo>
                <a:lnTo>
                  <a:pt x="1447800" y="81280"/>
                </a:lnTo>
                <a:lnTo>
                  <a:pt x="1447800" y="77470"/>
                </a:lnTo>
                <a:lnTo>
                  <a:pt x="1446530" y="77470"/>
                </a:lnTo>
                <a:lnTo>
                  <a:pt x="1446530" y="76200"/>
                </a:lnTo>
                <a:lnTo>
                  <a:pt x="1257" y="76200"/>
                </a:lnTo>
                <a:lnTo>
                  <a:pt x="1257" y="77470"/>
                </a:lnTo>
                <a:lnTo>
                  <a:pt x="1257" y="81280"/>
                </a:lnTo>
                <a:lnTo>
                  <a:pt x="1447774" y="81280"/>
                </a:lnTo>
                <a:lnTo>
                  <a:pt x="1447774" y="82550"/>
                </a:lnTo>
                <a:lnTo>
                  <a:pt x="1449057" y="82550"/>
                </a:lnTo>
                <a:lnTo>
                  <a:pt x="1449057" y="81280"/>
                </a:lnTo>
                <a:close/>
              </a:path>
            </a:pathLst>
          </a:custGeom>
          <a:solidFill>
            <a:srgbClr val="B8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8016227" y="245122"/>
            <a:ext cx="1012190" cy="82550"/>
          </a:xfrm>
          <a:custGeom>
            <a:avLst/>
            <a:gdLst/>
            <a:ahLst/>
            <a:cxnLst/>
            <a:rect l="l" t="t" r="r" b="b"/>
            <a:pathLst>
              <a:path w="1012190" h="82550">
                <a:moveTo>
                  <a:pt x="996924" y="76200"/>
                </a:moveTo>
                <a:lnTo>
                  <a:pt x="3797" y="76200"/>
                </a:lnTo>
                <a:lnTo>
                  <a:pt x="3797" y="74930"/>
                </a:lnTo>
                <a:lnTo>
                  <a:pt x="2527" y="74930"/>
                </a:lnTo>
                <a:lnTo>
                  <a:pt x="2527" y="76200"/>
                </a:lnTo>
                <a:lnTo>
                  <a:pt x="2527" y="80010"/>
                </a:lnTo>
                <a:lnTo>
                  <a:pt x="1244" y="80010"/>
                </a:lnTo>
                <a:lnTo>
                  <a:pt x="1244" y="81267"/>
                </a:lnTo>
                <a:lnTo>
                  <a:pt x="0" y="81267"/>
                </a:lnTo>
                <a:lnTo>
                  <a:pt x="0" y="82537"/>
                </a:lnTo>
                <a:lnTo>
                  <a:pt x="1244" y="82537"/>
                </a:lnTo>
                <a:lnTo>
                  <a:pt x="1244" y="81280"/>
                </a:lnTo>
                <a:lnTo>
                  <a:pt x="995654" y="81280"/>
                </a:lnTo>
                <a:lnTo>
                  <a:pt x="995654" y="80010"/>
                </a:lnTo>
                <a:lnTo>
                  <a:pt x="996924" y="80010"/>
                </a:lnTo>
                <a:lnTo>
                  <a:pt x="996924" y="76200"/>
                </a:lnTo>
                <a:close/>
              </a:path>
              <a:path w="1012190" h="82550">
                <a:moveTo>
                  <a:pt x="999477" y="69850"/>
                </a:moveTo>
                <a:lnTo>
                  <a:pt x="6350" y="69850"/>
                </a:lnTo>
                <a:lnTo>
                  <a:pt x="6350" y="68580"/>
                </a:lnTo>
                <a:lnTo>
                  <a:pt x="5080" y="68580"/>
                </a:lnTo>
                <a:lnTo>
                  <a:pt x="5080" y="69850"/>
                </a:lnTo>
                <a:lnTo>
                  <a:pt x="5080" y="71120"/>
                </a:lnTo>
                <a:lnTo>
                  <a:pt x="5080" y="73660"/>
                </a:lnTo>
                <a:lnTo>
                  <a:pt x="3797" y="73660"/>
                </a:lnTo>
                <a:lnTo>
                  <a:pt x="3797" y="74930"/>
                </a:lnTo>
                <a:lnTo>
                  <a:pt x="996924" y="74930"/>
                </a:lnTo>
                <a:lnTo>
                  <a:pt x="996924" y="76200"/>
                </a:lnTo>
                <a:lnTo>
                  <a:pt x="998194" y="76200"/>
                </a:lnTo>
                <a:lnTo>
                  <a:pt x="998194" y="74930"/>
                </a:lnTo>
                <a:lnTo>
                  <a:pt x="998194" y="73660"/>
                </a:lnTo>
                <a:lnTo>
                  <a:pt x="998194" y="71120"/>
                </a:lnTo>
                <a:lnTo>
                  <a:pt x="999477" y="71120"/>
                </a:lnTo>
                <a:lnTo>
                  <a:pt x="999477" y="69850"/>
                </a:lnTo>
                <a:close/>
              </a:path>
              <a:path w="1012190" h="82550">
                <a:moveTo>
                  <a:pt x="1000747" y="63500"/>
                </a:moveTo>
                <a:lnTo>
                  <a:pt x="8877" y="63500"/>
                </a:lnTo>
                <a:lnTo>
                  <a:pt x="8877" y="62230"/>
                </a:lnTo>
                <a:lnTo>
                  <a:pt x="7594" y="62230"/>
                </a:lnTo>
                <a:lnTo>
                  <a:pt x="7594" y="63500"/>
                </a:lnTo>
                <a:lnTo>
                  <a:pt x="7594" y="67310"/>
                </a:lnTo>
                <a:lnTo>
                  <a:pt x="6350" y="67310"/>
                </a:lnTo>
                <a:lnTo>
                  <a:pt x="6350" y="68580"/>
                </a:lnTo>
                <a:lnTo>
                  <a:pt x="1000747" y="68580"/>
                </a:lnTo>
                <a:lnTo>
                  <a:pt x="1000747" y="67310"/>
                </a:lnTo>
                <a:lnTo>
                  <a:pt x="1000747" y="63500"/>
                </a:lnTo>
                <a:close/>
              </a:path>
              <a:path w="1012190" h="82550">
                <a:moveTo>
                  <a:pt x="1002017" y="57150"/>
                </a:moveTo>
                <a:lnTo>
                  <a:pt x="11430" y="57150"/>
                </a:lnTo>
                <a:lnTo>
                  <a:pt x="11430" y="55880"/>
                </a:lnTo>
                <a:lnTo>
                  <a:pt x="10147" y="55880"/>
                </a:lnTo>
                <a:lnTo>
                  <a:pt x="10147" y="57150"/>
                </a:lnTo>
                <a:lnTo>
                  <a:pt x="10147" y="60960"/>
                </a:lnTo>
                <a:lnTo>
                  <a:pt x="8877" y="60960"/>
                </a:lnTo>
                <a:lnTo>
                  <a:pt x="8877" y="62230"/>
                </a:lnTo>
                <a:lnTo>
                  <a:pt x="1002017" y="62230"/>
                </a:lnTo>
                <a:lnTo>
                  <a:pt x="1002017" y="60960"/>
                </a:lnTo>
                <a:lnTo>
                  <a:pt x="1002017" y="57150"/>
                </a:lnTo>
                <a:close/>
              </a:path>
              <a:path w="1012190" h="82550">
                <a:moveTo>
                  <a:pt x="1007097" y="31750"/>
                </a:moveTo>
                <a:lnTo>
                  <a:pt x="20294" y="31750"/>
                </a:lnTo>
                <a:lnTo>
                  <a:pt x="20294" y="33020"/>
                </a:lnTo>
                <a:lnTo>
                  <a:pt x="20294" y="35560"/>
                </a:lnTo>
                <a:lnTo>
                  <a:pt x="19050" y="35560"/>
                </a:lnTo>
                <a:lnTo>
                  <a:pt x="19050" y="38100"/>
                </a:lnTo>
                <a:lnTo>
                  <a:pt x="17780" y="38100"/>
                </a:lnTo>
                <a:lnTo>
                  <a:pt x="17780" y="41910"/>
                </a:lnTo>
                <a:lnTo>
                  <a:pt x="16497" y="41910"/>
                </a:lnTo>
                <a:lnTo>
                  <a:pt x="16497" y="44450"/>
                </a:lnTo>
                <a:lnTo>
                  <a:pt x="15227" y="44450"/>
                </a:lnTo>
                <a:lnTo>
                  <a:pt x="15227" y="48260"/>
                </a:lnTo>
                <a:lnTo>
                  <a:pt x="13944" y="48260"/>
                </a:lnTo>
                <a:lnTo>
                  <a:pt x="13944" y="50800"/>
                </a:lnTo>
                <a:lnTo>
                  <a:pt x="12700" y="50800"/>
                </a:lnTo>
                <a:lnTo>
                  <a:pt x="12700" y="54610"/>
                </a:lnTo>
                <a:lnTo>
                  <a:pt x="11430" y="54610"/>
                </a:lnTo>
                <a:lnTo>
                  <a:pt x="11430" y="55880"/>
                </a:lnTo>
                <a:lnTo>
                  <a:pt x="1003300" y="55880"/>
                </a:lnTo>
                <a:lnTo>
                  <a:pt x="1003300" y="54610"/>
                </a:lnTo>
                <a:lnTo>
                  <a:pt x="1003300" y="50800"/>
                </a:lnTo>
                <a:lnTo>
                  <a:pt x="1004544" y="50800"/>
                </a:lnTo>
                <a:lnTo>
                  <a:pt x="1004544" y="48260"/>
                </a:lnTo>
                <a:lnTo>
                  <a:pt x="1004544" y="44450"/>
                </a:lnTo>
                <a:lnTo>
                  <a:pt x="1004544" y="41910"/>
                </a:lnTo>
                <a:lnTo>
                  <a:pt x="1005827" y="41910"/>
                </a:lnTo>
                <a:lnTo>
                  <a:pt x="1005827" y="38100"/>
                </a:lnTo>
                <a:lnTo>
                  <a:pt x="1005827" y="35560"/>
                </a:lnTo>
                <a:lnTo>
                  <a:pt x="1005827" y="33020"/>
                </a:lnTo>
                <a:lnTo>
                  <a:pt x="1007097" y="33020"/>
                </a:lnTo>
                <a:lnTo>
                  <a:pt x="1007097" y="31750"/>
                </a:lnTo>
                <a:close/>
              </a:path>
              <a:path w="1012190" h="82550">
                <a:moveTo>
                  <a:pt x="1007097" y="25400"/>
                </a:moveTo>
                <a:lnTo>
                  <a:pt x="22847" y="25400"/>
                </a:lnTo>
                <a:lnTo>
                  <a:pt x="22847" y="29210"/>
                </a:lnTo>
                <a:lnTo>
                  <a:pt x="21577" y="29210"/>
                </a:lnTo>
                <a:lnTo>
                  <a:pt x="21577" y="30480"/>
                </a:lnTo>
                <a:lnTo>
                  <a:pt x="1007097" y="30480"/>
                </a:lnTo>
                <a:lnTo>
                  <a:pt x="1007097" y="29210"/>
                </a:lnTo>
                <a:lnTo>
                  <a:pt x="1007097" y="25400"/>
                </a:lnTo>
                <a:close/>
              </a:path>
              <a:path w="1012190" h="82550">
                <a:moveTo>
                  <a:pt x="1008367" y="19050"/>
                </a:moveTo>
                <a:lnTo>
                  <a:pt x="1008354" y="17780"/>
                </a:lnTo>
                <a:lnTo>
                  <a:pt x="26644" y="17780"/>
                </a:lnTo>
                <a:lnTo>
                  <a:pt x="26644" y="19050"/>
                </a:lnTo>
                <a:lnTo>
                  <a:pt x="25400" y="19050"/>
                </a:lnTo>
                <a:lnTo>
                  <a:pt x="25400" y="22860"/>
                </a:lnTo>
                <a:lnTo>
                  <a:pt x="24130" y="22860"/>
                </a:lnTo>
                <a:lnTo>
                  <a:pt x="24130" y="24130"/>
                </a:lnTo>
                <a:lnTo>
                  <a:pt x="1008367" y="24130"/>
                </a:lnTo>
                <a:lnTo>
                  <a:pt x="1008367" y="22860"/>
                </a:lnTo>
                <a:lnTo>
                  <a:pt x="1008367" y="19050"/>
                </a:lnTo>
                <a:close/>
              </a:path>
              <a:path w="1012190" h="82550">
                <a:moveTo>
                  <a:pt x="1009637" y="12700"/>
                </a:moveTo>
                <a:lnTo>
                  <a:pt x="27927" y="12700"/>
                </a:lnTo>
                <a:lnTo>
                  <a:pt x="27927" y="16510"/>
                </a:lnTo>
                <a:lnTo>
                  <a:pt x="1008354" y="16510"/>
                </a:lnTo>
                <a:lnTo>
                  <a:pt x="1008354" y="17780"/>
                </a:lnTo>
                <a:lnTo>
                  <a:pt x="1009624" y="17780"/>
                </a:lnTo>
                <a:lnTo>
                  <a:pt x="1009624" y="16510"/>
                </a:lnTo>
                <a:lnTo>
                  <a:pt x="1009637" y="12700"/>
                </a:lnTo>
                <a:close/>
              </a:path>
              <a:path w="1012190" h="82550">
                <a:moveTo>
                  <a:pt x="1010894" y="6350"/>
                </a:moveTo>
                <a:lnTo>
                  <a:pt x="30480" y="6350"/>
                </a:lnTo>
                <a:lnTo>
                  <a:pt x="30480" y="10160"/>
                </a:lnTo>
                <a:lnTo>
                  <a:pt x="30480" y="11430"/>
                </a:lnTo>
                <a:lnTo>
                  <a:pt x="1009650" y="11430"/>
                </a:lnTo>
                <a:lnTo>
                  <a:pt x="1009650" y="10160"/>
                </a:lnTo>
                <a:lnTo>
                  <a:pt x="1010894" y="10160"/>
                </a:lnTo>
                <a:lnTo>
                  <a:pt x="1010894" y="6350"/>
                </a:lnTo>
                <a:close/>
              </a:path>
              <a:path w="1012190" h="82550">
                <a:moveTo>
                  <a:pt x="1012177" y="0"/>
                </a:moveTo>
                <a:lnTo>
                  <a:pt x="32994" y="0"/>
                </a:lnTo>
                <a:lnTo>
                  <a:pt x="32994" y="3810"/>
                </a:lnTo>
                <a:lnTo>
                  <a:pt x="32994" y="5080"/>
                </a:lnTo>
                <a:lnTo>
                  <a:pt x="1010894" y="5080"/>
                </a:lnTo>
                <a:lnTo>
                  <a:pt x="1010894" y="3810"/>
                </a:lnTo>
                <a:lnTo>
                  <a:pt x="1012177" y="3810"/>
                </a:lnTo>
                <a:lnTo>
                  <a:pt x="1012177" y="0"/>
                </a:lnTo>
                <a:close/>
              </a:path>
            </a:pathLst>
          </a:custGeom>
          <a:solidFill>
            <a:srgbClr val="B8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6234404" y="327659"/>
            <a:ext cx="1468120" cy="81915"/>
          </a:xfrm>
          <a:custGeom>
            <a:avLst/>
            <a:gdLst/>
            <a:ahLst/>
            <a:cxnLst/>
            <a:rect l="l" t="t" r="r" b="b"/>
            <a:pathLst>
              <a:path w="1468120" h="81915">
                <a:moveTo>
                  <a:pt x="1446530" y="0"/>
                </a:moveTo>
                <a:lnTo>
                  <a:pt x="0" y="0"/>
                </a:lnTo>
                <a:lnTo>
                  <a:pt x="0" y="5080"/>
                </a:lnTo>
                <a:lnTo>
                  <a:pt x="1446530" y="5080"/>
                </a:lnTo>
                <a:lnTo>
                  <a:pt x="1446530" y="0"/>
                </a:lnTo>
                <a:close/>
              </a:path>
              <a:path w="1468120" h="81915">
                <a:moveTo>
                  <a:pt x="1449070" y="10172"/>
                </a:moveTo>
                <a:lnTo>
                  <a:pt x="1447800" y="10172"/>
                </a:lnTo>
                <a:lnTo>
                  <a:pt x="1447800" y="6362"/>
                </a:lnTo>
                <a:lnTo>
                  <a:pt x="0" y="6362"/>
                </a:lnTo>
                <a:lnTo>
                  <a:pt x="0" y="10172"/>
                </a:lnTo>
                <a:lnTo>
                  <a:pt x="0" y="11442"/>
                </a:lnTo>
                <a:lnTo>
                  <a:pt x="1449070" y="11442"/>
                </a:lnTo>
                <a:lnTo>
                  <a:pt x="1449070" y="10172"/>
                </a:lnTo>
                <a:close/>
              </a:path>
              <a:path w="1468120" h="81915">
                <a:moveTo>
                  <a:pt x="1450352" y="12700"/>
                </a:moveTo>
                <a:lnTo>
                  <a:pt x="0" y="12700"/>
                </a:lnTo>
                <a:lnTo>
                  <a:pt x="0" y="17780"/>
                </a:lnTo>
                <a:lnTo>
                  <a:pt x="1450352" y="17780"/>
                </a:lnTo>
                <a:lnTo>
                  <a:pt x="1450352" y="12700"/>
                </a:lnTo>
                <a:close/>
              </a:path>
              <a:path w="1468120" h="81915">
                <a:moveTo>
                  <a:pt x="1451622" y="17792"/>
                </a:moveTo>
                <a:lnTo>
                  <a:pt x="1450352" y="17792"/>
                </a:lnTo>
                <a:lnTo>
                  <a:pt x="1450352" y="19062"/>
                </a:lnTo>
                <a:lnTo>
                  <a:pt x="1282" y="19062"/>
                </a:lnTo>
                <a:lnTo>
                  <a:pt x="1282" y="24142"/>
                </a:lnTo>
                <a:lnTo>
                  <a:pt x="1451622" y="24142"/>
                </a:lnTo>
                <a:lnTo>
                  <a:pt x="1451622" y="19062"/>
                </a:lnTo>
                <a:lnTo>
                  <a:pt x="1451622" y="17792"/>
                </a:lnTo>
                <a:close/>
              </a:path>
              <a:path w="1468120" h="81915">
                <a:moveTo>
                  <a:pt x="1452880" y="25400"/>
                </a:moveTo>
                <a:lnTo>
                  <a:pt x="1282" y="25400"/>
                </a:lnTo>
                <a:lnTo>
                  <a:pt x="1282" y="29210"/>
                </a:lnTo>
                <a:lnTo>
                  <a:pt x="1452880" y="29210"/>
                </a:lnTo>
                <a:lnTo>
                  <a:pt x="1452880" y="25400"/>
                </a:lnTo>
                <a:close/>
              </a:path>
              <a:path w="1468120" h="81915">
                <a:moveTo>
                  <a:pt x="1454150" y="30480"/>
                </a:moveTo>
                <a:lnTo>
                  <a:pt x="1282" y="30480"/>
                </a:lnTo>
                <a:lnTo>
                  <a:pt x="1282" y="31750"/>
                </a:lnTo>
                <a:lnTo>
                  <a:pt x="1454150" y="31750"/>
                </a:lnTo>
                <a:lnTo>
                  <a:pt x="1454150" y="30480"/>
                </a:lnTo>
                <a:close/>
              </a:path>
              <a:path w="1468120" h="81915">
                <a:moveTo>
                  <a:pt x="1455420" y="31762"/>
                </a:moveTo>
                <a:lnTo>
                  <a:pt x="1454150" y="31762"/>
                </a:lnTo>
                <a:lnTo>
                  <a:pt x="1454150" y="33032"/>
                </a:lnTo>
                <a:lnTo>
                  <a:pt x="1282" y="33032"/>
                </a:lnTo>
                <a:lnTo>
                  <a:pt x="1282" y="35572"/>
                </a:lnTo>
                <a:lnTo>
                  <a:pt x="1282" y="36842"/>
                </a:lnTo>
                <a:lnTo>
                  <a:pt x="2552" y="36842"/>
                </a:lnTo>
                <a:lnTo>
                  <a:pt x="2552" y="35572"/>
                </a:lnTo>
                <a:lnTo>
                  <a:pt x="1455420" y="35572"/>
                </a:lnTo>
                <a:lnTo>
                  <a:pt x="1455420" y="33032"/>
                </a:lnTo>
                <a:lnTo>
                  <a:pt x="1455420" y="31762"/>
                </a:lnTo>
                <a:close/>
              </a:path>
              <a:path w="1468120" h="81915">
                <a:moveTo>
                  <a:pt x="1456702" y="38112"/>
                </a:moveTo>
                <a:lnTo>
                  <a:pt x="1455420" y="38112"/>
                </a:lnTo>
                <a:lnTo>
                  <a:pt x="1455420" y="36842"/>
                </a:lnTo>
                <a:lnTo>
                  <a:pt x="2552" y="36842"/>
                </a:lnTo>
                <a:lnTo>
                  <a:pt x="2552" y="38112"/>
                </a:lnTo>
                <a:lnTo>
                  <a:pt x="2552" y="41922"/>
                </a:lnTo>
                <a:lnTo>
                  <a:pt x="1456702" y="41922"/>
                </a:lnTo>
                <a:lnTo>
                  <a:pt x="1456702" y="38112"/>
                </a:lnTo>
                <a:close/>
              </a:path>
              <a:path w="1468120" h="81915">
                <a:moveTo>
                  <a:pt x="1468120" y="78752"/>
                </a:moveTo>
                <a:lnTo>
                  <a:pt x="1466850" y="78752"/>
                </a:lnTo>
                <a:lnTo>
                  <a:pt x="1466850" y="74942"/>
                </a:lnTo>
                <a:lnTo>
                  <a:pt x="1465580" y="74942"/>
                </a:lnTo>
                <a:lnTo>
                  <a:pt x="1465580" y="73672"/>
                </a:lnTo>
                <a:lnTo>
                  <a:pt x="1465580" y="69862"/>
                </a:lnTo>
                <a:lnTo>
                  <a:pt x="1464322" y="69862"/>
                </a:lnTo>
                <a:lnTo>
                  <a:pt x="1464322" y="64782"/>
                </a:lnTo>
                <a:lnTo>
                  <a:pt x="1463052" y="64782"/>
                </a:lnTo>
                <a:lnTo>
                  <a:pt x="1463052" y="60972"/>
                </a:lnTo>
                <a:lnTo>
                  <a:pt x="1461770" y="60972"/>
                </a:lnTo>
                <a:lnTo>
                  <a:pt x="1461770" y="55892"/>
                </a:lnTo>
                <a:lnTo>
                  <a:pt x="1460500" y="55892"/>
                </a:lnTo>
                <a:lnTo>
                  <a:pt x="1460500" y="54622"/>
                </a:lnTo>
                <a:lnTo>
                  <a:pt x="1460500" y="50812"/>
                </a:lnTo>
                <a:lnTo>
                  <a:pt x="1459230" y="50812"/>
                </a:lnTo>
                <a:lnTo>
                  <a:pt x="1459230" y="45732"/>
                </a:lnTo>
                <a:lnTo>
                  <a:pt x="1457972" y="45732"/>
                </a:lnTo>
                <a:lnTo>
                  <a:pt x="1457972" y="43192"/>
                </a:lnTo>
                <a:lnTo>
                  <a:pt x="1457972" y="41922"/>
                </a:lnTo>
                <a:lnTo>
                  <a:pt x="1456702" y="41922"/>
                </a:lnTo>
                <a:lnTo>
                  <a:pt x="1456702" y="43192"/>
                </a:lnTo>
                <a:lnTo>
                  <a:pt x="2552" y="43192"/>
                </a:lnTo>
                <a:lnTo>
                  <a:pt x="2552" y="45732"/>
                </a:lnTo>
                <a:lnTo>
                  <a:pt x="2552" y="50812"/>
                </a:lnTo>
                <a:lnTo>
                  <a:pt x="2552" y="54622"/>
                </a:lnTo>
                <a:lnTo>
                  <a:pt x="3822" y="54622"/>
                </a:lnTo>
                <a:lnTo>
                  <a:pt x="3822" y="73672"/>
                </a:lnTo>
                <a:lnTo>
                  <a:pt x="5080" y="73672"/>
                </a:lnTo>
                <a:lnTo>
                  <a:pt x="5080" y="74942"/>
                </a:lnTo>
                <a:lnTo>
                  <a:pt x="5080" y="78752"/>
                </a:lnTo>
                <a:lnTo>
                  <a:pt x="5080" y="81292"/>
                </a:lnTo>
                <a:lnTo>
                  <a:pt x="1468120" y="81292"/>
                </a:lnTo>
                <a:lnTo>
                  <a:pt x="1468120" y="78752"/>
                </a:lnTo>
                <a:close/>
              </a:path>
            </a:pathLst>
          </a:custGeom>
          <a:solidFill>
            <a:srgbClr val="B6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7983208" y="327672"/>
            <a:ext cx="1027430" cy="81280"/>
          </a:xfrm>
          <a:custGeom>
            <a:avLst/>
            <a:gdLst/>
            <a:ahLst/>
            <a:cxnLst/>
            <a:rect l="l" t="t" r="r" b="b"/>
            <a:pathLst>
              <a:path w="1027429" h="81279">
                <a:moveTo>
                  <a:pt x="1015987" y="36830"/>
                </a:moveTo>
                <a:lnTo>
                  <a:pt x="19050" y="36830"/>
                </a:lnTo>
                <a:lnTo>
                  <a:pt x="19050" y="35560"/>
                </a:lnTo>
                <a:lnTo>
                  <a:pt x="17767" y="35560"/>
                </a:lnTo>
                <a:lnTo>
                  <a:pt x="17767" y="36830"/>
                </a:lnTo>
                <a:lnTo>
                  <a:pt x="17767" y="39370"/>
                </a:lnTo>
                <a:lnTo>
                  <a:pt x="16497" y="39370"/>
                </a:lnTo>
                <a:lnTo>
                  <a:pt x="16497" y="41897"/>
                </a:lnTo>
                <a:lnTo>
                  <a:pt x="15214" y="41897"/>
                </a:lnTo>
                <a:lnTo>
                  <a:pt x="15214" y="45707"/>
                </a:lnTo>
                <a:lnTo>
                  <a:pt x="13970" y="45707"/>
                </a:lnTo>
                <a:lnTo>
                  <a:pt x="13970" y="48247"/>
                </a:lnTo>
                <a:lnTo>
                  <a:pt x="12700" y="48247"/>
                </a:lnTo>
                <a:lnTo>
                  <a:pt x="12700" y="52057"/>
                </a:lnTo>
                <a:lnTo>
                  <a:pt x="11417" y="52057"/>
                </a:lnTo>
                <a:lnTo>
                  <a:pt x="11417" y="54597"/>
                </a:lnTo>
                <a:lnTo>
                  <a:pt x="10147" y="54597"/>
                </a:lnTo>
                <a:lnTo>
                  <a:pt x="10147" y="58407"/>
                </a:lnTo>
                <a:lnTo>
                  <a:pt x="8864" y="58407"/>
                </a:lnTo>
                <a:lnTo>
                  <a:pt x="8864" y="60947"/>
                </a:lnTo>
                <a:lnTo>
                  <a:pt x="7620" y="60947"/>
                </a:lnTo>
                <a:lnTo>
                  <a:pt x="7620" y="63487"/>
                </a:lnTo>
                <a:lnTo>
                  <a:pt x="6350" y="63487"/>
                </a:lnTo>
                <a:lnTo>
                  <a:pt x="6350" y="67297"/>
                </a:lnTo>
                <a:lnTo>
                  <a:pt x="5067" y="67297"/>
                </a:lnTo>
                <a:lnTo>
                  <a:pt x="5067" y="69837"/>
                </a:lnTo>
                <a:lnTo>
                  <a:pt x="3797" y="69837"/>
                </a:lnTo>
                <a:lnTo>
                  <a:pt x="3797" y="73647"/>
                </a:lnTo>
                <a:lnTo>
                  <a:pt x="2514" y="73647"/>
                </a:lnTo>
                <a:lnTo>
                  <a:pt x="2514" y="76187"/>
                </a:lnTo>
                <a:lnTo>
                  <a:pt x="1270" y="76187"/>
                </a:lnTo>
                <a:lnTo>
                  <a:pt x="1270" y="79997"/>
                </a:lnTo>
                <a:lnTo>
                  <a:pt x="0" y="79997"/>
                </a:lnTo>
                <a:lnTo>
                  <a:pt x="0" y="81267"/>
                </a:lnTo>
                <a:lnTo>
                  <a:pt x="1009637" y="81267"/>
                </a:lnTo>
                <a:lnTo>
                  <a:pt x="1009637" y="79997"/>
                </a:lnTo>
                <a:lnTo>
                  <a:pt x="1009624" y="76187"/>
                </a:lnTo>
                <a:lnTo>
                  <a:pt x="1009624" y="74917"/>
                </a:lnTo>
                <a:lnTo>
                  <a:pt x="1010894" y="74917"/>
                </a:lnTo>
                <a:lnTo>
                  <a:pt x="1010894" y="69837"/>
                </a:lnTo>
                <a:lnTo>
                  <a:pt x="1010920" y="67297"/>
                </a:lnTo>
                <a:lnTo>
                  <a:pt x="1010920" y="66027"/>
                </a:lnTo>
                <a:lnTo>
                  <a:pt x="1012164" y="66027"/>
                </a:lnTo>
                <a:lnTo>
                  <a:pt x="1012164" y="57137"/>
                </a:lnTo>
                <a:lnTo>
                  <a:pt x="1013447" y="57137"/>
                </a:lnTo>
                <a:lnTo>
                  <a:pt x="1013447" y="49517"/>
                </a:lnTo>
                <a:lnTo>
                  <a:pt x="1014717" y="49517"/>
                </a:lnTo>
                <a:lnTo>
                  <a:pt x="1014717" y="43167"/>
                </a:lnTo>
                <a:lnTo>
                  <a:pt x="16497" y="43167"/>
                </a:lnTo>
                <a:lnTo>
                  <a:pt x="16497" y="41910"/>
                </a:lnTo>
                <a:lnTo>
                  <a:pt x="1015987" y="41910"/>
                </a:lnTo>
                <a:lnTo>
                  <a:pt x="1015987" y="39370"/>
                </a:lnTo>
                <a:lnTo>
                  <a:pt x="1015987" y="36830"/>
                </a:lnTo>
                <a:close/>
              </a:path>
              <a:path w="1027429" h="81279">
                <a:moveTo>
                  <a:pt x="1017270" y="33007"/>
                </a:moveTo>
                <a:lnTo>
                  <a:pt x="19050" y="33007"/>
                </a:lnTo>
                <a:lnTo>
                  <a:pt x="19050" y="35547"/>
                </a:lnTo>
                <a:lnTo>
                  <a:pt x="1017270" y="35547"/>
                </a:lnTo>
                <a:lnTo>
                  <a:pt x="1017270" y="33007"/>
                </a:lnTo>
                <a:close/>
              </a:path>
              <a:path w="1027429" h="81279">
                <a:moveTo>
                  <a:pt x="1018514" y="30480"/>
                </a:moveTo>
                <a:lnTo>
                  <a:pt x="21564" y="30480"/>
                </a:lnTo>
                <a:lnTo>
                  <a:pt x="21564" y="29210"/>
                </a:lnTo>
                <a:lnTo>
                  <a:pt x="20320" y="29210"/>
                </a:lnTo>
                <a:lnTo>
                  <a:pt x="20320" y="30480"/>
                </a:lnTo>
                <a:lnTo>
                  <a:pt x="20320" y="31750"/>
                </a:lnTo>
                <a:lnTo>
                  <a:pt x="1018514" y="31750"/>
                </a:lnTo>
                <a:lnTo>
                  <a:pt x="1018514" y="30480"/>
                </a:lnTo>
                <a:close/>
              </a:path>
              <a:path w="1027429" h="81279">
                <a:moveTo>
                  <a:pt x="1019797" y="25400"/>
                </a:moveTo>
                <a:lnTo>
                  <a:pt x="24117" y="25400"/>
                </a:lnTo>
                <a:lnTo>
                  <a:pt x="24117" y="24130"/>
                </a:lnTo>
                <a:lnTo>
                  <a:pt x="22847" y="24130"/>
                </a:lnTo>
                <a:lnTo>
                  <a:pt x="22847" y="25400"/>
                </a:lnTo>
                <a:lnTo>
                  <a:pt x="22847" y="26670"/>
                </a:lnTo>
                <a:lnTo>
                  <a:pt x="21564" y="26670"/>
                </a:lnTo>
                <a:lnTo>
                  <a:pt x="21564" y="29210"/>
                </a:lnTo>
                <a:lnTo>
                  <a:pt x="1018514" y="29210"/>
                </a:lnTo>
                <a:lnTo>
                  <a:pt x="1018514" y="26670"/>
                </a:lnTo>
                <a:lnTo>
                  <a:pt x="1019797" y="26670"/>
                </a:lnTo>
                <a:lnTo>
                  <a:pt x="1019797" y="25400"/>
                </a:lnTo>
                <a:close/>
              </a:path>
              <a:path w="1027429" h="81279">
                <a:moveTo>
                  <a:pt x="1021067" y="19050"/>
                </a:moveTo>
                <a:lnTo>
                  <a:pt x="26670" y="19050"/>
                </a:lnTo>
                <a:lnTo>
                  <a:pt x="26670" y="17780"/>
                </a:lnTo>
                <a:lnTo>
                  <a:pt x="25400" y="17780"/>
                </a:lnTo>
                <a:lnTo>
                  <a:pt x="25400" y="19050"/>
                </a:lnTo>
                <a:lnTo>
                  <a:pt x="25400" y="20320"/>
                </a:lnTo>
                <a:lnTo>
                  <a:pt x="24117" y="20320"/>
                </a:lnTo>
                <a:lnTo>
                  <a:pt x="24117" y="24130"/>
                </a:lnTo>
                <a:lnTo>
                  <a:pt x="1021067" y="24130"/>
                </a:lnTo>
                <a:lnTo>
                  <a:pt x="1021067" y="20320"/>
                </a:lnTo>
                <a:lnTo>
                  <a:pt x="1021067" y="19050"/>
                </a:lnTo>
                <a:close/>
              </a:path>
              <a:path w="1027429" h="81279">
                <a:moveTo>
                  <a:pt x="1026147" y="6350"/>
                </a:moveTo>
                <a:lnTo>
                  <a:pt x="31750" y="6350"/>
                </a:lnTo>
                <a:lnTo>
                  <a:pt x="31750" y="5080"/>
                </a:lnTo>
                <a:lnTo>
                  <a:pt x="30467" y="5080"/>
                </a:lnTo>
                <a:lnTo>
                  <a:pt x="30467" y="6350"/>
                </a:lnTo>
                <a:lnTo>
                  <a:pt x="30467" y="7620"/>
                </a:lnTo>
                <a:lnTo>
                  <a:pt x="29197" y="7620"/>
                </a:lnTo>
                <a:lnTo>
                  <a:pt x="29197" y="11430"/>
                </a:lnTo>
                <a:lnTo>
                  <a:pt x="1023594" y="11430"/>
                </a:lnTo>
                <a:lnTo>
                  <a:pt x="1023594" y="12700"/>
                </a:lnTo>
                <a:lnTo>
                  <a:pt x="29197" y="12700"/>
                </a:lnTo>
                <a:lnTo>
                  <a:pt x="29197" y="11430"/>
                </a:lnTo>
                <a:lnTo>
                  <a:pt x="27914" y="11430"/>
                </a:lnTo>
                <a:lnTo>
                  <a:pt x="27914" y="12700"/>
                </a:lnTo>
                <a:lnTo>
                  <a:pt x="27914" y="13970"/>
                </a:lnTo>
                <a:lnTo>
                  <a:pt x="26670" y="13970"/>
                </a:lnTo>
                <a:lnTo>
                  <a:pt x="26670" y="16510"/>
                </a:lnTo>
                <a:lnTo>
                  <a:pt x="26670" y="17780"/>
                </a:lnTo>
                <a:lnTo>
                  <a:pt x="1022337" y="17780"/>
                </a:lnTo>
                <a:lnTo>
                  <a:pt x="1022337" y="16510"/>
                </a:lnTo>
                <a:lnTo>
                  <a:pt x="1023620" y="16510"/>
                </a:lnTo>
                <a:lnTo>
                  <a:pt x="1023620" y="13970"/>
                </a:lnTo>
                <a:lnTo>
                  <a:pt x="1023607" y="12700"/>
                </a:lnTo>
                <a:lnTo>
                  <a:pt x="1024864" y="12700"/>
                </a:lnTo>
                <a:lnTo>
                  <a:pt x="1024864" y="11430"/>
                </a:lnTo>
                <a:lnTo>
                  <a:pt x="1024864" y="7620"/>
                </a:lnTo>
                <a:lnTo>
                  <a:pt x="1026147" y="7620"/>
                </a:lnTo>
                <a:lnTo>
                  <a:pt x="1026147" y="6350"/>
                </a:lnTo>
                <a:close/>
              </a:path>
              <a:path w="1027429" h="81279">
                <a:moveTo>
                  <a:pt x="1027417" y="0"/>
                </a:moveTo>
                <a:lnTo>
                  <a:pt x="33020" y="0"/>
                </a:lnTo>
                <a:lnTo>
                  <a:pt x="33020" y="1270"/>
                </a:lnTo>
                <a:lnTo>
                  <a:pt x="31750" y="1270"/>
                </a:lnTo>
                <a:lnTo>
                  <a:pt x="31750" y="5080"/>
                </a:lnTo>
                <a:lnTo>
                  <a:pt x="1027417" y="5080"/>
                </a:lnTo>
                <a:lnTo>
                  <a:pt x="1027417" y="1270"/>
                </a:lnTo>
                <a:lnTo>
                  <a:pt x="1027417" y="0"/>
                </a:lnTo>
                <a:close/>
              </a:path>
            </a:pathLst>
          </a:custGeom>
          <a:solidFill>
            <a:srgbClr val="B6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6239487" y="408939"/>
            <a:ext cx="1463675" cy="2540"/>
          </a:xfrm>
          <a:custGeom>
            <a:avLst/>
            <a:gdLst/>
            <a:ahLst/>
            <a:cxnLst/>
            <a:rect l="l" t="t" r="r" b="b"/>
            <a:pathLst>
              <a:path w="1463675" h="2540">
                <a:moveTo>
                  <a:pt x="1463047" y="2537"/>
                </a:moveTo>
                <a:lnTo>
                  <a:pt x="0" y="2537"/>
                </a:lnTo>
                <a:lnTo>
                  <a:pt x="0" y="0"/>
                </a:lnTo>
                <a:lnTo>
                  <a:pt x="1463047" y="0"/>
                </a:lnTo>
                <a:lnTo>
                  <a:pt x="1463047" y="2537"/>
                </a:lnTo>
                <a:close/>
              </a:path>
            </a:pathLst>
          </a:custGeom>
          <a:solidFill>
            <a:srgbClr val="B6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7981925" y="408952"/>
            <a:ext cx="1010919" cy="2540"/>
          </a:xfrm>
          <a:custGeom>
            <a:avLst/>
            <a:gdLst/>
            <a:ahLst/>
            <a:cxnLst/>
            <a:rect l="l" t="t" r="r" b="b"/>
            <a:pathLst>
              <a:path w="1010920" h="2540">
                <a:moveTo>
                  <a:pt x="1010920" y="0"/>
                </a:moveTo>
                <a:lnTo>
                  <a:pt x="1282" y="0"/>
                </a:lnTo>
                <a:lnTo>
                  <a:pt x="1282" y="1270"/>
                </a:lnTo>
                <a:lnTo>
                  <a:pt x="0" y="1270"/>
                </a:lnTo>
                <a:lnTo>
                  <a:pt x="0" y="2540"/>
                </a:lnTo>
                <a:lnTo>
                  <a:pt x="1010920" y="2540"/>
                </a:lnTo>
                <a:lnTo>
                  <a:pt x="1010920" y="1270"/>
                </a:lnTo>
                <a:lnTo>
                  <a:pt x="1010920" y="0"/>
                </a:lnTo>
                <a:close/>
              </a:path>
            </a:pathLst>
          </a:custGeom>
          <a:solidFill>
            <a:srgbClr val="B6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6239485" y="411492"/>
            <a:ext cx="1485265" cy="80010"/>
          </a:xfrm>
          <a:custGeom>
            <a:avLst/>
            <a:gdLst/>
            <a:ahLst/>
            <a:cxnLst/>
            <a:rect l="l" t="t" r="r" b="b"/>
            <a:pathLst>
              <a:path w="1485265" h="80009">
                <a:moveTo>
                  <a:pt x="1484642" y="74930"/>
                </a:moveTo>
                <a:lnTo>
                  <a:pt x="1483372" y="74930"/>
                </a:lnTo>
                <a:lnTo>
                  <a:pt x="1483372" y="71120"/>
                </a:lnTo>
                <a:lnTo>
                  <a:pt x="1482090" y="71120"/>
                </a:lnTo>
                <a:lnTo>
                  <a:pt x="1482090" y="67310"/>
                </a:lnTo>
                <a:lnTo>
                  <a:pt x="1482090" y="66040"/>
                </a:lnTo>
                <a:lnTo>
                  <a:pt x="1480820" y="66040"/>
                </a:lnTo>
                <a:lnTo>
                  <a:pt x="1480820" y="60960"/>
                </a:lnTo>
                <a:lnTo>
                  <a:pt x="1479550" y="60960"/>
                </a:lnTo>
                <a:lnTo>
                  <a:pt x="1479550" y="55880"/>
                </a:lnTo>
                <a:lnTo>
                  <a:pt x="1478292" y="55880"/>
                </a:lnTo>
                <a:lnTo>
                  <a:pt x="1478292" y="52070"/>
                </a:lnTo>
                <a:lnTo>
                  <a:pt x="1477022" y="52070"/>
                </a:lnTo>
                <a:lnTo>
                  <a:pt x="1477022" y="48260"/>
                </a:lnTo>
                <a:lnTo>
                  <a:pt x="1477022" y="46990"/>
                </a:lnTo>
                <a:lnTo>
                  <a:pt x="1475740" y="46990"/>
                </a:lnTo>
                <a:lnTo>
                  <a:pt x="1475740" y="41910"/>
                </a:lnTo>
                <a:lnTo>
                  <a:pt x="1474470" y="41910"/>
                </a:lnTo>
                <a:lnTo>
                  <a:pt x="1474470" y="38100"/>
                </a:lnTo>
                <a:lnTo>
                  <a:pt x="1473200" y="38100"/>
                </a:lnTo>
                <a:lnTo>
                  <a:pt x="1473200" y="33020"/>
                </a:lnTo>
                <a:lnTo>
                  <a:pt x="1471942" y="33020"/>
                </a:lnTo>
                <a:lnTo>
                  <a:pt x="1471942" y="29210"/>
                </a:lnTo>
                <a:lnTo>
                  <a:pt x="1471942" y="27940"/>
                </a:lnTo>
                <a:lnTo>
                  <a:pt x="1470672" y="27940"/>
                </a:lnTo>
                <a:lnTo>
                  <a:pt x="1470672" y="24130"/>
                </a:lnTo>
                <a:lnTo>
                  <a:pt x="1469390" y="24130"/>
                </a:lnTo>
                <a:lnTo>
                  <a:pt x="1469390" y="19050"/>
                </a:lnTo>
                <a:lnTo>
                  <a:pt x="1468120" y="19050"/>
                </a:lnTo>
                <a:lnTo>
                  <a:pt x="1468120" y="13970"/>
                </a:lnTo>
                <a:lnTo>
                  <a:pt x="1466850" y="13970"/>
                </a:lnTo>
                <a:lnTo>
                  <a:pt x="1466850" y="10160"/>
                </a:lnTo>
                <a:lnTo>
                  <a:pt x="1466850" y="8890"/>
                </a:lnTo>
                <a:lnTo>
                  <a:pt x="1465592" y="8890"/>
                </a:lnTo>
                <a:lnTo>
                  <a:pt x="1465592" y="5080"/>
                </a:lnTo>
                <a:lnTo>
                  <a:pt x="1464322" y="5080"/>
                </a:lnTo>
                <a:lnTo>
                  <a:pt x="1464322" y="0"/>
                </a:lnTo>
                <a:lnTo>
                  <a:pt x="0" y="0"/>
                </a:lnTo>
                <a:lnTo>
                  <a:pt x="0" y="5080"/>
                </a:lnTo>
                <a:lnTo>
                  <a:pt x="0" y="8890"/>
                </a:lnTo>
                <a:lnTo>
                  <a:pt x="0" y="10160"/>
                </a:lnTo>
                <a:lnTo>
                  <a:pt x="1270" y="10160"/>
                </a:lnTo>
                <a:lnTo>
                  <a:pt x="1270" y="13970"/>
                </a:lnTo>
                <a:lnTo>
                  <a:pt x="1270" y="19050"/>
                </a:lnTo>
                <a:lnTo>
                  <a:pt x="1270" y="24130"/>
                </a:lnTo>
                <a:lnTo>
                  <a:pt x="1270" y="27940"/>
                </a:lnTo>
                <a:lnTo>
                  <a:pt x="1270" y="29210"/>
                </a:lnTo>
                <a:lnTo>
                  <a:pt x="2552" y="29210"/>
                </a:lnTo>
                <a:lnTo>
                  <a:pt x="2552" y="48260"/>
                </a:lnTo>
                <a:lnTo>
                  <a:pt x="3822" y="48260"/>
                </a:lnTo>
                <a:lnTo>
                  <a:pt x="3822" y="67310"/>
                </a:lnTo>
                <a:lnTo>
                  <a:pt x="5092" y="67310"/>
                </a:lnTo>
                <a:lnTo>
                  <a:pt x="5092" y="71120"/>
                </a:lnTo>
                <a:lnTo>
                  <a:pt x="5092" y="74930"/>
                </a:lnTo>
                <a:lnTo>
                  <a:pt x="5092" y="80010"/>
                </a:lnTo>
                <a:lnTo>
                  <a:pt x="1484642" y="80010"/>
                </a:lnTo>
                <a:lnTo>
                  <a:pt x="1484642" y="74930"/>
                </a:lnTo>
                <a:close/>
              </a:path>
            </a:pathLst>
          </a:custGeom>
          <a:solidFill>
            <a:srgbClr val="B6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7950175" y="411492"/>
            <a:ext cx="1041400" cy="80010"/>
          </a:xfrm>
          <a:custGeom>
            <a:avLst/>
            <a:gdLst/>
            <a:ahLst/>
            <a:cxnLst/>
            <a:rect l="l" t="t" r="r" b="b"/>
            <a:pathLst>
              <a:path w="1041400" h="80009">
                <a:moveTo>
                  <a:pt x="1041400" y="0"/>
                </a:moveTo>
                <a:lnTo>
                  <a:pt x="31750" y="0"/>
                </a:lnTo>
                <a:lnTo>
                  <a:pt x="31750" y="2540"/>
                </a:lnTo>
                <a:lnTo>
                  <a:pt x="30480" y="2540"/>
                </a:lnTo>
                <a:lnTo>
                  <a:pt x="30480" y="5080"/>
                </a:lnTo>
                <a:lnTo>
                  <a:pt x="29197" y="5080"/>
                </a:lnTo>
                <a:lnTo>
                  <a:pt x="29197" y="7620"/>
                </a:lnTo>
                <a:lnTo>
                  <a:pt x="29197" y="8890"/>
                </a:lnTo>
                <a:lnTo>
                  <a:pt x="27952" y="8890"/>
                </a:lnTo>
                <a:lnTo>
                  <a:pt x="27952" y="11430"/>
                </a:lnTo>
                <a:lnTo>
                  <a:pt x="26682" y="11430"/>
                </a:lnTo>
                <a:lnTo>
                  <a:pt x="26682" y="13970"/>
                </a:lnTo>
                <a:lnTo>
                  <a:pt x="25400" y="13970"/>
                </a:lnTo>
                <a:lnTo>
                  <a:pt x="25400" y="16510"/>
                </a:lnTo>
                <a:lnTo>
                  <a:pt x="25400" y="17780"/>
                </a:lnTo>
                <a:lnTo>
                  <a:pt x="24130" y="17780"/>
                </a:lnTo>
                <a:lnTo>
                  <a:pt x="24130" y="20320"/>
                </a:lnTo>
                <a:lnTo>
                  <a:pt x="22847" y="20320"/>
                </a:lnTo>
                <a:lnTo>
                  <a:pt x="22847" y="24130"/>
                </a:lnTo>
                <a:lnTo>
                  <a:pt x="21602" y="24130"/>
                </a:lnTo>
                <a:lnTo>
                  <a:pt x="21602" y="26670"/>
                </a:lnTo>
                <a:lnTo>
                  <a:pt x="20332" y="26670"/>
                </a:lnTo>
                <a:lnTo>
                  <a:pt x="20332" y="30480"/>
                </a:lnTo>
                <a:lnTo>
                  <a:pt x="19050" y="30480"/>
                </a:lnTo>
                <a:lnTo>
                  <a:pt x="19050" y="33020"/>
                </a:lnTo>
                <a:lnTo>
                  <a:pt x="17780" y="33020"/>
                </a:lnTo>
                <a:lnTo>
                  <a:pt x="17780" y="36830"/>
                </a:lnTo>
                <a:lnTo>
                  <a:pt x="16497" y="36830"/>
                </a:lnTo>
                <a:lnTo>
                  <a:pt x="16497" y="39370"/>
                </a:lnTo>
                <a:lnTo>
                  <a:pt x="15252" y="39370"/>
                </a:lnTo>
                <a:lnTo>
                  <a:pt x="15252" y="43180"/>
                </a:lnTo>
                <a:lnTo>
                  <a:pt x="13982" y="43180"/>
                </a:lnTo>
                <a:lnTo>
                  <a:pt x="13982" y="45720"/>
                </a:lnTo>
                <a:lnTo>
                  <a:pt x="12700" y="45720"/>
                </a:lnTo>
                <a:lnTo>
                  <a:pt x="12700" y="48260"/>
                </a:lnTo>
                <a:lnTo>
                  <a:pt x="11430" y="48260"/>
                </a:lnTo>
                <a:lnTo>
                  <a:pt x="11430" y="52070"/>
                </a:lnTo>
                <a:lnTo>
                  <a:pt x="10147" y="52070"/>
                </a:lnTo>
                <a:lnTo>
                  <a:pt x="10147" y="54610"/>
                </a:lnTo>
                <a:lnTo>
                  <a:pt x="8902" y="54610"/>
                </a:lnTo>
                <a:lnTo>
                  <a:pt x="8902" y="58420"/>
                </a:lnTo>
                <a:lnTo>
                  <a:pt x="7632" y="58420"/>
                </a:lnTo>
                <a:lnTo>
                  <a:pt x="7632" y="60960"/>
                </a:lnTo>
                <a:lnTo>
                  <a:pt x="6350" y="60960"/>
                </a:lnTo>
                <a:lnTo>
                  <a:pt x="6350" y="64770"/>
                </a:lnTo>
                <a:lnTo>
                  <a:pt x="5080" y="64770"/>
                </a:lnTo>
                <a:lnTo>
                  <a:pt x="5080" y="67310"/>
                </a:lnTo>
                <a:lnTo>
                  <a:pt x="3797" y="67310"/>
                </a:lnTo>
                <a:lnTo>
                  <a:pt x="3797" y="71120"/>
                </a:lnTo>
                <a:lnTo>
                  <a:pt x="2552" y="71120"/>
                </a:lnTo>
                <a:lnTo>
                  <a:pt x="2552" y="73660"/>
                </a:lnTo>
                <a:lnTo>
                  <a:pt x="1282" y="73660"/>
                </a:lnTo>
                <a:lnTo>
                  <a:pt x="1282" y="76200"/>
                </a:lnTo>
                <a:lnTo>
                  <a:pt x="0" y="76200"/>
                </a:lnTo>
                <a:lnTo>
                  <a:pt x="0" y="80010"/>
                </a:lnTo>
                <a:lnTo>
                  <a:pt x="1038847" y="80010"/>
                </a:lnTo>
                <a:lnTo>
                  <a:pt x="1038847" y="76200"/>
                </a:lnTo>
                <a:lnTo>
                  <a:pt x="1038847" y="73660"/>
                </a:lnTo>
                <a:lnTo>
                  <a:pt x="1038847" y="16510"/>
                </a:lnTo>
                <a:lnTo>
                  <a:pt x="1040130" y="16510"/>
                </a:lnTo>
                <a:lnTo>
                  <a:pt x="1040130" y="13970"/>
                </a:lnTo>
                <a:lnTo>
                  <a:pt x="1040130" y="11430"/>
                </a:lnTo>
                <a:lnTo>
                  <a:pt x="1040130" y="8890"/>
                </a:lnTo>
                <a:lnTo>
                  <a:pt x="1040130" y="7620"/>
                </a:lnTo>
                <a:lnTo>
                  <a:pt x="1041400" y="7620"/>
                </a:lnTo>
                <a:lnTo>
                  <a:pt x="1041400" y="5080"/>
                </a:lnTo>
                <a:lnTo>
                  <a:pt x="1041400" y="2540"/>
                </a:lnTo>
                <a:lnTo>
                  <a:pt x="1041400" y="0"/>
                </a:lnTo>
                <a:close/>
              </a:path>
            </a:pathLst>
          </a:custGeom>
          <a:solidFill>
            <a:srgbClr val="B6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7920977" y="491502"/>
            <a:ext cx="1097280" cy="81280"/>
          </a:xfrm>
          <a:custGeom>
            <a:avLst/>
            <a:gdLst/>
            <a:ahLst/>
            <a:cxnLst/>
            <a:rect l="l" t="t" r="r" b="b"/>
            <a:pathLst>
              <a:path w="1097279" h="81279">
                <a:moveTo>
                  <a:pt x="1068044" y="44450"/>
                </a:moveTo>
                <a:lnTo>
                  <a:pt x="11430" y="44450"/>
                </a:lnTo>
                <a:lnTo>
                  <a:pt x="11430" y="43180"/>
                </a:lnTo>
                <a:lnTo>
                  <a:pt x="10147" y="43180"/>
                </a:lnTo>
                <a:lnTo>
                  <a:pt x="10147" y="44450"/>
                </a:lnTo>
                <a:lnTo>
                  <a:pt x="10147" y="45720"/>
                </a:lnTo>
                <a:lnTo>
                  <a:pt x="1068044" y="45720"/>
                </a:lnTo>
                <a:lnTo>
                  <a:pt x="1068044" y="44450"/>
                </a:lnTo>
                <a:close/>
              </a:path>
              <a:path w="1097279" h="81279">
                <a:moveTo>
                  <a:pt x="1068044" y="38100"/>
                </a:moveTo>
                <a:lnTo>
                  <a:pt x="13944" y="38100"/>
                </a:lnTo>
                <a:lnTo>
                  <a:pt x="13944" y="36830"/>
                </a:lnTo>
                <a:lnTo>
                  <a:pt x="12700" y="36830"/>
                </a:lnTo>
                <a:lnTo>
                  <a:pt x="12700" y="38100"/>
                </a:lnTo>
                <a:lnTo>
                  <a:pt x="12700" y="40640"/>
                </a:lnTo>
                <a:lnTo>
                  <a:pt x="11430" y="40640"/>
                </a:lnTo>
                <a:lnTo>
                  <a:pt x="11430" y="43180"/>
                </a:lnTo>
                <a:lnTo>
                  <a:pt x="1068044" y="43180"/>
                </a:lnTo>
                <a:lnTo>
                  <a:pt x="1068044" y="40640"/>
                </a:lnTo>
                <a:lnTo>
                  <a:pt x="1068044" y="38100"/>
                </a:lnTo>
                <a:close/>
              </a:path>
              <a:path w="1097279" h="81279">
                <a:moveTo>
                  <a:pt x="1068044" y="35547"/>
                </a:moveTo>
                <a:lnTo>
                  <a:pt x="13944" y="35547"/>
                </a:lnTo>
                <a:lnTo>
                  <a:pt x="13944" y="36817"/>
                </a:lnTo>
                <a:lnTo>
                  <a:pt x="1068044" y="36817"/>
                </a:lnTo>
                <a:lnTo>
                  <a:pt x="1068044" y="35547"/>
                </a:lnTo>
                <a:close/>
              </a:path>
              <a:path w="1097279" h="81279">
                <a:moveTo>
                  <a:pt x="1068044" y="0"/>
                </a:moveTo>
                <a:lnTo>
                  <a:pt x="27927" y="0"/>
                </a:lnTo>
                <a:lnTo>
                  <a:pt x="27927" y="2540"/>
                </a:lnTo>
                <a:lnTo>
                  <a:pt x="26644" y="2540"/>
                </a:lnTo>
                <a:lnTo>
                  <a:pt x="26644" y="6350"/>
                </a:lnTo>
                <a:lnTo>
                  <a:pt x="25400" y="6350"/>
                </a:lnTo>
                <a:lnTo>
                  <a:pt x="25400" y="8890"/>
                </a:lnTo>
                <a:lnTo>
                  <a:pt x="24130" y="8890"/>
                </a:lnTo>
                <a:lnTo>
                  <a:pt x="24130" y="12700"/>
                </a:lnTo>
                <a:lnTo>
                  <a:pt x="22847" y="12700"/>
                </a:lnTo>
                <a:lnTo>
                  <a:pt x="22847" y="15240"/>
                </a:lnTo>
                <a:lnTo>
                  <a:pt x="21577" y="15240"/>
                </a:lnTo>
                <a:lnTo>
                  <a:pt x="21577" y="19050"/>
                </a:lnTo>
                <a:lnTo>
                  <a:pt x="20294" y="19050"/>
                </a:lnTo>
                <a:lnTo>
                  <a:pt x="20294" y="21590"/>
                </a:lnTo>
                <a:lnTo>
                  <a:pt x="19050" y="21590"/>
                </a:lnTo>
                <a:lnTo>
                  <a:pt x="19050" y="25400"/>
                </a:lnTo>
                <a:lnTo>
                  <a:pt x="17780" y="25400"/>
                </a:lnTo>
                <a:lnTo>
                  <a:pt x="17780" y="27940"/>
                </a:lnTo>
                <a:lnTo>
                  <a:pt x="16497" y="27940"/>
                </a:lnTo>
                <a:lnTo>
                  <a:pt x="16497" y="30480"/>
                </a:lnTo>
                <a:lnTo>
                  <a:pt x="15227" y="30480"/>
                </a:lnTo>
                <a:lnTo>
                  <a:pt x="15227" y="34290"/>
                </a:lnTo>
                <a:lnTo>
                  <a:pt x="1068044" y="34290"/>
                </a:lnTo>
                <a:lnTo>
                  <a:pt x="1068044" y="30480"/>
                </a:lnTo>
                <a:lnTo>
                  <a:pt x="1068044" y="27940"/>
                </a:lnTo>
                <a:lnTo>
                  <a:pt x="1068044" y="2540"/>
                </a:lnTo>
                <a:lnTo>
                  <a:pt x="1068044" y="0"/>
                </a:lnTo>
                <a:close/>
              </a:path>
              <a:path w="1097279" h="81279">
                <a:moveTo>
                  <a:pt x="1070597" y="46990"/>
                </a:moveTo>
                <a:lnTo>
                  <a:pt x="1069327" y="46990"/>
                </a:lnTo>
                <a:lnTo>
                  <a:pt x="1069327" y="45720"/>
                </a:lnTo>
                <a:lnTo>
                  <a:pt x="1068044" y="45720"/>
                </a:lnTo>
                <a:lnTo>
                  <a:pt x="1068044" y="46990"/>
                </a:lnTo>
                <a:lnTo>
                  <a:pt x="8877" y="46990"/>
                </a:lnTo>
                <a:lnTo>
                  <a:pt x="8877" y="49530"/>
                </a:lnTo>
                <a:lnTo>
                  <a:pt x="1070597" y="49530"/>
                </a:lnTo>
                <a:lnTo>
                  <a:pt x="1070597" y="46990"/>
                </a:lnTo>
                <a:close/>
              </a:path>
              <a:path w="1097279" h="81279">
                <a:moveTo>
                  <a:pt x="1073124" y="49530"/>
                </a:moveTo>
                <a:lnTo>
                  <a:pt x="1071867" y="49530"/>
                </a:lnTo>
                <a:lnTo>
                  <a:pt x="1071867" y="50800"/>
                </a:lnTo>
                <a:lnTo>
                  <a:pt x="8877" y="50800"/>
                </a:lnTo>
                <a:lnTo>
                  <a:pt x="8877" y="52070"/>
                </a:lnTo>
                <a:lnTo>
                  <a:pt x="1073124" y="52070"/>
                </a:lnTo>
                <a:lnTo>
                  <a:pt x="1073124" y="50800"/>
                </a:lnTo>
                <a:lnTo>
                  <a:pt x="1073124" y="49530"/>
                </a:lnTo>
                <a:close/>
              </a:path>
              <a:path w="1097279" h="81279">
                <a:moveTo>
                  <a:pt x="1076947" y="53340"/>
                </a:moveTo>
                <a:lnTo>
                  <a:pt x="1075677" y="53340"/>
                </a:lnTo>
                <a:lnTo>
                  <a:pt x="1075677" y="52070"/>
                </a:lnTo>
                <a:lnTo>
                  <a:pt x="1074394" y="52070"/>
                </a:lnTo>
                <a:lnTo>
                  <a:pt x="1074394" y="53340"/>
                </a:lnTo>
                <a:lnTo>
                  <a:pt x="7594" y="53340"/>
                </a:lnTo>
                <a:lnTo>
                  <a:pt x="7594" y="55880"/>
                </a:lnTo>
                <a:lnTo>
                  <a:pt x="1076947" y="55880"/>
                </a:lnTo>
                <a:lnTo>
                  <a:pt x="1076947" y="53340"/>
                </a:lnTo>
                <a:close/>
              </a:path>
              <a:path w="1097279" h="81279">
                <a:moveTo>
                  <a:pt x="1079500" y="55880"/>
                </a:moveTo>
                <a:lnTo>
                  <a:pt x="1078204" y="55880"/>
                </a:lnTo>
                <a:lnTo>
                  <a:pt x="1078204" y="57150"/>
                </a:lnTo>
                <a:lnTo>
                  <a:pt x="7594" y="57150"/>
                </a:lnTo>
                <a:lnTo>
                  <a:pt x="7594" y="55880"/>
                </a:lnTo>
                <a:lnTo>
                  <a:pt x="6350" y="55880"/>
                </a:lnTo>
                <a:lnTo>
                  <a:pt x="6350" y="57150"/>
                </a:lnTo>
                <a:lnTo>
                  <a:pt x="6350" y="58420"/>
                </a:lnTo>
                <a:lnTo>
                  <a:pt x="1079500" y="58420"/>
                </a:lnTo>
                <a:lnTo>
                  <a:pt x="1079500" y="57150"/>
                </a:lnTo>
                <a:lnTo>
                  <a:pt x="1079500" y="55880"/>
                </a:lnTo>
                <a:close/>
              </a:path>
              <a:path w="1097279" h="81279">
                <a:moveTo>
                  <a:pt x="1083297" y="59690"/>
                </a:moveTo>
                <a:lnTo>
                  <a:pt x="1082027" y="59690"/>
                </a:lnTo>
                <a:lnTo>
                  <a:pt x="1082027" y="58420"/>
                </a:lnTo>
                <a:lnTo>
                  <a:pt x="1080744" y="58420"/>
                </a:lnTo>
                <a:lnTo>
                  <a:pt x="1080744" y="59690"/>
                </a:lnTo>
                <a:lnTo>
                  <a:pt x="5080" y="59690"/>
                </a:lnTo>
                <a:lnTo>
                  <a:pt x="5080" y="62230"/>
                </a:lnTo>
                <a:lnTo>
                  <a:pt x="1083297" y="62230"/>
                </a:lnTo>
                <a:lnTo>
                  <a:pt x="1083297" y="59690"/>
                </a:lnTo>
                <a:close/>
              </a:path>
              <a:path w="1097279" h="81279">
                <a:moveTo>
                  <a:pt x="1085850" y="62230"/>
                </a:moveTo>
                <a:lnTo>
                  <a:pt x="1084567" y="62230"/>
                </a:lnTo>
                <a:lnTo>
                  <a:pt x="1084567" y="63500"/>
                </a:lnTo>
                <a:lnTo>
                  <a:pt x="5080" y="63500"/>
                </a:lnTo>
                <a:lnTo>
                  <a:pt x="5080" y="64770"/>
                </a:lnTo>
                <a:lnTo>
                  <a:pt x="1085850" y="64770"/>
                </a:lnTo>
                <a:lnTo>
                  <a:pt x="1085850" y="63500"/>
                </a:lnTo>
                <a:lnTo>
                  <a:pt x="1085850" y="62230"/>
                </a:lnTo>
                <a:close/>
              </a:path>
              <a:path w="1097279" h="81279">
                <a:moveTo>
                  <a:pt x="1089647" y="66040"/>
                </a:moveTo>
                <a:lnTo>
                  <a:pt x="1088377" y="66040"/>
                </a:lnTo>
                <a:lnTo>
                  <a:pt x="1088377" y="64770"/>
                </a:lnTo>
                <a:lnTo>
                  <a:pt x="1087094" y="64770"/>
                </a:lnTo>
                <a:lnTo>
                  <a:pt x="1087094" y="66040"/>
                </a:lnTo>
                <a:lnTo>
                  <a:pt x="3797" y="66040"/>
                </a:lnTo>
                <a:lnTo>
                  <a:pt x="3797" y="68580"/>
                </a:lnTo>
                <a:lnTo>
                  <a:pt x="1089647" y="68580"/>
                </a:lnTo>
                <a:lnTo>
                  <a:pt x="1089647" y="66040"/>
                </a:lnTo>
                <a:close/>
              </a:path>
              <a:path w="1097279" h="81279">
                <a:moveTo>
                  <a:pt x="1093444" y="78727"/>
                </a:moveTo>
                <a:lnTo>
                  <a:pt x="0" y="78727"/>
                </a:lnTo>
                <a:lnTo>
                  <a:pt x="0" y="81267"/>
                </a:lnTo>
                <a:lnTo>
                  <a:pt x="1093444" y="81267"/>
                </a:lnTo>
                <a:lnTo>
                  <a:pt x="1093444" y="78727"/>
                </a:lnTo>
                <a:close/>
              </a:path>
              <a:path w="1097279" h="81279">
                <a:moveTo>
                  <a:pt x="1093444" y="68580"/>
                </a:moveTo>
                <a:lnTo>
                  <a:pt x="1092174" y="68580"/>
                </a:lnTo>
                <a:lnTo>
                  <a:pt x="1092174" y="69850"/>
                </a:lnTo>
                <a:lnTo>
                  <a:pt x="2527" y="69850"/>
                </a:lnTo>
                <a:lnTo>
                  <a:pt x="2527" y="71120"/>
                </a:lnTo>
                <a:lnTo>
                  <a:pt x="1093444" y="71120"/>
                </a:lnTo>
                <a:lnTo>
                  <a:pt x="1093444" y="69850"/>
                </a:lnTo>
                <a:lnTo>
                  <a:pt x="1093444" y="68580"/>
                </a:lnTo>
                <a:close/>
              </a:path>
              <a:path w="1097279" h="81279">
                <a:moveTo>
                  <a:pt x="1097254" y="72390"/>
                </a:moveTo>
                <a:lnTo>
                  <a:pt x="1095997" y="72390"/>
                </a:lnTo>
                <a:lnTo>
                  <a:pt x="1095997" y="71120"/>
                </a:lnTo>
                <a:lnTo>
                  <a:pt x="1094727" y="71120"/>
                </a:lnTo>
                <a:lnTo>
                  <a:pt x="1094727" y="72390"/>
                </a:lnTo>
                <a:lnTo>
                  <a:pt x="2527" y="72390"/>
                </a:lnTo>
                <a:lnTo>
                  <a:pt x="2527" y="71120"/>
                </a:lnTo>
                <a:lnTo>
                  <a:pt x="1244" y="71120"/>
                </a:lnTo>
                <a:lnTo>
                  <a:pt x="1244" y="72390"/>
                </a:lnTo>
                <a:lnTo>
                  <a:pt x="1244" y="74930"/>
                </a:lnTo>
                <a:lnTo>
                  <a:pt x="1244" y="77470"/>
                </a:lnTo>
                <a:lnTo>
                  <a:pt x="1095997" y="77470"/>
                </a:lnTo>
                <a:lnTo>
                  <a:pt x="1095997" y="74930"/>
                </a:lnTo>
                <a:lnTo>
                  <a:pt x="1097254" y="74930"/>
                </a:lnTo>
                <a:lnTo>
                  <a:pt x="1097254" y="72390"/>
                </a:lnTo>
                <a:close/>
              </a:path>
            </a:pathLst>
          </a:custGeom>
          <a:solidFill>
            <a:srgbClr val="B6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6249657" y="574052"/>
            <a:ext cx="1510030" cy="81280"/>
          </a:xfrm>
          <a:custGeom>
            <a:avLst/>
            <a:gdLst/>
            <a:ahLst/>
            <a:cxnLst/>
            <a:rect l="l" t="t" r="r" b="b"/>
            <a:pathLst>
              <a:path w="1510029" h="81279">
                <a:moveTo>
                  <a:pt x="1496047" y="6337"/>
                </a:moveTo>
                <a:lnTo>
                  <a:pt x="1270" y="6337"/>
                </a:lnTo>
                <a:lnTo>
                  <a:pt x="1270" y="7607"/>
                </a:lnTo>
                <a:lnTo>
                  <a:pt x="1496047" y="7607"/>
                </a:lnTo>
                <a:lnTo>
                  <a:pt x="1496047" y="6337"/>
                </a:lnTo>
                <a:close/>
              </a:path>
              <a:path w="1510029" h="81279">
                <a:moveTo>
                  <a:pt x="1496047" y="2540"/>
                </a:moveTo>
                <a:lnTo>
                  <a:pt x="1494764" y="2540"/>
                </a:lnTo>
                <a:lnTo>
                  <a:pt x="1494764" y="1270"/>
                </a:lnTo>
                <a:lnTo>
                  <a:pt x="1494764" y="0"/>
                </a:ln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2540"/>
                </a:lnTo>
                <a:lnTo>
                  <a:pt x="1270" y="5080"/>
                </a:lnTo>
                <a:lnTo>
                  <a:pt x="1496047" y="5080"/>
                </a:lnTo>
                <a:lnTo>
                  <a:pt x="1496047" y="2540"/>
                </a:lnTo>
                <a:close/>
              </a:path>
              <a:path w="1510029" h="81279">
                <a:moveTo>
                  <a:pt x="1497317" y="12687"/>
                </a:moveTo>
                <a:lnTo>
                  <a:pt x="1270" y="12687"/>
                </a:lnTo>
                <a:lnTo>
                  <a:pt x="1270" y="13957"/>
                </a:lnTo>
                <a:lnTo>
                  <a:pt x="1497317" y="13957"/>
                </a:lnTo>
                <a:lnTo>
                  <a:pt x="1497317" y="12687"/>
                </a:lnTo>
                <a:close/>
              </a:path>
              <a:path w="1510029" h="81279">
                <a:moveTo>
                  <a:pt x="1497317" y="7620"/>
                </a:moveTo>
                <a:lnTo>
                  <a:pt x="1496047" y="7620"/>
                </a:lnTo>
                <a:lnTo>
                  <a:pt x="1496047" y="8890"/>
                </a:lnTo>
                <a:lnTo>
                  <a:pt x="1270" y="8890"/>
                </a:lnTo>
                <a:lnTo>
                  <a:pt x="1270" y="11430"/>
                </a:lnTo>
                <a:lnTo>
                  <a:pt x="1497317" y="11430"/>
                </a:lnTo>
                <a:lnTo>
                  <a:pt x="1497317" y="8890"/>
                </a:lnTo>
                <a:lnTo>
                  <a:pt x="1497317" y="7620"/>
                </a:lnTo>
                <a:close/>
              </a:path>
              <a:path w="1510029" h="81279">
                <a:moveTo>
                  <a:pt x="1498600" y="19037"/>
                </a:moveTo>
                <a:lnTo>
                  <a:pt x="1270" y="19037"/>
                </a:lnTo>
                <a:lnTo>
                  <a:pt x="1270" y="20307"/>
                </a:lnTo>
                <a:lnTo>
                  <a:pt x="1498600" y="20307"/>
                </a:lnTo>
                <a:lnTo>
                  <a:pt x="1498600" y="19037"/>
                </a:lnTo>
                <a:close/>
              </a:path>
              <a:path w="1510029" h="81279">
                <a:moveTo>
                  <a:pt x="1498600" y="15227"/>
                </a:moveTo>
                <a:lnTo>
                  <a:pt x="1270" y="15227"/>
                </a:lnTo>
                <a:lnTo>
                  <a:pt x="1270" y="17767"/>
                </a:lnTo>
                <a:lnTo>
                  <a:pt x="1498600" y="17767"/>
                </a:lnTo>
                <a:lnTo>
                  <a:pt x="1498600" y="15227"/>
                </a:lnTo>
                <a:close/>
              </a:path>
              <a:path w="1510029" h="81279">
                <a:moveTo>
                  <a:pt x="1499870" y="25387"/>
                </a:moveTo>
                <a:lnTo>
                  <a:pt x="2527" y="25387"/>
                </a:lnTo>
                <a:lnTo>
                  <a:pt x="2527" y="26657"/>
                </a:lnTo>
                <a:lnTo>
                  <a:pt x="1499870" y="26657"/>
                </a:lnTo>
                <a:lnTo>
                  <a:pt x="1499870" y="25387"/>
                </a:lnTo>
                <a:close/>
              </a:path>
              <a:path w="1510029" h="81279">
                <a:moveTo>
                  <a:pt x="1499870" y="21577"/>
                </a:moveTo>
                <a:lnTo>
                  <a:pt x="2527" y="21577"/>
                </a:lnTo>
                <a:lnTo>
                  <a:pt x="2527" y="24117"/>
                </a:lnTo>
                <a:lnTo>
                  <a:pt x="1499870" y="24117"/>
                </a:lnTo>
                <a:lnTo>
                  <a:pt x="1499870" y="21577"/>
                </a:lnTo>
                <a:close/>
              </a:path>
              <a:path w="1510029" h="81279">
                <a:moveTo>
                  <a:pt x="1501114" y="34277"/>
                </a:moveTo>
                <a:lnTo>
                  <a:pt x="2527" y="34277"/>
                </a:lnTo>
                <a:lnTo>
                  <a:pt x="2527" y="36817"/>
                </a:lnTo>
                <a:lnTo>
                  <a:pt x="1501114" y="36817"/>
                </a:lnTo>
                <a:lnTo>
                  <a:pt x="1501114" y="34277"/>
                </a:lnTo>
                <a:close/>
              </a:path>
              <a:path w="1510029" h="81279">
                <a:moveTo>
                  <a:pt x="1501114" y="31737"/>
                </a:moveTo>
                <a:lnTo>
                  <a:pt x="2527" y="31737"/>
                </a:lnTo>
                <a:lnTo>
                  <a:pt x="2527" y="33007"/>
                </a:lnTo>
                <a:lnTo>
                  <a:pt x="1501114" y="33007"/>
                </a:lnTo>
                <a:lnTo>
                  <a:pt x="1501114" y="31737"/>
                </a:lnTo>
                <a:close/>
              </a:path>
              <a:path w="1510029" h="81279">
                <a:moveTo>
                  <a:pt x="1501114" y="27927"/>
                </a:moveTo>
                <a:lnTo>
                  <a:pt x="2527" y="27927"/>
                </a:lnTo>
                <a:lnTo>
                  <a:pt x="2527" y="30467"/>
                </a:lnTo>
                <a:lnTo>
                  <a:pt x="1501114" y="30467"/>
                </a:lnTo>
                <a:lnTo>
                  <a:pt x="1501114" y="27927"/>
                </a:lnTo>
                <a:close/>
              </a:path>
              <a:path w="1510029" h="81279">
                <a:moveTo>
                  <a:pt x="1502397" y="40627"/>
                </a:moveTo>
                <a:lnTo>
                  <a:pt x="3797" y="40627"/>
                </a:lnTo>
                <a:lnTo>
                  <a:pt x="3797" y="43167"/>
                </a:lnTo>
                <a:lnTo>
                  <a:pt x="1502397" y="43167"/>
                </a:lnTo>
                <a:lnTo>
                  <a:pt x="1502397" y="40627"/>
                </a:lnTo>
                <a:close/>
              </a:path>
              <a:path w="1510029" h="81279">
                <a:moveTo>
                  <a:pt x="1502397" y="38087"/>
                </a:moveTo>
                <a:lnTo>
                  <a:pt x="2527" y="38087"/>
                </a:lnTo>
                <a:lnTo>
                  <a:pt x="2527" y="39357"/>
                </a:lnTo>
                <a:lnTo>
                  <a:pt x="1502397" y="39357"/>
                </a:lnTo>
                <a:lnTo>
                  <a:pt x="1502397" y="38087"/>
                </a:lnTo>
                <a:close/>
              </a:path>
              <a:path w="1510029" h="81279">
                <a:moveTo>
                  <a:pt x="1503667" y="46977"/>
                </a:moveTo>
                <a:lnTo>
                  <a:pt x="3797" y="46977"/>
                </a:lnTo>
                <a:lnTo>
                  <a:pt x="3797" y="49517"/>
                </a:lnTo>
                <a:lnTo>
                  <a:pt x="1503667" y="49517"/>
                </a:lnTo>
                <a:lnTo>
                  <a:pt x="1503667" y="46977"/>
                </a:lnTo>
                <a:close/>
              </a:path>
              <a:path w="1510029" h="81279">
                <a:moveTo>
                  <a:pt x="1503667" y="44437"/>
                </a:moveTo>
                <a:lnTo>
                  <a:pt x="3797" y="44437"/>
                </a:lnTo>
                <a:lnTo>
                  <a:pt x="3797" y="45707"/>
                </a:lnTo>
                <a:lnTo>
                  <a:pt x="1503667" y="45707"/>
                </a:lnTo>
                <a:lnTo>
                  <a:pt x="1503667" y="44437"/>
                </a:lnTo>
                <a:close/>
              </a:path>
              <a:path w="1510029" h="81279">
                <a:moveTo>
                  <a:pt x="1504950" y="53327"/>
                </a:moveTo>
                <a:lnTo>
                  <a:pt x="3797" y="53327"/>
                </a:lnTo>
                <a:lnTo>
                  <a:pt x="3797" y="55867"/>
                </a:lnTo>
                <a:lnTo>
                  <a:pt x="1504950" y="55867"/>
                </a:lnTo>
                <a:lnTo>
                  <a:pt x="1504950" y="53327"/>
                </a:lnTo>
                <a:close/>
              </a:path>
              <a:path w="1510029" h="81279">
                <a:moveTo>
                  <a:pt x="1504950" y="50787"/>
                </a:moveTo>
                <a:lnTo>
                  <a:pt x="3797" y="50787"/>
                </a:lnTo>
                <a:lnTo>
                  <a:pt x="3797" y="52057"/>
                </a:lnTo>
                <a:lnTo>
                  <a:pt x="1504950" y="52057"/>
                </a:lnTo>
                <a:lnTo>
                  <a:pt x="1504950" y="50787"/>
                </a:lnTo>
                <a:close/>
              </a:path>
              <a:path w="1510029" h="81279">
                <a:moveTo>
                  <a:pt x="1506220" y="59677"/>
                </a:moveTo>
                <a:lnTo>
                  <a:pt x="5080" y="59677"/>
                </a:lnTo>
                <a:lnTo>
                  <a:pt x="5080" y="58420"/>
                </a:lnTo>
                <a:lnTo>
                  <a:pt x="1506194" y="58420"/>
                </a:lnTo>
                <a:lnTo>
                  <a:pt x="1506194" y="57150"/>
                </a:lnTo>
                <a:lnTo>
                  <a:pt x="3797" y="57150"/>
                </a:lnTo>
                <a:lnTo>
                  <a:pt x="3797" y="58420"/>
                </a:lnTo>
                <a:lnTo>
                  <a:pt x="3797" y="59690"/>
                </a:lnTo>
                <a:lnTo>
                  <a:pt x="5080" y="59690"/>
                </a:lnTo>
                <a:lnTo>
                  <a:pt x="5080" y="62217"/>
                </a:lnTo>
                <a:lnTo>
                  <a:pt x="1506220" y="62217"/>
                </a:lnTo>
                <a:lnTo>
                  <a:pt x="1506220" y="59677"/>
                </a:lnTo>
                <a:close/>
              </a:path>
              <a:path w="1510029" h="81279">
                <a:moveTo>
                  <a:pt x="1507464" y="66027"/>
                </a:moveTo>
                <a:lnTo>
                  <a:pt x="5080" y="66027"/>
                </a:lnTo>
                <a:lnTo>
                  <a:pt x="5080" y="68567"/>
                </a:lnTo>
                <a:lnTo>
                  <a:pt x="1507464" y="68567"/>
                </a:lnTo>
                <a:lnTo>
                  <a:pt x="1507464" y="66027"/>
                </a:lnTo>
                <a:close/>
              </a:path>
              <a:path w="1510029" h="81279">
                <a:moveTo>
                  <a:pt x="1507464" y="62230"/>
                </a:moveTo>
                <a:lnTo>
                  <a:pt x="1506220" y="62230"/>
                </a:lnTo>
                <a:lnTo>
                  <a:pt x="1506220" y="63500"/>
                </a:lnTo>
                <a:lnTo>
                  <a:pt x="5080" y="63500"/>
                </a:lnTo>
                <a:lnTo>
                  <a:pt x="5080" y="64770"/>
                </a:lnTo>
                <a:lnTo>
                  <a:pt x="1507464" y="64770"/>
                </a:lnTo>
                <a:lnTo>
                  <a:pt x="1507464" y="63500"/>
                </a:lnTo>
                <a:lnTo>
                  <a:pt x="1507464" y="62230"/>
                </a:lnTo>
                <a:close/>
              </a:path>
              <a:path w="1510029" h="81279">
                <a:moveTo>
                  <a:pt x="1508747" y="72377"/>
                </a:moveTo>
                <a:lnTo>
                  <a:pt x="5080" y="72377"/>
                </a:lnTo>
                <a:lnTo>
                  <a:pt x="5080" y="74917"/>
                </a:lnTo>
                <a:lnTo>
                  <a:pt x="1508747" y="74917"/>
                </a:lnTo>
                <a:lnTo>
                  <a:pt x="1508747" y="72377"/>
                </a:lnTo>
                <a:close/>
              </a:path>
              <a:path w="1510029" h="81279">
                <a:moveTo>
                  <a:pt x="1508747" y="68580"/>
                </a:moveTo>
                <a:lnTo>
                  <a:pt x="1507464" y="68580"/>
                </a:lnTo>
                <a:lnTo>
                  <a:pt x="1507464" y="69850"/>
                </a:lnTo>
                <a:lnTo>
                  <a:pt x="5080" y="69850"/>
                </a:lnTo>
                <a:lnTo>
                  <a:pt x="5080" y="71120"/>
                </a:lnTo>
                <a:lnTo>
                  <a:pt x="1508747" y="71120"/>
                </a:lnTo>
                <a:lnTo>
                  <a:pt x="1508747" y="69850"/>
                </a:lnTo>
                <a:lnTo>
                  <a:pt x="1508747" y="68580"/>
                </a:lnTo>
                <a:close/>
              </a:path>
              <a:path w="1510029" h="81279">
                <a:moveTo>
                  <a:pt x="1510017" y="74930"/>
                </a:moveTo>
                <a:lnTo>
                  <a:pt x="1508747" y="74930"/>
                </a:lnTo>
                <a:lnTo>
                  <a:pt x="1508747" y="76200"/>
                </a:lnTo>
                <a:lnTo>
                  <a:pt x="5080" y="76200"/>
                </a:lnTo>
                <a:lnTo>
                  <a:pt x="5080" y="77470"/>
                </a:lnTo>
                <a:lnTo>
                  <a:pt x="5080" y="78740"/>
                </a:lnTo>
                <a:lnTo>
                  <a:pt x="6350" y="78740"/>
                </a:lnTo>
                <a:lnTo>
                  <a:pt x="6350" y="81267"/>
                </a:lnTo>
                <a:lnTo>
                  <a:pt x="1510017" y="81267"/>
                </a:lnTo>
                <a:lnTo>
                  <a:pt x="1510017" y="78727"/>
                </a:lnTo>
                <a:lnTo>
                  <a:pt x="6350" y="78727"/>
                </a:lnTo>
                <a:lnTo>
                  <a:pt x="6350" y="77470"/>
                </a:lnTo>
                <a:lnTo>
                  <a:pt x="1510017" y="77470"/>
                </a:lnTo>
                <a:lnTo>
                  <a:pt x="1510017" y="76200"/>
                </a:lnTo>
                <a:lnTo>
                  <a:pt x="1510017" y="74930"/>
                </a:lnTo>
                <a:close/>
              </a:path>
            </a:pathLst>
          </a:custGeom>
          <a:solidFill>
            <a:srgbClr val="B55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7894307" y="572769"/>
            <a:ext cx="1120140" cy="82550"/>
          </a:xfrm>
          <a:custGeom>
            <a:avLst/>
            <a:gdLst/>
            <a:ahLst/>
            <a:cxnLst/>
            <a:rect l="l" t="t" r="r" b="b"/>
            <a:pathLst>
              <a:path w="1120140" h="82550">
                <a:moveTo>
                  <a:pt x="1038847" y="80010"/>
                </a:moveTo>
                <a:lnTo>
                  <a:pt x="0" y="80010"/>
                </a:lnTo>
                <a:lnTo>
                  <a:pt x="0" y="82550"/>
                </a:lnTo>
                <a:lnTo>
                  <a:pt x="1038847" y="82550"/>
                </a:lnTo>
                <a:lnTo>
                  <a:pt x="1038847" y="80010"/>
                </a:lnTo>
                <a:close/>
              </a:path>
              <a:path w="1120140" h="82550">
                <a:moveTo>
                  <a:pt x="1043914" y="77482"/>
                </a:moveTo>
                <a:lnTo>
                  <a:pt x="2514" y="77482"/>
                </a:lnTo>
                <a:lnTo>
                  <a:pt x="2514" y="76212"/>
                </a:lnTo>
                <a:lnTo>
                  <a:pt x="1270" y="76212"/>
                </a:lnTo>
                <a:lnTo>
                  <a:pt x="1270" y="77482"/>
                </a:lnTo>
                <a:lnTo>
                  <a:pt x="1270" y="78752"/>
                </a:lnTo>
                <a:lnTo>
                  <a:pt x="1041387" y="78752"/>
                </a:lnTo>
                <a:lnTo>
                  <a:pt x="1041387" y="80022"/>
                </a:lnTo>
                <a:lnTo>
                  <a:pt x="1042670" y="80022"/>
                </a:lnTo>
                <a:lnTo>
                  <a:pt x="1042670" y="78752"/>
                </a:lnTo>
                <a:lnTo>
                  <a:pt x="1043914" y="78752"/>
                </a:lnTo>
                <a:lnTo>
                  <a:pt x="1043914" y="77482"/>
                </a:lnTo>
                <a:close/>
              </a:path>
              <a:path w="1120140" h="82550">
                <a:moveTo>
                  <a:pt x="1047724" y="73672"/>
                </a:moveTo>
                <a:lnTo>
                  <a:pt x="3797" y="73672"/>
                </a:lnTo>
                <a:lnTo>
                  <a:pt x="3797" y="72402"/>
                </a:lnTo>
                <a:lnTo>
                  <a:pt x="2514" y="72402"/>
                </a:lnTo>
                <a:lnTo>
                  <a:pt x="2514" y="73672"/>
                </a:lnTo>
                <a:lnTo>
                  <a:pt x="2514" y="76212"/>
                </a:lnTo>
                <a:lnTo>
                  <a:pt x="1043914" y="76212"/>
                </a:lnTo>
                <a:lnTo>
                  <a:pt x="1043914" y="77482"/>
                </a:lnTo>
                <a:lnTo>
                  <a:pt x="1045197" y="77482"/>
                </a:lnTo>
                <a:lnTo>
                  <a:pt x="1045197" y="76212"/>
                </a:lnTo>
                <a:lnTo>
                  <a:pt x="1047724" y="76212"/>
                </a:lnTo>
                <a:lnTo>
                  <a:pt x="1047724" y="73672"/>
                </a:lnTo>
                <a:close/>
              </a:path>
              <a:path w="1120140" h="82550">
                <a:moveTo>
                  <a:pt x="1051547" y="71132"/>
                </a:moveTo>
                <a:lnTo>
                  <a:pt x="3797" y="71132"/>
                </a:lnTo>
                <a:lnTo>
                  <a:pt x="3797" y="72402"/>
                </a:lnTo>
                <a:lnTo>
                  <a:pt x="1048994" y="72402"/>
                </a:lnTo>
                <a:lnTo>
                  <a:pt x="1048994" y="73672"/>
                </a:lnTo>
                <a:lnTo>
                  <a:pt x="1050264" y="73672"/>
                </a:lnTo>
                <a:lnTo>
                  <a:pt x="1050264" y="72402"/>
                </a:lnTo>
                <a:lnTo>
                  <a:pt x="1051547" y="72402"/>
                </a:lnTo>
                <a:lnTo>
                  <a:pt x="1051547" y="71132"/>
                </a:lnTo>
                <a:close/>
              </a:path>
              <a:path w="1120140" h="82550">
                <a:moveTo>
                  <a:pt x="1055370" y="67322"/>
                </a:moveTo>
                <a:lnTo>
                  <a:pt x="5067" y="67322"/>
                </a:lnTo>
                <a:lnTo>
                  <a:pt x="5067" y="69862"/>
                </a:lnTo>
                <a:lnTo>
                  <a:pt x="1051547" y="69862"/>
                </a:lnTo>
                <a:lnTo>
                  <a:pt x="1051547" y="71132"/>
                </a:lnTo>
                <a:lnTo>
                  <a:pt x="1054087" y="71132"/>
                </a:lnTo>
                <a:lnTo>
                  <a:pt x="1054087" y="69862"/>
                </a:lnTo>
                <a:lnTo>
                  <a:pt x="1055370" y="69862"/>
                </a:lnTo>
                <a:lnTo>
                  <a:pt x="1055370" y="67322"/>
                </a:lnTo>
                <a:close/>
              </a:path>
              <a:path w="1120140" h="82550">
                <a:moveTo>
                  <a:pt x="1060437" y="64782"/>
                </a:moveTo>
                <a:lnTo>
                  <a:pt x="6350" y="64782"/>
                </a:lnTo>
                <a:lnTo>
                  <a:pt x="6350" y="63512"/>
                </a:lnTo>
                <a:lnTo>
                  <a:pt x="5067" y="63512"/>
                </a:lnTo>
                <a:lnTo>
                  <a:pt x="5067" y="64782"/>
                </a:lnTo>
                <a:lnTo>
                  <a:pt x="5067" y="66052"/>
                </a:lnTo>
                <a:lnTo>
                  <a:pt x="1056614" y="66052"/>
                </a:lnTo>
                <a:lnTo>
                  <a:pt x="1056614" y="67322"/>
                </a:lnTo>
                <a:lnTo>
                  <a:pt x="1059167" y="67322"/>
                </a:lnTo>
                <a:lnTo>
                  <a:pt x="1059167" y="66052"/>
                </a:lnTo>
                <a:lnTo>
                  <a:pt x="1060437" y="66052"/>
                </a:lnTo>
                <a:lnTo>
                  <a:pt x="1060437" y="64782"/>
                </a:lnTo>
                <a:close/>
              </a:path>
              <a:path w="1120140" h="82550">
                <a:moveTo>
                  <a:pt x="1062964" y="60972"/>
                </a:moveTo>
                <a:lnTo>
                  <a:pt x="7620" y="60972"/>
                </a:lnTo>
                <a:lnTo>
                  <a:pt x="7620" y="59702"/>
                </a:lnTo>
                <a:lnTo>
                  <a:pt x="6350" y="59702"/>
                </a:lnTo>
                <a:lnTo>
                  <a:pt x="6350" y="60972"/>
                </a:lnTo>
                <a:lnTo>
                  <a:pt x="6350" y="63512"/>
                </a:lnTo>
                <a:lnTo>
                  <a:pt x="1060437" y="63512"/>
                </a:lnTo>
                <a:lnTo>
                  <a:pt x="1060437" y="64782"/>
                </a:lnTo>
                <a:lnTo>
                  <a:pt x="1061720" y="64782"/>
                </a:lnTo>
                <a:lnTo>
                  <a:pt x="1061720" y="63512"/>
                </a:lnTo>
                <a:lnTo>
                  <a:pt x="1062964" y="63512"/>
                </a:lnTo>
                <a:lnTo>
                  <a:pt x="1062964" y="60972"/>
                </a:lnTo>
                <a:close/>
              </a:path>
              <a:path w="1120140" h="82550">
                <a:moveTo>
                  <a:pt x="1068070" y="58432"/>
                </a:moveTo>
                <a:lnTo>
                  <a:pt x="7620" y="58432"/>
                </a:lnTo>
                <a:lnTo>
                  <a:pt x="7620" y="59702"/>
                </a:lnTo>
                <a:lnTo>
                  <a:pt x="1065517" y="59702"/>
                </a:lnTo>
                <a:lnTo>
                  <a:pt x="1065517" y="60972"/>
                </a:lnTo>
                <a:lnTo>
                  <a:pt x="1066787" y="60972"/>
                </a:lnTo>
                <a:lnTo>
                  <a:pt x="1066787" y="59702"/>
                </a:lnTo>
                <a:lnTo>
                  <a:pt x="1068070" y="59702"/>
                </a:lnTo>
                <a:lnTo>
                  <a:pt x="1068070" y="58432"/>
                </a:lnTo>
                <a:close/>
              </a:path>
              <a:path w="1120140" h="82550">
                <a:moveTo>
                  <a:pt x="1070597" y="54622"/>
                </a:moveTo>
                <a:lnTo>
                  <a:pt x="8864" y="54622"/>
                </a:lnTo>
                <a:lnTo>
                  <a:pt x="8864" y="57162"/>
                </a:lnTo>
                <a:lnTo>
                  <a:pt x="1068070" y="57162"/>
                </a:lnTo>
                <a:lnTo>
                  <a:pt x="1068070" y="58432"/>
                </a:lnTo>
                <a:lnTo>
                  <a:pt x="1069314" y="58432"/>
                </a:lnTo>
                <a:lnTo>
                  <a:pt x="1069314" y="57162"/>
                </a:lnTo>
                <a:lnTo>
                  <a:pt x="1070597" y="57162"/>
                </a:lnTo>
                <a:lnTo>
                  <a:pt x="1070597" y="54622"/>
                </a:lnTo>
                <a:close/>
              </a:path>
              <a:path w="1120140" h="82550">
                <a:moveTo>
                  <a:pt x="1074394" y="52082"/>
                </a:moveTo>
                <a:lnTo>
                  <a:pt x="10147" y="52082"/>
                </a:lnTo>
                <a:lnTo>
                  <a:pt x="10147" y="53352"/>
                </a:lnTo>
                <a:lnTo>
                  <a:pt x="1071867" y="53352"/>
                </a:lnTo>
                <a:lnTo>
                  <a:pt x="1071867" y="54622"/>
                </a:lnTo>
                <a:lnTo>
                  <a:pt x="1073124" y="54622"/>
                </a:lnTo>
                <a:lnTo>
                  <a:pt x="1073124" y="53352"/>
                </a:lnTo>
                <a:lnTo>
                  <a:pt x="1074394" y="53352"/>
                </a:lnTo>
                <a:lnTo>
                  <a:pt x="1074394" y="52082"/>
                </a:lnTo>
                <a:close/>
              </a:path>
              <a:path w="1120140" h="82550">
                <a:moveTo>
                  <a:pt x="1076947" y="48272"/>
                </a:moveTo>
                <a:lnTo>
                  <a:pt x="10147" y="48272"/>
                </a:lnTo>
                <a:lnTo>
                  <a:pt x="10147" y="50812"/>
                </a:lnTo>
                <a:lnTo>
                  <a:pt x="1074394" y="50812"/>
                </a:lnTo>
                <a:lnTo>
                  <a:pt x="1074394" y="52082"/>
                </a:lnTo>
                <a:lnTo>
                  <a:pt x="1075664" y="52082"/>
                </a:lnTo>
                <a:lnTo>
                  <a:pt x="1075664" y="50812"/>
                </a:lnTo>
                <a:lnTo>
                  <a:pt x="1076947" y="50812"/>
                </a:lnTo>
                <a:lnTo>
                  <a:pt x="1076947" y="48272"/>
                </a:lnTo>
                <a:close/>
              </a:path>
              <a:path w="1120140" h="82550">
                <a:moveTo>
                  <a:pt x="1080770" y="45732"/>
                </a:moveTo>
                <a:lnTo>
                  <a:pt x="11417" y="45732"/>
                </a:lnTo>
                <a:lnTo>
                  <a:pt x="11417" y="47002"/>
                </a:lnTo>
                <a:lnTo>
                  <a:pt x="1078217" y="47002"/>
                </a:lnTo>
                <a:lnTo>
                  <a:pt x="1078217" y="48272"/>
                </a:lnTo>
                <a:lnTo>
                  <a:pt x="1079487" y="48272"/>
                </a:lnTo>
                <a:lnTo>
                  <a:pt x="1079487" y="47002"/>
                </a:lnTo>
                <a:lnTo>
                  <a:pt x="1080770" y="47002"/>
                </a:lnTo>
                <a:lnTo>
                  <a:pt x="1080770" y="45732"/>
                </a:lnTo>
                <a:close/>
              </a:path>
              <a:path w="1120140" h="82550">
                <a:moveTo>
                  <a:pt x="1083297" y="41922"/>
                </a:moveTo>
                <a:lnTo>
                  <a:pt x="12700" y="41922"/>
                </a:lnTo>
                <a:lnTo>
                  <a:pt x="12700" y="44462"/>
                </a:lnTo>
                <a:lnTo>
                  <a:pt x="1080770" y="44462"/>
                </a:lnTo>
                <a:lnTo>
                  <a:pt x="1080770" y="45732"/>
                </a:lnTo>
                <a:lnTo>
                  <a:pt x="1082014" y="45732"/>
                </a:lnTo>
                <a:lnTo>
                  <a:pt x="1082014" y="44462"/>
                </a:lnTo>
                <a:lnTo>
                  <a:pt x="1083297" y="44462"/>
                </a:lnTo>
                <a:lnTo>
                  <a:pt x="1083297" y="41922"/>
                </a:lnTo>
                <a:close/>
              </a:path>
              <a:path w="1120140" h="82550">
                <a:moveTo>
                  <a:pt x="1087120" y="39382"/>
                </a:moveTo>
                <a:lnTo>
                  <a:pt x="13970" y="39382"/>
                </a:lnTo>
                <a:lnTo>
                  <a:pt x="13970" y="40652"/>
                </a:lnTo>
                <a:lnTo>
                  <a:pt x="1084567" y="40652"/>
                </a:lnTo>
                <a:lnTo>
                  <a:pt x="1084567" y="41922"/>
                </a:lnTo>
                <a:lnTo>
                  <a:pt x="1085837" y="41922"/>
                </a:lnTo>
                <a:lnTo>
                  <a:pt x="1085837" y="40652"/>
                </a:lnTo>
                <a:lnTo>
                  <a:pt x="1087120" y="40652"/>
                </a:lnTo>
                <a:lnTo>
                  <a:pt x="1087120" y="39382"/>
                </a:lnTo>
                <a:close/>
              </a:path>
              <a:path w="1120140" h="82550">
                <a:moveTo>
                  <a:pt x="1089647" y="35572"/>
                </a:moveTo>
                <a:lnTo>
                  <a:pt x="13970" y="35572"/>
                </a:lnTo>
                <a:lnTo>
                  <a:pt x="13970" y="38112"/>
                </a:lnTo>
                <a:lnTo>
                  <a:pt x="1087120" y="38112"/>
                </a:lnTo>
                <a:lnTo>
                  <a:pt x="1087120" y="39382"/>
                </a:lnTo>
                <a:lnTo>
                  <a:pt x="1088364" y="39382"/>
                </a:lnTo>
                <a:lnTo>
                  <a:pt x="1088364" y="38112"/>
                </a:lnTo>
                <a:lnTo>
                  <a:pt x="1089647" y="38112"/>
                </a:lnTo>
                <a:lnTo>
                  <a:pt x="1089647" y="35572"/>
                </a:lnTo>
                <a:close/>
              </a:path>
              <a:path w="1120140" h="82550">
                <a:moveTo>
                  <a:pt x="1093444" y="33032"/>
                </a:moveTo>
                <a:lnTo>
                  <a:pt x="16497" y="33032"/>
                </a:lnTo>
                <a:lnTo>
                  <a:pt x="16497" y="31762"/>
                </a:lnTo>
                <a:lnTo>
                  <a:pt x="15214" y="31762"/>
                </a:lnTo>
                <a:lnTo>
                  <a:pt x="15214" y="33032"/>
                </a:lnTo>
                <a:lnTo>
                  <a:pt x="15214" y="34302"/>
                </a:lnTo>
                <a:lnTo>
                  <a:pt x="1090917" y="34302"/>
                </a:lnTo>
                <a:lnTo>
                  <a:pt x="1090917" y="35572"/>
                </a:lnTo>
                <a:lnTo>
                  <a:pt x="1092174" y="35572"/>
                </a:lnTo>
                <a:lnTo>
                  <a:pt x="1092174" y="34302"/>
                </a:lnTo>
                <a:lnTo>
                  <a:pt x="1093444" y="34302"/>
                </a:lnTo>
                <a:lnTo>
                  <a:pt x="1093444" y="33032"/>
                </a:lnTo>
                <a:close/>
              </a:path>
              <a:path w="1120140" h="82550">
                <a:moveTo>
                  <a:pt x="1095997" y="29210"/>
                </a:moveTo>
                <a:lnTo>
                  <a:pt x="16497" y="29210"/>
                </a:lnTo>
                <a:lnTo>
                  <a:pt x="16497" y="31750"/>
                </a:lnTo>
                <a:lnTo>
                  <a:pt x="1093444" y="31762"/>
                </a:lnTo>
                <a:lnTo>
                  <a:pt x="1093444" y="33032"/>
                </a:lnTo>
                <a:lnTo>
                  <a:pt x="1094714" y="33032"/>
                </a:lnTo>
                <a:lnTo>
                  <a:pt x="1094714" y="31762"/>
                </a:lnTo>
                <a:lnTo>
                  <a:pt x="1095997" y="31762"/>
                </a:lnTo>
                <a:lnTo>
                  <a:pt x="1095997" y="29222"/>
                </a:lnTo>
                <a:close/>
              </a:path>
              <a:path w="1120140" h="82550">
                <a:moveTo>
                  <a:pt x="1099820" y="26682"/>
                </a:moveTo>
                <a:lnTo>
                  <a:pt x="17767" y="26682"/>
                </a:lnTo>
                <a:lnTo>
                  <a:pt x="17767" y="27952"/>
                </a:lnTo>
                <a:lnTo>
                  <a:pt x="1097267" y="27952"/>
                </a:lnTo>
                <a:lnTo>
                  <a:pt x="1097267" y="29222"/>
                </a:lnTo>
                <a:lnTo>
                  <a:pt x="1098537" y="29222"/>
                </a:lnTo>
                <a:lnTo>
                  <a:pt x="1098537" y="27952"/>
                </a:lnTo>
                <a:lnTo>
                  <a:pt x="1099820" y="27952"/>
                </a:lnTo>
                <a:lnTo>
                  <a:pt x="1099820" y="26682"/>
                </a:lnTo>
                <a:close/>
              </a:path>
              <a:path w="1120140" h="82550">
                <a:moveTo>
                  <a:pt x="1102347" y="22872"/>
                </a:moveTo>
                <a:lnTo>
                  <a:pt x="17767" y="22872"/>
                </a:lnTo>
                <a:lnTo>
                  <a:pt x="17767" y="25412"/>
                </a:lnTo>
                <a:lnTo>
                  <a:pt x="1099820" y="25412"/>
                </a:lnTo>
                <a:lnTo>
                  <a:pt x="1099820" y="26682"/>
                </a:lnTo>
                <a:lnTo>
                  <a:pt x="1101064" y="26682"/>
                </a:lnTo>
                <a:lnTo>
                  <a:pt x="1101064" y="25412"/>
                </a:lnTo>
                <a:lnTo>
                  <a:pt x="1102347" y="25412"/>
                </a:lnTo>
                <a:lnTo>
                  <a:pt x="1102347" y="22872"/>
                </a:lnTo>
                <a:close/>
              </a:path>
              <a:path w="1120140" h="82550">
                <a:moveTo>
                  <a:pt x="1104887" y="20332"/>
                </a:moveTo>
                <a:lnTo>
                  <a:pt x="20320" y="20332"/>
                </a:lnTo>
                <a:lnTo>
                  <a:pt x="20320" y="19062"/>
                </a:lnTo>
                <a:lnTo>
                  <a:pt x="19050" y="19062"/>
                </a:lnTo>
                <a:lnTo>
                  <a:pt x="19050" y="20332"/>
                </a:lnTo>
                <a:lnTo>
                  <a:pt x="19050" y="21602"/>
                </a:lnTo>
                <a:lnTo>
                  <a:pt x="1103617" y="21602"/>
                </a:lnTo>
                <a:lnTo>
                  <a:pt x="1103617" y="22872"/>
                </a:lnTo>
                <a:lnTo>
                  <a:pt x="1104887" y="22872"/>
                </a:lnTo>
                <a:lnTo>
                  <a:pt x="1104887" y="21602"/>
                </a:lnTo>
                <a:lnTo>
                  <a:pt x="1104887" y="20332"/>
                </a:lnTo>
                <a:close/>
              </a:path>
              <a:path w="1120140" h="82550">
                <a:moveTo>
                  <a:pt x="1107414" y="16522"/>
                </a:moveTo>
                <a:lnTo>
                  <a:pt x="21564" y="16522"/>
                </a:lnTo>
                <a:lnTo>
                  <a:pt x="21564" y="15252"/>
                </a:lnTo>
                <a:lnTo>
                  <a:pt x="20320" y="15252"/>
                </a:lnTo>
                <a:lnTo>
                  <a:pt x="20320" y="16522"/>
                </a:lnTo>
                <a:lnTo>
                  <a:pt x="20320" y="19062"/>
                </a:lnTo>
                <a:lnTo>
                  <a:pt x="1104887" y="19062"/>
                </a:lnTo>
                <a:lnTo>
                  <a:pt x="1104887" y="20332"/>
                </a:lnTo>
                <a:lnTo>
                  <a:pt x="1106170" y="20332"/>
                </a:lnTo>
                <a:lnTo>
                  <a:pt x="1106170" y="19062"/>
                </a:lnTo>
                <a:lnTo>
                  <a:pt x="1107414" y="19062"/>
                </a:lnTo>
                <a:lnTo>
                  <a:pt x="1107414" y="16522"/>
                </a:lnTo>
                <a:close/>
              </a:path>
              <a:path w="1120140" h="82550">
                <a:moveTo>
                  <a:pt x="1111224" y="13982"/>
                </a:moveTo>
                <a:lnTo>
                  <a:pt x="21564" y="13982"/>
                </a:lnTo>
                <a:lnTo>
                  <a:pt x="21564" y="15252"/>
                </a:lnTo>
                <a:lnTo>
                  <a:pt x="1108697" y="15252"/>
                </a:lnTo>
                <a:lnTo>
                  <a:pt x="1108697" y="16522"/>
                </a:lnTo>
                <a:lnTo>
                  <a:pt x="1109967" y="16522"/>
                </a:lnTo>
                <a:lnTo>
                  <a:pt x="1109967" y="15252"/>
                </a:lnTo>
                <a:lnTo>
                  <a:pt x="1111224" y="15252"/>
                </a:lnTo>
                <a:lnTo>
                  <a:pt x="1111224" y="13982"/>
                </a:lnTo>
                <a:close/>
              </a:path>
              <a:path w="1120140" h="82550">
                <a:moveTo>
                  <a:pt x="1113764" y="10172"/>
                </a:moveTo>
                <a:lnTo>
                  <a:pt x="22847" y="10172"/>
                </a:lnTo>
                <a:lnTo>
                  <a:pt x="22847" y="12712"/>
                </a:lnTo>
                <a:lnTo>
                  <a:pt x="1111224" y="12712"/>
                </a:lnTo>
                <a:lnTo>
                  <a:pt x="1111224" y="13982"/>
                </a:lnTo>
                <a:lnTo>
                  <a:pt x="1112494" y="13982"/>
                </a:lnTo>
                <a:lnTo>
                  <a:pt x="1112494" y="12712"/>
                </a:lnTo>
                <a:lnTo>
                  <a:pt x="1113764" y="12712"/>
                </a:lnTo>
                <a:lnTo>
                  <a:pt x="1113764" y="10172"/>
                </a:lnTo>
                <a:close/>
              </a:path>
              <a:path w="1120140" h="82550">
                <a:moveTo>
                  <a:pt x="1116317" y="7632"/>
                </a:moveTo>
                <a:lnTo>
                  <a:pt x="24117" y="7632"/>
                </a:lnTo>
                <a:lnTo>
                  <a:pt x="24117" y="6362"/>
                </a:lnTo>
                <a:lnTo>
                  <a:pt x="22847" y="6362"/>
                </a:lnTo>
                <a:lnTo>
                  <a:pt x="22847" y="7632"/>
                </a:lnTo>
                <a:lnTo>
                  <a:pt x="22847" y="8902"/>
                </a:lnTo>
                <a:lnTo>
                  <a:pt x="1116317" y="8902"/>
                </a:lnTo>
                <a:lnTo>
                  <a:pt x="1116317" y="7632"/>
                </a:lnTo>
                <a:close/>
              </a:path>
              <a:path w="1120140" h="82550">
                <a:moveTo>
                  <a:pt x="1118870" y="1282"/>
                </a:moveTo>
                <a:lnTo>
                  <a:pt x="25400" y="1282"/>
                </a:lnTo>
                <a:lnTo>
                  <a:pt x="25400" y="3822"/>
                </a:lnTo>
                <a:lnTo>
                  <a:pt x="24117" y="3822"/>
                </a:lnTo>
                <a:lnTo>
                  <a:pt x="24117" y="6362"/>
                </a:lnTo>
                <a:lnTo>
                  <a:pt x="1117587" y="6362"/>
                </a:lnTo>
                <a:lnTo>
                  <a:pt x="1117587" y="3822"/>
                </a:lnTo>
                <a:lnTo>
                  <a:pt x="1118870" y="3822"/>
                </a:lnTo>
                <a:lnTo>
                  <a:pt x="1118870" y="1282"/>
                </a:lnTo>
                <a:close/>
              </a:path>
              <a:path w="1120140" h="82550">
                <a:moveTo>
                  <a:pt x="1120114" y="0"/>
                </a:moveTo>
                <a:lnTo>
                  <a:pt x="1118870" y="0"/>
                </a:lnTo>
                <a:lnTo>
                  <a:pt x="1118870" y="1270"/>
                </a:lnTo>
                <a:lnTo>
                  <a:pt x="1120114" y="1270"/>
                </a:lnTo>
                <a:lnTo>
                  <a:pt x="1120114" y="0"/>
                </a:lnTo>
                <a:close/>
              </a:path>
            </a:pathLst>
          </a:custGeom>
          <a:solidFill>
            <a:srgbClr val="B55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6256007" y="655332"/>
            <a:ext cx="1518920" cy="81280"/>
          </a:xfrm>
          <a:custGeom>
            <a:avLst/>
            <a:gdLst/>
            <a:ahLst/>
            <a:cxnLst/>
            <a:rect l="l" t="t" r="r" b="b"/>
            <a:pathLst>
              <a:path w="1518920" h="81279">
                <a:moveTo>
                  <a:pt x="1504950" y="7607"/>
                </a:moveTo>
                <a:lnTo>
                  <a:pt x="0" y="7607"/>
                </a:lnTo>
                <a:lnTo>
                  <a:pt x="0" y="8877"/>
                </a:lnTo>
                <a:lnTo>
                  <a:pt x="1504950" y="8877"/>
                </a:lnTo>
                <a:lnTo>
                  <a:pt x="1504950" y="7607"/>
                </a:lnTo>
                <a:close/>
              </a:path>
              <a:path w="1518920" h="81279">
                <a:moveTo>
                  <a:pt x="1504950" y="3797"/>
                </a:moveTo>
                <a:lnTo>
                  <a:pt x="0" y="3797"/>
                </a:lnTo>
                <a:lnTo>
                  <a:pt x="0" y="6337"/>
                </a:lnTo>
                <a:lnTo>
                  <a:pt x="1504950" y="6337"/>
                </a:lnTo>
                <a:lnTo>
                  <a:pt x="1504950" y="3797"/>
                </a:lnTo>
                <a:close/>
              </a:path>
              <a:path w="1518920" h="81279">
                <a:moveTo>
                  <a:pt x="1504950" y="0"/>
                </a:moveTo>
                <a:lnTo>
                  <a:pt x="1503667" y="0"/>
                </a:lnTo>
                <a:lnTo>
                  <a:pt x="1503667" y="1270"/>
                </a:lnTo>
                <a:lnTo>
                  <a:pt x="0" y="1270"/>
                </a:lnTo>
                <a:lnTo>
                  <a:pt x="0" y="2540"/>
                </a:lnTo>
                <a:lnTo>
                  <a:pt x="1504950" y="2540"/>
                </a:lnTo>
                <a:lnTo>
                  <a:pt x="1504950" y="1270"/>
                </a:lnTo>
                <a:lnTo>
                  <a:pt x="1504950" y="0"/>
                </a:lnTo>
                <a:close/>
              </a:path>
              <a:path w="1518920" h="81279">
                <a:moveTo>
                  <a:pt x="1506220" y="10147"/>
                </a:moveTo>
                <a:lnTo>
                  <a:pt x="0" y="10147"/>
                </a:lnTo>
                <a:lnTo>
                  <a:pt x="0" y="12687"/>
                </a:lnTo>
                <a:lnTo>
                  <a:pt x="1506220" y="12687"/>
                </a:lnTo>
                <a:lnTo>
                  <a:pt x="1506220" y="10147"/>
                </a:lnTo>
                <a:close/>
              </a:path>
              <a:path w="1518920" h="81279">
                <a:moveTo>
                  <a:pt x="1507464" y="20307"/>
                </a:moveTo>
                <a:lnTo>
                  <a:pt x="1270" y="20307"/>
                </a:lnTo>
                <a:lnTo>
                  <a:pt x="1270" y="21577"/>
                </a:lnTo>
                <a:lnTo>
                  <a:pt x="1507464" y="21577"/>
                </a:lnTo>
                <a:lnTo>
                  <a:pt x="1507464" y="20307"/>
                </a:lnTo>
                <a:close/>
              </a:path>
              <a:path w="1518920" h="81279">
                <a:moveTo>
                  <a:pt x="1507464" y="16497"/>
                </a:moveTo>
                <a:lnTo>
                  <a:pt x="1270" y="16497"/>
                </a:lnTo>
                <a:lnTo>
                  <a:pt x="1270" y="15240"/>
                </a:lnTo>
                <a:lnTo>
                  <a:pt x="1506220" y="15240"/>
                </a:lnTo>
                <a:lnTo>
                  <a:pt x="1506220" y="13970"/>
                </a:lnTo>
                <a:lnTo>
                  <a:pt x="0" y="13970"/>
                </a:lnTo>
                <a:lnTo>
                  <a:pt x="0" y="15240"/>
                </a:lnTo>
                <a:lnTo>
                  <a:pt x="0" y="16510"/>
                </a:lnTo>
                <a:lnTo>
                  <a:pt x="1270" y="16510"/>
                </a:lnTo>
                <a:lnTo>
                  <a:pt x="1270" y="19037"/>
                </a:lnTo>
                <a:lnTo>
                  <a:pt x="1507464" y="19037"/>
                </a:lnTo>
                <a:lnTo>
                  <a:pt x="1507464" y="16497"/>
                </a:lnTo>
                <a:close/>
              </a:path>
              <a:path w="1518920" h="81279">
                <a:moveTo>
                  <a:pt x="1508747" y="26657"/>
                </a:moveTo>
                <a:lnTo>
                  <a:pt x="1270" y="26657"/>
                </a:lnTo>
                <a:lnTo>
                  <a:pt x="1270" y="27927"/>
                </a:lnTo>
                <a:lnTo>
                  <a:pt x="1508747" y="27927"/>
                </a:lnTo>
                <a:lnTo>
                  <a:pt x="1508747" y="26657"/>
                </a:lnTo>
                <a:close/>
              </a:path>
              <a:path w="1518920" h="81279">
                <a:moveTo>
                  <a:pt x="1508747" y="22847"/>
                </a:moveTo>
                <a:lnTo>
                  <a:pt x="1270" y="22847"/>
                </a:lnTo>
                <a:lnTo>
                  <a:pt x="1270" y="25387"/>
                </a:lnTo>
                <a:lnTo>
                  <a:pt x="1508747" y="25387"/>
                </a:lnTo>
                <a:lnTo>
                  <a:pt x="1508747" y="22847"/>
                </a:lnTo>
                <a:close/>
              </a:path>
              <a:path w="1518920" h="81279">
                <a:moveTo>
                  <a:pt x="1510017" y="33020"/>
                </a:moveTo>
                <a:lnTo>
                  <a:pt x="1270" y="33020"/>
                </a:lnTo>
                <a:lnTo>
                  <a:pt x="1270" y="34290"/>
                </a:lnTo>
                <a:lnTo>
                  <a:pt x="1270" y="35560"/>
                </a:lnTo>
                <a:lnTo>
                  <a:pt x="2527" y="35560"/>
                </a:lnTo>
                <a:lnTo>
                  <a:pt x="2527" y="34290"/>
                </a:lnTo>
                <a:lnTo>
                  <a:pt x="1510017" y="34290"/>
                </a:lnTo>
                <a:lnTo>
                  <a:pt x="1510017" y="33020"/>
                </a:lnTo>
                <a:close/>
              </a:path>
              <a:path w="1518920" h="81279">
                <a:moveTo>
                  <a:pt x="1510017" y="29197"/>
                </a:moveTo>
                <a:lnTo>
                  <a:pt x="1270" y="29197"/>
                </a:lnTo>
                <a:lnTo>
                  <a:pt x="1270" y="31737"/>
                </a:lnTo>
                <a:lnTo>
                  <a:pt x="1510017" y="31737"/>
                </a:lnTo>
                <a:lnTo>
                  <a:pt x="1510017" y="29197"/>
                </a:lnTo>
                <a:close/>
              </a:path>
              <a:path w="1518920" h="81279">
                <a:moveTo>
                  <a:pt x="1515097" y="54610"/>
                </a:moveTo>
                <a:lnTo>
                  <a:pt x="1513814" y="54610"/>
                </a:lnTo>
                <a:lnTo>
                  <a:pt x="1513814" y="53340"/>
                </a:lnTo>
                <a:lnTo>
                  <a:pt x="1513814" y="46990"/>
                </a:lnTo>
                <a:lnTo>
                  <a:pt x="1512570" y="46990"/>
                </a:lnTo>
                <a:lnTo>
                  <a:pt x="1512570" y="40640"/>
                </a:lnTo>
                <a:lnTo>
                  <a:pt x="1511300" y="40640"/>
                </a:lnTo>
                <a:lnTo>
                  <a:pt x="1511300" y="35560"/>
                </a:lnTo>
                <a:lnTo>
                  <a:pt x="1511300" y="34290"/>
                </a:lnTo>
                <a:lnTo>
                  <a:pt x="1510017" y="34290"/>
                </a:lnTo>
                <a:lnTo>
                  <a:pt x="1510017" y="35560"/>
                </a:lnTo>
                <a:lnTo>
                  <a:pt x="2527" y="35560"/>
                </a:lnTo>
                <a:lnTo>
                  <a:pt x="2527" y="40640"/>
                </a:lnTo>
                <a:lnTo>
                  <a:pt x="2527" y="46990"/>
                </a:lnTo>
                <a:lnTo>
                  <a:pt x="2527" y="53340"/>
                </a:lnTo>
                <a:lnTo>
                  <a:pt x="3797" y="53340"/>
                </a:lnTo>
                <a:lnTo>
                  <a:pt x="3797" y="54610"/>
                </a:lnTo>
                <a:lnTo>
                  <a:pt x="3797" y="60960"/>
                </a:lnTo>
                <a:lnTo>
                  <a:pt x="1515097" y="60960"/>
                </a:lnTo>
                <a:lnTo>
                  <a:pt x="1515097" y="54610"/>
                </a:lnTo>
                <a:close/>
              </a:path>
              <a:path w="1518920" h="81279">
                <a:moveTo>
                  <a:pt x="1518920" y="79997"/>
                </a:moveTo>
                <a:lnTo>
                  <a:pt x="5080" y="79997"/>
                </a:lnTo>
                <a:lnTo>
                  <a:pt x="5080" y="81267"/>
                </a:lnTo>
                <a:lnTo>
                  <a:pt x="1518920" y="81267"/>
                </a:lnTo>
                <a:lnTo>
                  <a:pt x="1518920" y="79997"/>
                </a:lnTo>
                <a:close/>
              </a:path>
              <a:path w="1518920" h="81279">
                <a:moveTo>
                  <a:pt x="1518920" y="73647"/>
                </a:moveTo>
                <a:lnTo>
                  <a:pt x="5080" y="73647"/>
                </a:lnTo>
                <a:lnTo>
                  <a:pt x="5080" y="72390"/>
                </a:lnTo>
                <a:lnTo>
                  <a:pt x="1517650" y="72390"/>
                </a:lnTo>
                <a:lnTo>
                  <a:pt x="1517650" y="71120"/>
                </a:lnTo>
                <a:lnTo>
                  <a:pt x="3797" y="71120"/>
                </a:lnTo>
                <a:lnTo>
                  <a:pt x="3797" y="72390"/>
                </a:lnTo>
                <a:lnTo>
                  <a:pt x="3797" y="73660"/>
                </a:lnTo>
                <a:lnTo>
                  <a:pt x="5080" y="73660"/>
                </a:lnTo>
                <a:lnTo>
                  <a:pt x="5080" y="78727"/>
                </a:lnTo>
                <a:lnTo>
                  <a:pt x="1518920" y="78727"/>
                </a:lnTo>
                <a:lnTo>
                  <a:pt x="1518920" y="73647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7868907" y="655319"/>
            <a:ext cx="1062990" cy="81280"/>
          </a:xfrm>
          <a:custGeom>
            <a:avLst/>
            <a:gdLst/>
            <a:ahLst/>
            <a:cxnLst/>
            <a:rect l="l" t="t" r="r" b="b"/>
            <a:pathLst>
              <a:path w="1062990" h="81279">
                <a:moveTo>
                  <a:pt x="980414" y="80010"/>
                </a:moveTo>
                <a:lnTo>
                  <a:pt x="0" y="80010"/>
                </a:lnTo>
                <a:lnTo>
                  <a:pt x="0" y="81280"/>
                </a:lnTo>
                <a:lnTo>
                  <a:pt x="980414" y="81280"/>
                </a:lnTo>
                <a:lnTo>
                  <a:pt x="980414" y="80010"/>
                </a:lnTo>
                <a:close/>
              </a:path>
              <a:path w="1062990" h="81279">
                <a:moveTo>
                  <a:pt x="985494" y="73672"/>
                </a:moveTo>
                <a:lnTo>
                  <a:pt x="2514" y="73672"/>
                </a:lnTo>
                <a:lnTo>
                  <a:pt x="2514" y="76212"/>
                </a:lnTo>
                <a:lnTo>
                  <a:pt x="1270" y="76212"/>
                </a:lnTo>
                <a:lnTo>
                  <a:pt x="1270" y="77482"/>
                </a:lnTo>
                <a:lnTo>
                  <a:pt x="1270" y="78752"/>
                </a:lnTo>
                <a:lnTo>
                  <a:pt x="981697" y="78752"/>
                </a:lnTo>
                <a:lnTo>
                  <a:pt x="981697" y="80022"/>
                </a:lnTo>
                <a:lnTo>
                  <a:pt x="982967" y="80022"/>
                </a:lnTo>
                <a:lnTo>
                  <a:pt x="982967" y="78752"/>
                </a:lnTo>
                <a:lnTo>
                  <a:pt x="982967" y="77482"/>
                </a:lnTo>
                <a:lnTo>
                  <a:pt x="984250" y="77482"/>
                </a:lnTo>
                <a:lnTo>
                  <a:pt x="984250" y="76212"/>
                </a:lnTo>
                <a:lnTo>
                  <a:pt x="985494" y="76212"/>
                </a:lnTo>
                <a:lnTo>
                  <a:pt x="985494" y="73672"/>
                </a:lnTo>
                <a:close/>
              </a:path>
              <a:path w="1062990" h="81279">
                <a:moveTo>
                  <a:pt x="1013447" y="35572"/>
                </a:moveTo>
                <a:lnTo>
                  <a:pt x="13970" y="35572"/>
                </a:lnTo>
                <a:lnTo>
                  <a:pt x="13970" y="38112"/>
                </a:lnTo>
                <a:lnTo>
                  <a:pt x="12700" y="38112"/>
                </a:lnTo>
                <a:lnTo>
                  <a:pt x="12700" y="39382"/>
                </a:lnTo>
                <a:lnTo>
                  <a:pt x="12700" y="40652"/>
                </a:lnTo>
                <a:lnTo>
                  <a:pt x="12700" y="43192"/>
                </a:lnTo>
                <a:lnTo>
                  <a:pt x="11417" y="43192"/>
                </a:lnTo>
                <a:lnTo>
                  <a:pt x="11417" y="44462"/>
                </a:lnTo>
                <a:lnTo>
                  <a:pt x="11417" y="45732"/>
                </a:lnTo>
                <a:lnTo>
                  <a:pt x="11417" y="47002"/>
                </a:lnTo>
                <a:lnTo>
                  <a:pt x="10147" y="47002"/>
                </a:lnTo>
                <a:lnTo>
                  <a:pt x="10147" y="48272"/>
                </a:lnTo>
                <a:lnTo>
                  <a:pt x="10147" y="49542"/>
                </a:lnTo>
                <a:lnTo>
                  <a:pt x="10147" y="50812"/>
                </a:lnTo>
                <a:lnTo>
                  <a:pt x="8864" y="50812"/>
                </a:lnTo>
                <a:lnTo>
                  <a:pt x="8864" y="53352"/>
                </a:lnTo>
                <a:lnTo>
                  <a:pt x="8864" y="54622"/>
                </a:lnTo>
                <a:lnTo>
                  <a:pt x="7620" y="54622"/>
                </a:lnTo>
                <a:lnTo>
                  <a:pt x="7620" y="55892"/>
                </a:lnTo>
                <a:lnTo>
                  <a:pt x="7620" y="58432"/>
                </a:lnTo>
                <a:lnTo>
                  <a:pt x="7620" y="59702"/>
                </a:lnTo>
                <a:lnTo>
                  <a:pt x="6350" y="59702"/>
                </a:lnTo>
                <a:lnTo>
                  <a:pt x="6350" y="60972"/>
                </a:lnTo>
                <a:lnTo>
                  <a:pt x="995667" y="60972"/>
                </a:lnTo>
                <a:lnTo>
                  <a:pt x="995667" y="59702"/>
                </a:lnTo>
                <a:lnTo>
                  <a:pt x="996950" y="59702"/>
                </a:lnTo>
                <a:lnTo>
                  <a:pt x="996950" y="58432"/>
                </a:lnTo>
                <a:lnTo>
                  <a:pt x="998220" y="58432"/>
                </a:lnTo>
                <a:lnTo>
                  <a:pt x="998220" y="55892"/>
                </a:lnTo>
                <a:lnTo>
                  <a:pt x="999464" y="55892"/>
                </a:lnTo>
                <a:lnTo>
                  <a:pt x="999464" y="54622"/>
                </a:lnTo>
                <a:lnTo>
                  <a:pt x="1000747" y="54622"/>
                </a:lnTo>
                <a:lnTo>
                  <a:pt x="1000747" y="53352"/>
                </a:lnTo>
                <a:lnTo>
                  <a:pt x="1002017" y="53352"/>
                </a:lnTo>
                <a:lnTo>
                  <a:pt x="1002017" y="50812"/>
                </a:lnTo>
                <a:lnTo>
                  <a:pt x="1003300" y="50812"/>
                </a:lnTo>
                <a:lnTo>
                  <a:pt x="1003300" y="49542"/>
                </a:lnTo>
                <a:lnTo>
                  <a:pt x="1004544" y="49542"/>
                </a:lnTo>
                <a:lnTo>
                  <a:pt x="1004544" y="48272"/>
                </a:lnTo>
                <a:lnTo>
                  <a:pt x="1005814" y="48272"/>
                </a:lnTo>
                <a:lnTo>
                  <a:pt x="1005814" y="47002"/>
                </a:lnTo>
                <a:lnTo>
                  <a:pt x="1005814" y="45732"/>
                </a:lnTo>
                <a:lnTo>
                  <a:pt x="1007097" y="45732"/>
                </a:lnTo>
                <a:lnTo>
                  <a:pt x="1007097" y="44462"/>
                </a:lnTo>
                <a:lnTo>
                  <a:pt x="1008367" y="44462"/>
                </a:lnTo>
                <a:lnTo>
                  <a:pt x="1008367" y="43192"/>
                </a:lnTo>
                <a:lnTo>
                  <a:pt x="1009650" y="43192"/>
                </a:lnTo>
                <a:lnTo>
                  <a:pt x="1009650" y="40652"/>
                </a:lnTo>
                <a:lnTo>
                  <a:pt x="1010920" y="40652"/>
                </a:lnTo>
                <a:lnTo>
                  <a:pt x="1010920" y="39382"/>
                </a:lnTo>
                <a:lnTo>
                  <a:pt x="1012164" y="39382"/>
                </a:lnTo>
                <a:lnTo>
                  <a:pt x="1012164" y="38112"/>
                </a:lnTo>
                <a:lnTo>
                  <a:pt x="1013447" y="38112"/>
                </a:lnTo>
                <a:lnTo>
                  <a:pt x="1013447" y="35572"/>
                </a:lnTo>
                <a:close/>
              </a:path>
              <a:path w="1062990" h="81279">
                <a:moveTo>
                  <a:pt x="1026147" y="33032"/>
                </a:moveTo>
                <a:lnTo>
                  <a:pt x="15214" y="33032"/>
                </a:lnTo>
                <a:lnTo>
                  <a:pt x="15214" y="34290"/>
                </a:lnTo>
                <a:lnTo>
                  <a:pt x="13970" y="34290"/>
                </a:lnTo>
                <a:lnTo>
                  <a:pt x="13970" y="35560"/>
                </a:lnTo>
                <a:lnTo>
                  <a:pt x="15214" y="35560"/>
                </a:lnTo>
                <a:lnTo>
                  <a:pt x="15214" y="34302"/>
                </a:lnTo>
                <a:lnTo>
                  <a:pt x="1014717" y="34302"/>
                </a:lnTo>
                <a:lnTo>
                  <a:pt x="1014717" y="35572"/>
                </a:lnTo>
                <a:lnTo>
                  <a:pt x="1015974" y="35572"/>
                </a:lnTo>
                <a:lnTo>
                  <a:pt x="1015974" y="34302"/>
                </a:lnTo>
                <a:lnTo>
                  <a:pt x="1026147" y="34302"/>
                </a:lnTo>
                <a:lnTo>
                  <a:pt x="1026147" y="33032"/>
                </a:lnTo>
                <a:close/>
              </a:path>
              <a:path w="1062990" h="81279">
                <a:moveTo>
                  <a:pt x="1028687" y="29222"/>
                </a:moveTo>
                <a:lnTo>
                  <a:pt x="16497" y="29222"/>
                </a:lnTo>
                <a:lnTo>
                  <a:pt x="16497" y="31762"/>
                </a:lnTo>
                <a:lnTo>
                  <a:pt x="1026147" y="31762"/>
                </a:lnTo>
                <a:lnTo>
                  <a:pt x="1026147" y="33032"/>
                </a:lnTo>
                <a:lnTo>
                  <a:pt x="1027417" y="33032"/>
                </a:lnTo>
                <a:lnTo>
                  <a:pt x="1027417" y="31762"/>
                </a:lnTo>
                <a:lnTo>
                  <a:pt x="1028687" y="31762"/>
                </a:lnTo>
                <a:lnTo>
                  <a:pt x="1028687" y="29222"/>
                </a:lnTo>
                <a:close/>
              </a:path>
              <a:path w="1062990" h="81279">
                <a:moveTo>
                  <a:pt x="1032497" y="26682"/>
                </a:moveTo>
                <a:lnTo>
                  <a:pt x="17767" y="26682"/>
                </a:lnTo>
                <a:lnTo>
                  <a:pt x="17767" y="27952"/>
                </a:lnTo>
                <a:lnTo>
                  <a:pt x="1029944" y="27952"/>
                </a:lnTo>
                <a:lnTo>
                  <a:pt x="1029944" y="29222"/>
                </a:lnTo>
                <a:lnTo>
                  <a:pt x="1031214" y="29222"/>
                </a:lnTo>
                <a:lnTo>
                  <a:pt x="1031214" y="27952"/>
                </a:lnTo>
                <a:lnTo>
                  <a:pt x="1032497" y="27952"/>
                </a:lnTo>
                <a:lnTo>
                  <a:pt x="1032497" y="26682"/>
                </a:lnTo>
                <a:close/>
              </a:path>
              <a:path w="1062990" h="81279">
                <a:moveTo>
                  <a:pt x="1035037" y="22872"/>
                </a:moveTo>
                <a:lnTo>
                  <a:pt x="17767" y="22872"/>
                </a:lnTo>
                <a:lnTo>
                  <a:pt x="17767" y="25412"/>
                </a:lnTo>
                <a:lnTo>
                  <a:pt x="1032497" y="25412"/>
                </a:lnTo>
                <a:lnTo>
                  <a:pt x="1032497" y="26682"/>
                </a:lnTo>
                <a:lnTo>
                  <a:pt x="1033767" y="26682"/>
                </a:lnTo>
                <a:lnTo>
                  <a:pt x="1033767" y="25412"/>
                </a:lnTo>
                <a:lnTo>
                  <a:pt x="1035037" y="25412"/>
                </a:lnTo>
                <a:lnTo>
                  <a:pt x="1035037" y="22872"/>
                </a:lnTo>
                <a:close/>
              </a:path>
              <a:path w="1062990" h="81279">
                <a:moveTo>
                  <a:pt x="1038847" y="20332"/>
                </a:moveTo>
                <a:lnTo>
                  <a:pt x="19050" y="20332"/>
                </a:lnTo>
                <a:lnTo>
                  <a:pt x="19050" y="21602"/>
                </a:lnTo>
                <a:lnTo>
                  <a:pt x="1036320" y="21602"/>
                </a:lnTo>
                <a:lnTo>
                  <a:pt x="1036320" y="22872"/>
                </a:lnTo>
                <a:lnTo>
                  <a:pt x="1037564" y="22872"/>
                </a:lnTo>
                <a:lnTo>
                  <a:pt x="1037564" y="21602"/>
                </a:lnTo>
                <a:lnTo>
                  <a:pt x="1038847" y="21602"/>
                </a:lnTo>
                <a:lnTo>
                  <a:pt x="1038847" y="20332"/>
                </a:lnTo>
                <a:close/>
              </a:path>
              <a:path w="1062990" h="81279">
                <a:moveTo>
                  <a:pt x="1041387" y="16522"/>
                </a:moveTo>
                <a:lnTo>
                  <a:pt x="20320" y="16522"/>
                </a:lnTo>
                <a:lnTo>
                  <a:pt x="20320" y="19062"/>
                </a:lnTo>
                <a:lnTo>
                  <a:pt x="1038847" y="19062"/>
                </a:lnTo>
                <a:lnTo>
                  <a:pt x="1038847" y="20332"/>
                </a:lnTo>
                <a:lnTo>
                  <a:pt x="1040117" y="20332"/>
                </a:lnTo>
                <a:lnTo>
                  <a:pt x="1040117" y="19062"/>
                </a:lnTo>
                <a:lnTo>
                  <a:pt x="1041387" y="19062"/>
                </a:lnTo>
                <a:lnTo>
                  <a:pt x="1041387" y="16522"/>
                </a:lnTo>
                <a:close/>
              </a:path>
              <a:path w="1062990" h="81279">
                <a:moveTo>
                  <a:pt x="1045197" y="13982"/>
                </a:moveTo>
                <a:lnTo>
                  <a:pt x="21564" y="13982"/>
                </a:lnTo>
                <a:lnTo>
                  <a:pt x="21564" y="15252"/>
                </a:lnTo>
                <a:lnTo>
                  <a:pt x="1042670" y="15252"/>
                </a:lnTo>
                <a:lnTo>
                  <a:pt x="1042670" y="16522"/>
                </a:lnTo>
                <a:lnTo>
                  <a:pt x="1043914" y="16522"/>
                </a:lnTo>
                <a:lnTo>
                  <a:pt x="1043914" y="15252"/>
                </a:lnTo>
                <a:lnTo>
                  <a:pt x="1045197" y="15252"/>
                </a:lnTo>
                <a:lnTo>
                  <a:pt x="1045197" y="13982"/>
                </a:lnTo>
                <a:close/>
              </a:path>
              <a:path w="1062990" h="81279">
                <a:moveTo>
                  <a:pt x="1048994" y="10172"/>
                </a:moveTo>
                <a:lnTo>
                  <a:pt x="21564" y="10172"/>
                </a:lnTo>
                <a:lnTo>
                  <a:pt x="21564" y="12712"/>
                </a:lnTo>
                <a:lnTo>
                  <a:pt x="1045197" y="12712"/>
                </a:lnTo>
                <a:lnTo>
                  <a:pt x="1045197" y="13982"/>
                </a:lnTo>
                <a:lnTo>
                  <a:pt x="1046467" y="13982"/>
                </a:lnTo>
                <a:lnTo>
                  <a:pt x="1046467" y="12712"/>
                </a:lnTo>
                <a:lnTo>
                  <a:pt x="1048994" y="12712"/>
                </a:lnTo>
                <a:lnTo>
                  <a:pt x="1048994" y="10172"/>
                </a:lnTo>
                <a:close/>
              </a:path>
              <a:path w="1062990" h="81279">
                <a:moveTo>
                  <a:pt x="1052817" y="7632"/>
                </a:moveTo>
                <a:lnTo>
                  <a:pt x="24117" y="7632"/>
                </a:lnTo>
                <a:lnTo>
                  <a:pt x="24117" y="6362"/>
                </a:lnTo>
                <a:lnTo>
                  <a:pt x="22847" y="6362"/>
                </a:lnTo>
                <a:lnTo>
                  <a:pt x="22847" y="7632"/>
                </a:lnTo>
                <a:lnTo>
                  <a:pt x="22847" y="8902"/>
                </a:lnTo>
                <a:lnTo>
                  <a:pt x="1050264" y="8902"/>
                </a:lnTo>
                <a:lnTo>
                  <a:pt x="1050264" y="10172"/>
                </a:lnTo>
                <a:lnTo>
                  <a:pt x="1051547" y="10172"/>
                </a:lnTo>
                <a:lnTo>
                  <a:pt x="1051547" y="8902"/>
                </a:lnTo>
                <a:lnTo>
                  <a:pt x="1052817" y="8902"/>
                </a:lnTo>
                <a:lnTo>
                  <a:pt x="1052817" y="7632"/>
                </a:lnTo>
                <a:close/>
              </a:path>
              <a:path w="1062990" h="81279">
                <a:moveTo>
                  <a:pt x="1056614" y="3822"/>
                </a:moveTo>
                <a:lnTo>
                  <a:pt x="25400" y="3822"/>
                </a:lnTo>
                <a:lnTo>
                  <a:pt x="25400" y="2552"/>
                </a:lnTo>
                <a:lnTo>
                  <a:pt x="24117" y="2552"/>
                </a:lnTo>
                <a:lnTo>
                  <a:pt x="24117" y="3822"/>
                </a:lnTo>
                <a:lnTo>
                  <a:pt x="24117" y="6362"/>
                </a:lnTo>
                <a:lnTo>
                  <a:pt x="1052817" y="6362"/>
                </a:lnTo>
                <a:lnTo>
                  <a:pt x="1052817" y="7632"/>
                </a:lnTo>
                <a:lnTo>
                  <a:pt x="1055370" y="7632"/>
                </a:lnTo>
                <a:lnTo>
                  <a:pt x="1055370" y="6362"/>
                </a:lnTo>
                <a:lnTo>
                  <a:pt x="1056614" y="6362"/>
                </a:lnTo>
                <a:lnTo>
                  <a:pt x="1056614" y="3822"/>
                </a:lnTo>
                <a:close/>
              </a:path>
              <a:path w="1062990" h="81279">
                <a:moveTo>
                  <a:pt x="1061720" y="1282"/>
                </a:moveTo>
                <a:lnTo>
                  <a:pt x="25400" y="1282"/>
                </a:lnTo>
                <a:lnTo>
                  <a:pt x="25400" y="2552"/>
                </a:lnTo>
                <a:lnTo>
                  <a:pt x="1057897" y="2552"/>
                </a:lnTo>
                <a:lnTo>
                  <a:pt x="1057897" y="3822"/>
                </a:lnTo>
                <a:lnTo>
                  <a:pt x="1060437" y="3822"/>
                </a:lnTo>
                <a:lnTo>
                  <a:pt x="1060437" y="2552"/>
                </a:lnTo>
                <a:lnTo>
                  <a:pt x="1061720" y="2552"/>
                </a:lnTo>
                <a:lnTo>
                  <a:pt x="1061720" y="1282"/>
                </a:lnTo>
                <a:close/>
              </a:path>
              <a:path w="1062990" h="81279">
                <a:moveTo>
                  <a:pt x="1062964" y="0"/>
                </a:moveTo>
                <a:lnTo>
                  <a:pt x="1061720" y="0"/>
                </a:lnTo>
                <a:lnTo>
                  <a:pt x="1061720" y="1270"/>
                </a:lnTo>
                <a:lnTo>
                  <a:pt x="1062964" y="1270"/>
                </a:lnTo>
                <a:lnTo>
                  <a:pt x="1062964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6259804" y="717549"/>
            <a:ext cx="1514475" cy="10160"/>
          </a:xfrm>
          <a:custGeom>
            <a:avLst/>
            <a:gdLst/>
            <a:ahLst/>
            <a:cxnLst/>
            <a:rect l="l" t="t" r="r" b="b"/>
            <a:pathLst>
              <a:path w="1514475" h="10159">
                <a:moveTo>
                  <a:pt x="1512570" y="2540"/>
                </a:moveTo>
                <a:lnTo>
                  <a:pt x="0" y="2540"/>
                </a:lnTo>
                <a:lnTo>
                  <a:pt x="0" y="3810"/>
                </a:lnTo>
                <a:lnTo>
                  <a:pt x="1512570" y="3810"/>
                </a:lnTo>
                <a:lnTo>
                  <a:pt x="1512570" y="2540"/>
                </a:lnTo>
                <a:close/>
              </a:path>
              <a:path w="1514475" h="10159">
                <a:moveTo>
                  <a:pt x="1512570" y="0"/>
                </a:moveTo>
                <a:lnTo>
                  <a:pt x="0" y="0"/>
                </a:lnTo>
                <a:lnTo>
                  <a:pt x="0" y="1270"/>
                </a:lnTo>
                <a:lnTo>
                  <a:pt x="1512570" y="1270"/>
                </a:lnTo>
                <a:lnTo>
                  <a:pt x="1512570" y="0"/>
                </a:lnTo>
                <a:close/>
              </a:path>
              <a:path w="1514475" h="10159">
                <a:moveTo>
                  <a:pt x="1513852" y="8890"/>
                </a:moveTo>
                <a:lnTo>
                  <a:pt x="0" y="8890"/>
                </a:lnTo>
                <a:lnTo>
                  <a:pt x="0" y="10160"/>
                </a:lnTo>
                <a:lnTo>
                  <a:pt x="1513852" y="10160"/>
                </a:lnTo>
                <a:lnTo>
                  <a:pt x="1513852" y="8890"/>
                </a:lnTo>
                <a:close/>
              </a:path>
              <a:path w="1514475" h="10159">
                <a:moveTo>
                  <a:pt x="1513852" y="5080"/>
                </a:moveTo>
                <a:lnTo>
                  <a:pt x="0" y="5080"/>
                </a:lnTo>
                <a:lnTo>
                  <a:pt x="0" y="7620"/>
                </a:lnTo>
                <a:lnTo>
                  <a:pt x="1513852" y="7620"/>
                </a:lnTo>
                <a:lnTo>
                  <a:pt x="1513852" y="5080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7872704" y="717562"/>
            <a:ext cx="990600" cy="10160"/>
          </a:xfrm>
          <a:custGeom>
            <a:avLst/>
            <a:gdLst/>
            <a:ahLst/>
            <a:cxnLst/>
            <a:rect l="l" t="t" r="r" b="b"/>
            <a:pathLst>
              <a:path w="990600" h="10159">
                <a:moveTo>
                  <a:pt x="986802" y="5080"/>
                </a:moveTo>
                <a:lnTo>
                  <a:pt x="0" y="5080"/>
                </a:lnTo>
                <a:lnTo>
                  <a:pt x="0" y="7620"/>
                </a:lnTo>
                <a:lnTo>
                  <a:pt x="984250" y="7620"/>
                </a:lnTo>
                <a:lnTo>
                  <a:pt x="984250" y="8877"/>
                </a:lnTo>
                <a:lnTo>
                  <a:pt x="0" y="8877"/>
                </a:lnTo>
                <a:lnTo>
                  <a:pt x="0" y="10147"/>
                </a:lnTo>
                <a:lnTo>
                  <a:pt x="984250" y="10147"/>
                </a:lnTo>
                <a:lnTo>
                  <a:pt x="984250" y="8890"/>
                </a:lnTo>
                <a:lnTo>
                  <a:pt x="985520" y="8890"/>
                </a:lnTo>
                <a:lnTo>
                  <a:pt x="985520" y="7620"/>
                </a:lnTo>
                <a:lnTo>
                  <a:pt x="986802" y="7620"/>
                </a:lnTo>
                <a:lnTo>
                  <a:pt x="986802" y="5080"/>
                </a:lnTo>
                <a:close/>
              </a:path>
              <a:path w="990600" h="10159">
                <a:moveTo>
                  <a:pt x="989317" y="2540"/>
                </a:moveTo>
                <a:lnTo>
                  <a:pt x="2552" y="2540"/>
                </a:lnTo>
                <a:lnTo>
                  <a:pt x="2552" y="1270"/>
                </a:lnTo>
                <a:lnTo>
                  <a:pt x="1270" y="1270"/>
                </a:lnTo>
                <a:lnTo>
                  <a:pt x="1270" y="2540"/>
                </a:lnTo>
                <a:lnTo>
                  <a:pt x="1270" y="3810"/>
                </a:lnTo>
                <a:lnTo>
                  <a:pt x="986802" y="3810"/>
                </a:lnTo>
                <a:lnTo>
                  <a:pt x="986802" y="5080"/>
                </a:lnTo>
                <a:lnTo>
                  <a:pt x="988072" y="5080"/>
                </a:lnTo>
                <a:lnTo>
                  <a:pt x="988072" y="3810"/>
                </a:lnTo>
                <a:lnTo>
                  <a:pt x="989317" y="3810"/>
                </a:lnTo>
                <a:lnTo>
                  <a:pt x="989317" y="2540"/>
                </a:lnTo>
                <a:close/>
              </a:path>
              <a:path w="990600" h="10159">
                <a:moveTo>
                  <a:pt x="990600" y="0"/>
                </a:moveTo>
                <a:lnTo>
                  <a:pt x="2552" y="0"/>
                </a:lnTo>
                <a:lnTo>
                  <a:pt x="2552" y="1270"/>
                </a:lnTo>
                <a:lnTo>
                  <a:pt x="989317" y="1270"/>
                </a:lnTo>
                <a:lnTo>
                  <a:pt x="989317" y="2540"/>
                </a:lnTo>
                <a:lnTo>
                  <a:pt x="990600" y="2540"/>
                </a:lnTo>
                <a:lnTo>
                  <a:pt x="990600" y="1270"/>
                </a:lnTo>
                <a:lnTo>
                  <a:pt x="990600" y="0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6278854" y="764552"/>
            <a:ext cx="1495425" cy="52069"/>
          </a:xfrm>
          <a:custGeom>
            <a:avLst/>
            <a:gdLst/>
            <a:ahLst/>
            <a:cxnLst/>
            <a:rect l="l" t="t" r="r" b="b"/>
            <a:pathLst>
              <a:path w="1495425" h="52069">
                <a:moveTo>
                  <a:pt x="1485900" y="46990"/>
                </a:moveTo>
                <a:lnTo>
                  <a:pt x="34302" y="46990"/>
                </a:lnTo>
                <a:lnTo>
                  <a:pt x="34302" y="49530"/>
                </a:lnTo>
                <a:lnTo>
                  <a:pt x="34302" y="50800"/>
                </a:lnTo>
                <a:lnTo>
                  <a:pt x="35572" y="50800"/>
                </a:lnTo>
                <a:lnTo>
                  <a:pt x="35572" y="52057"/>
                </a:lnTo>
                <a:lnTo>
                  <a:pt x="1484617" y="52057"/>
                </a:lnTo>
                <a:lnTo>
                  <a:pt x="1484617" y="50787"/>
                </a:lnTo>
                <a:lnTo>
                  <a:pt x="35572" y="50787"/>
                </a:lnTo>
                <a:lnTo>
                  <a:pt x="35572" y="49530"/>
                </a:lnTo>
                <a:lnTo>
                  <a:pt x="1485900" y="49530"/>
                </a:lnTo>
                <a:lnTo>
                  <a:pt x="1485900" y="46990"/>
                </a:lnTo>
                <a:close/>
              </a:path>
              <a:path w="1495425" h="52069">
                <a:moveTo>
                  <a:pt x="1485900" y="44450"/>
                </a:moveTo>
                <a:lnTo>
                  <a:pt x="31750" y="44450"/>
                </a:lnTo>
                <a:lnTo>
                  <a:pt x="31750" y="45720"/>
                </a:lnTo>
                <a:lnTo>
                  <a:pt x="31750" y="46990"/>
                </a:lnTo>
                <a:lnTo>
                  <a:pt x="33032" y="46990"/>
                </a:lnTo>
                <a:lnTo>
                  <a:pt x="33032" y="45720"/>
                </a:lnTo>
                <a:lnTo>
                  <a:pt x="1485900" y="45720"/>
                </a:lnTo>
                <a:lnTo>
                  <a:pt x="1485900" y="44450"/>
                </a:lnTo>
                <a:close/>
              </a:path>
              <a:path w="1495425" h="52069">
                <a:moveTo>
                  <a:pt x="1487170" y="40640"/>
                </a:moveTo>
                <a:lnTo>
                  <a:pt x="29222" y="40640"/>
                </a:lnTo>
                <a:lnTo>
                  <a:pt x="29222" y="43180"/>
                </a:lnTo>
                <a:lnTo>
                  <a:pt x="30480" y="43180"/>
                </a:lnTo>
                <a:lnTo>
                  <a:pt x="30480" y="44450"/>
                </a:lnTo>
                <a:lnTo>
                  <a:pt x="31750" y="44450"/>
                </a:lnTo>
                <a:lnTo>
                  <a:pt x="31750" y="43180"/>
                </a:lnTo>
                <a:lnTo>
                  <a:pt x="1487170" y="43180"/>
                </a:lnTo>
                <a:lnTo>
                  <a:pt x="1487170" y="40640"/>
                </a:lnTo>
                <a:close/>
              </a:path>
              <a:path w="1495425" h="52069">
                <a:moveTo>
                  <a:pt x="1488452" y="34290"/>
                </a:moveTo>
                <a:lnTo>
                  <a:pt x="25400" y="34290"/>
                </a:lnTo>
                <a:lnTo>
                  <a:pt x="25400" y="36830"/>
                </a:lnTo>
                <a:lnTo>
                  <a:pt x="25400" y="38100"/>
                </a:lnTo>
                <a:lnTo>
                  <a:pt x="26682" y="38100"/>
                </a:lnTo>
                <a:lnTo>
                  <a:pt x="26682" y="39357"/>
                </a:lnTo>
                <a:lnTo>
                  <a:pt x="1487170" y="39357"/>
                </a:lnTo>
                <a:lnTo>
                  <a:pt x="1487170" y="38087"/>
                </a:lnTo>
                <a:lnTo>
                  <a:pt x="26682" y="38087"/>
                </a:lnTo>
                <a:lnTo>
                  <a:pt x="26682" y="36830"/>
                </a:lnTo>
                <a:lnTo>
                  <a:pt x="1488452" y="36830"/>
                </a:lnTo>
                <a:lnTo>
                  <a:pt x="1488452" y="34290"/>
                </a:lnTo>
                <a:close/>
              </a:path>
              <a:path w="1495425" h="52069">
                <a:moveTo>
                  <a:pt x="1488452" y="31750"/>
                </a:moveTo>
                <a:lnTo>
                  <a:pt x="22872" y="31750"/>
                </a:lnTo>
                <a:lnTo>
                  <a:pt x="22872" y="33020"/>
                </a:lnTo>
                <a:lnTo>
                  <a:pt x="22872" y="34290"/>
                </a:lnTo>
                <a:lnTo>
                  <a:pt x="24130" y="34290"/>
                </a:lnTo>
                <a:lnTo>
                  <a:pt x="24130" y="33020"/>
                </a:lnTo>
                <a:lnTo>
                  <a:pt x="1488452" y="33020"/>
                </a:lnTo>
                <a:lnTo>
                  <a:pt x="1488452" y="31750"/>
                </a:lnTo>
                <a:close/>
              </a:path>
              <a:path w="1495425" h="52069">
                <a:moveTo>
                  <a:pt x="1489722" y="27940"/>
                </a:moveTo>
                <a:lnTo>
                  <a:pt x="20332" y="27940"/>
                </a:lnTo>
                <a:lnTo>
                  <a:pt x="20332" y="30480"/>
                </a:lnTo>
                <a:lnTo>
                  <a:pt x="21602" y="30480"/>
                </a:lnTo>
                <a:lnTo>
                  <a:pt x="21602" y="31750"/>
                </a:lnTo>
                <a:lnTo>
                  <a:pt x="22872" y="31750"/>
                </a:lnTo>
                <a:lnTo>
                  <a:pt x="22872" y="30480"/>
                </a:lnTo>
                <a:lnTo>
                  <a:pt x="1489722" y="30480"/>
                </a:lnTo>
                <a:lnTo>
                  <a:pt x="1489722" y="27940"/>
                </a:lnTo>
                <a:close/>
              </a:path>
              <a:path w="1495425" h="52069">
                <a:moveTo>
                  <a:pt x="1489722" y="25400"/>
                </a:moveTo>
                <a:lnTo>
                  <a:pt x="17780" y="25400"/>
                </a:lnTo>
                <a:lnTo>
                  <a:pt x="17780" y="26670"/>
                </a:lnTo>
                <a:lnTo>
                  <a:pt x="19050" y="26670"/>
                </a:lnTo>
                <a:lnTo>
                  <a:pt x="19050" y="27940"/>
                </a:lnTo>
                <a:lnTo>
                  <a:pt x="20332" y="27940"/>
                </a:lnTo>
                <a:lnTo>
                  <a:pt x="20332" y="26670"/>
                </a:lnTo>
                <a:lnTo>
                  <a:pt x="1489722" y="26670"/>
                </a:lnTo>
                <a:lnTo>
                  <a:pt x="1489722" y="25400"/>
                </a:lnTo>
                <a:close/>
              </a:path>
              <a:path w="1495425" h="52069">
                <a:moveTo>
                  <a:pt x="1490967" y="21577"/>
                </a:moveTo>
                <a:lnTo>
                  <a:pt x="16522" y="21577"/>
                </a:lnTo>
                <a:lnTo>
                  <a:pt x="16522" y="24117"/>
                </a:lnTo>
                <a:lnTo>
                  <a:pt x="1490967" y="24117"/>
                </a:lnTo>
                <a:lnTo>
                  <a:pt x="1490967" y="21577"/>
                </a:lnTo>
                <a:close/>
              </a:path>
              <a:path w="1495425" h="52069">
                <a:moveTo>
                  <a:pt x="1490967" y="19050"/>
                </a:moveTo>
                <a:lnTo>
                  <a:pt x="13982" y="19050"/>
                </a:lnTo>
                <a:lnTo>
                  <a:pt x="13982" y="20320"/>
                </a:lnTo>
                <a:lnTo>
                  <a:pt x="13982" y="21590"/>
                </a:lnTo>
                <a:lnTo>
                  <a:pt x="15252" y="21590"/>
                </a:lnTo>
                <a:lnTo>
                  <a:pt x="15252" y="20320"/>
                </a:lnTo>
                <a:lnTo>
                  <a:pt x="1490967" y="20320"/>
                </a:lnTo>
                <a:lnTo>
                  <a:pt x="1490967" y="19050"/>
                </a:lnTo>
                <a:close/>
              </a:path>
              <a:path w="1495425" h="52069">
                <a:moveTo>
                  <a:pt x="1492250" y="15240"/>
                </a:moveTo>
                <a:lnTo>
                  <a:pt x="11430" y="15240"/>
                </a:lnTo>
                <a:lnTo>
                  <a:pt x="11430" y="17780"/>
                </a:lnTo>
                <a:lnTo>
                  <a:pt x="12700" y="17780"/>
                </a:lnTo>
                <a:lnTo>
                  <a:pt x="12700" y="19050"/>
                </a:lnTo>
                <a:lnTo>
                  <a:pt x="13982" y="19050"/>
                </a:lnTo>
                <a:lnTo>
                  <a:pt x="13982" y="17780"/>
                </a:lnTo>
                <a:lnTo>
                  <a:pt x="1492250" y="17780"/>
                </a:lnTo>
                <a:lnTo>
                  <a:pt x="1492250" y="15240"/>
                </a:lnTo>
                <a:close/>
              </a:path>
              <a:path w="1495425" h="52069">
                <a:moveTo>
                  <a:pt x="1492250" y="12700"/>
                </a:moveTo>
                <a:lnTo>
                  <a:pt x="8902" y="12700"/>
                </a:lnTo>
                <a:lnTo>
                  <a:pt x="8902" y="13970"/>
                </a:lnTo>
                <a:lnTo>
                  <a:pt x="10172" y="13970"/>
                </a:lnTo>
                <a:lnTo>
                  <a:pt x="10172" y="15240"/>
                </a:lnTo>
                <a:lnTo>
                  <a:pt x="11430" y="15240"/>
                </a:lnTo>
                <a:lnTo>
                  <a:pt x="11430" y="13970"/>
                </a:lnTo>
                <a:lnTo>
                  <a:pt x="1492250" y="13970"/>
                </a:lnTo>
                <a:lnTo>
                  <a:pt x="1492250" y="12700"/>
                </a:lnTo>
                <a:close/>
              </a:path>
              <a:path w="1495425" h="52069">
                <a:moveTo>
                  <a:pt x="1493520" y="8877"/>
                </a:moveTo>
                <a:lnTo>
                  <a:pt x="7632" y="8877"/>
                </a:lnTo>
                <a:lnTo>
                  <a:pt x="7632" y="11417"/>
                </a:lnTo>
                <a:lnTo>
                  <a:pt x="1493520" y="11417"/>
                </a:lnTo>
                <a:lnTo>
                  <a:pt x="1493520" y="8877"/>
                </a:lnTo>
                <a:close/>
              </a:path>
              <a:path w="1495425" h="52069">
                <a:moveTo>
                  <a:pt x="1494802" y="2540"/>
                </a:moveTo>
                <a:lnTo>
                  <a:pt x="3822" y="2540"/>
                </a:lnTo>
                <a:lnTo>
                  <a:pt x="3822" y="5080"/>
                </a:lnTo>
                <a:lnTo>
                  <a:pt x="3822" y="6350"/>
                </a:lnTo>
                <a:lnTo>
                  <a:pt x="5080" y="6350"/>
                </a:lnTo>
                <a:lnTo>
                  <a:pt x="5080" y="7607"/>
                </a:lnTo>
                <a:lnTo>
                  <a:pt x="1493520" y="7607"/>
                </a:lnTo>
                <a:lnTo>
                  <a:pt x="1493520" y="6337"/>
                </a:lnTo>
                <a:lnTo>
                  <a:pt x="5080" y="6337"/>
                </a:lnTo>
                <a:lnTo>
                  <a:pt x="5080" y="5080"/>
                </a:lnTo>
                <a:lnTo>
                  <a:pt x="1494802" y="5080"/>
                </a:lnTo>
                <a:lnTo>
                  <a:pt x="1494802" y="2540"/>
                </a:lnTo>
                <a:close/>
              </a:path>
              <a:path w="1495425" h="52069">
                <a:moveTo>
                  <a:pt x="1494802" y="0"/>
                </a:moveTo>
                <a:lnTo>
                  <a:pt x="0" y="0"/>
                </a:lnTo>
                <a:lnTo>
                  <a:pt x="0" y="1270"/>
                </a:lnTo>
                <a:lnTo>
                  <a:pt x="1282" y="1270"/>
                </a:lnTo>
                <a:lnTo>
                  <a:pt x="1282" y="2540"/>
                </a:lnTo>
                <a:lnTo>
                  <a:pt x="2552" y="2540"/>
                </a:lnTo>
                <a:lnTo>
                  <a:pt x="2552" y="1270"/>
                </a:lnTo>
                <a:lnTo>
                  <a:pt x="1494802" y="1270"/>
                </a:lnTo>
                <a:lnTo>
                  <a:pt x="1494802" y="0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7843507" y="754392"/>
            <a:ext cx="991869" cy="63500"/>
          </a:xfrm>
          <a:custGeom>
            <a:avLst/>
            <a:gdLst/>
            <a:ahLst/>
            <a:cxnLst/>
            <a:rect l="l" t="t" r="r" b="b"/>
            <a:pathLst>
              <a:path w="991870" h="63500">
                <a:moveTo>
                  <a:pt x="946150" y="60960"/>
                </a:moveTo>
                <a:lnTo>
                  <a:pt x="1270" y="60960"/>
                </a:lnTo>
                <a:lnTo>
                  <a:pt x="1270" y="62217"/>
                </a:lnTo>
                <a:lnTo>
                  <a:pt x="0" y="62217"/>
                </a:lnTo>
                <a:lnTo>
                  <a:pt x="0" y="63487"/>
                </a:lnTo>
                <a:lnTo>
                  <a:pt x="1270" y="63487"/>
                </a:lnTo>
                <a:lnTo>
                  <a:pt x="1270" y="62230"/>
                </a:lnTo>
                <a:lnTo>
                  <a:pt x="944867" y="62230"/>
                </a:lnTo>
                <a:lnTo>
                  <a:pt x="944867" y="63500"/>
                </a:lnTo>
                <a:lnTo>
                  <a:pt x="946150" y="63500"/>
                </a:lnTo>
                <a:lnTo>
                  <a:pt x="946150" y="62230"/>
                </a:lnTo>
                <a:lnTo>
                  <a:pt x="946150" y="60960"/>
                </a:lnTo>
                <a:close/>
              </a:path>
              <a:path w="991870" h="63500">
                <a:moveTo>
                  <a:pt x="948664" y="57150"/>
                </a:moveTo>
                <a:lnTo>
                  <a:pt x="2514" y="57150"/>
                </a:lnTo>
                <a:lnTo>
                  <a:pt x="2514" y="59690"/>
                </a:lnTo>
                <a:lnTo>
                  <a:pt x="946150" y="59690"/>
                </a:lnTo>
                <a:lnTo>
                  <a:pt x="946150" y="60960"/>
                </a:lnTo>
                <a:lnTo>
                  <a:pt x="947420" y="60960"/>
                </a:lnTo>
                <a:lnTo>
                  <a:pt x="947420" y="59690"/>
                </a:lnTo>
                <a:lnTo>
                  <a:pt x="948664" y="59690"/>
                </a:lnTo>
                <a:lnTo>
                  <a:pt x="948664" y="57150"/>
                </a:lnTo>
                <a:close/>
              </a:path>
              <a:path w="991870" h="63500">
                <a:moveTo>
                  <a:pt x="953744" y="50800"/>
                </a:moveTo>
                <a:lnTo>
                  <a:pt x="5067" y="50800"/>
                </a:lnTo>
                <a:lnTo>
                  <a:pt x="5067" y="49530"/>
                </a:lnTo>
                <a:lnTo>
                  <a:pt x="3797" y="49530"/>
                </a:lnTo>
                <a:lnTo>
                  <a:pt x="3797" y="50800"/>
                </a:lnTo>
                <a:lnTo>
                  <a:pt x="3797" y="53340"/>
                </a:lnTo>
                <a:lnTo>
                  <a:pt x="951217" y="53340"/>
                </a:lnTo>
                <a:lnTo>
                  <a:pt x="951217" y="54597"/>
                </a:lnTo>
                <a:lnTo>
                  <a:pt x="3797" y="54597"/>
                </a:lnTo>
                <a:lnTo>
                  <a:pt x="3797" y="55867"/>
                </a:lnTo>
                <a:lnTo>
                  <a:pt x="951217" y="55867"/>
                </a:lnTo>
                <a:lnTo>
                  <a:pt x="951217" y="54610"/>
                </a:lnTo>
                <a:lnTo>
                  <a:pt x="952500" y="54610"/>
                </a:lnTo>
                <a:lnTo>
                  <a:pt x="952500" y="53340"/>
                </a:lnTo>
                <a:lnTo>
                  <a:pt x="953744" y="53340"/>
                </a:lnTo>
                <a:lnTo>
                  <a:pt x="953744" y="50800"/>
                </a:lnTo>
                <a:close/>
              </a:path>
              <a:path w="991870" h="63500">
                <a:moveTo>
                  <a:pt x="956297" y="48260"/>
                </a:moveTo>
                <a:lnTo>
                  <a:pt x="5067" y="48260"/>
                </a:lnTo>
                <a:lnTo>
                  <a:pt x="5067" y="49530"/>
                </a:lnTo>
                <a:lnTo>
                  <a:pt x="953744" y="49530"/>
                </a:lnTo>
                <a:lnTo>
                  <a:pt x="953744" y="50800"/>
                </a:lnTo>
                <a:lnTo>
                  <a:pt x="955014" y="50800"/>
                </a:lnTo>
                <a:lnTo>
                  <a:pt x="955014" y="49530"/>
                </a:lnTo>
                <a:lnTo>
                  <a:pt x="956297" y="49530"/>
                </a:lnTo>
                <a:lnTo>
                  <a:pt x="956297" y="48260"/>
                </a:lnTo>
                <a:close/>
              </a:path>
              <a:path w="991870" h="63500">
                <a:moveTo>
                  <a:pt x="957567" y="44450"/>
                </a:moveTo>
                <a:lnTo>
                  <a:pt x="6350" y="44450"/>
                </a:lnTo>
                <a:lnTo>
                  <a:pt x="6350" y="46990"/>
                </a:lnTo>
                <a:lnTo>
                  <a:pt x="956297" y="46990"/>
                </a:lnTo>
                <a:lnTo>
                  <a:pt x="956297" y="48260"/>
                </a:lnTo>
                <a:lnTo>
                  <a:pt x="957567" y="48260"/>
                </a:lnTo>
                <a:lnTo>
                  <a:pt x="957567" y="46990"/>
                </a:lnTo>
                <a:lnTo>
                  <a:pt x="957567" y="44450"/>
                </a:lnTo>
                <a:close/>
              </a:path>
              <a:path w="991870" h="63500">
                <a:moveTo>
                  <a:pt x="961364" y="41910"/>
                </a:moveTo>
                <a:lnTo>
                  <a:pt x="7620" y="41910"/>
                </a:lnTo>
                <a:lnTo>
                  <a:pt x="7620" y="43180"/>
                </a:lnTo>
                <a:lnTo>
                  <a:pt x="958850" y="43180"/>
                </a:lnTo>
                <a:lnTo>
                  <a:pt x="958850" y="44450"/>
                </a:lnTo>
                <a:lnTo>
                  <a:pt x="960120" y="44450"/>
                </a:lnTo>
                <a:lnTo>
                  <a:pt x="960120" y="43180"/>
                </a:lnTo>
                <a:lnTo>
                  <a:pt x="961364" y="43180"/>
                </a:lnTo>
                <a:lnTo>
                  <a:pt x="961364" y="41910"/>
                </a:lnTo>
                <a:close/>
              </a:path>
              <a:path w="991870" h="63500">
                <a:moveTo>
                  <a:pt x="962647" y="38087"/>
                </a:moveTo>
                <a:lnTo>
                  <a:pt x="7620" y="38087"/>
                </a:lnTo>
                <a:lnTo>
                  <a:pt x="7620" y="40627"/>
                </a:lnTo>
                <a:lnTo>
                  <a:pt x="962647" y="40627"/>
                </a:lnTo>
                <a:lnTo>
                  <a:pt x="962647" y="38087"/>
                </a:lnTo>
                <a:close/>
              </a:path>
              <a:path w="991870" h="63500">
                <a:moveTo>
                  <a:pt x="966444" y="35560"/>
                </a:moveTo>
                <a:lnTo>
                  <a:pt x="10147" y="35560"/>
                </a:lnTo>
                <a:lnTo>
                  <a:pt x="10147" y="34290"/>
                </a:lnTo>
                <a:lnTo>
                  <a:pt x="8864" y="34290"/>
                </a:lnTo>
                <a:lnTo>
                  <a:pt x="8864" y="35560"/>
                </a:lnTo>
                <a:lnTo>
                  <a:pt x="8864" y="36830"/>
                </a:lnTo>
                <a:lnTo>
                  <a:pt x="963917" y="36830"/>
                </a:lnTo>
                <a:lnTo>
                  <a:pt x="963917" y="38100"/>
                </a:lnTo>
                <a:lnTo>
                  <a:pt x="965174" y="38100"/>
                </a:lnTo>
                <a:lnTo>
                  <a:pt x="965174" y="36830"/>
                </a:lnTo>
                <a:lnTo>
                  <a:pt x="966444" y="36830"/>
                </a:lnTo>
                <a:lnTo>
                  <a:pt x="966444" y="35560"/>
                </a:lnTo>
                <a:close/>
              </a:path>
              <a:path w="991870" h="63500">
                <a:moveTo>
                  <a:pt x="967714" y="31737"/>
                </a:moveTo>
                <a:lnTo>
                  <a:pt x="10147" y="31737"/>
                </a:lnTo>
                <a:lnTo>
                  <a:pt x="10147" y="34277"/>
                </a:lnTo>
                <a:lnTo>
                  <a:pt x="967714" y="34277"/>
                </a:lnTo>
                <a:lnTo>
                  <a:pt x="967714" y="31737"/>
                </a:lnTo>
                <a:close/>
              </a:path>
              <a:path w="991870" h="63500">
                <a:moveTo>
                  <a:pt x="970267" y="29210"/>
                </a:moveTo>
                <a:lnTo>
                  <a:pt x="11417" y="29210"/>
                </a:lnTo>
                <a:lnTo>
                  <a:pt x="11417" y="30480"/>
                </a:lnTo>
                <a:lnTo>
                  <a:pt x="968997" y="30480"/>
                </a:lnTo>
                <a:lnTo>
                  <a:pt x="968997" y="31750"/>
                </a:lnTo>
                <a:lnTo>
                  <a:pt x="970267" y="31750"/>
                </a:lnTo>
                <a:lnTo>
                  <a:pt x="970267" y="30480"/>
                </a:lnTo>
                <a:lnTo>
                  <a:pt x="970267" y="29210"/>
                </a:lnTo>
                <a:close/>
              </a:path>
              <a:path w="991870" h="63500">
                <a:moveTo>
                  <a:pt x="972820" y="25400"/>
                </a:moveTo>
                <a:lnTo>
                  <a:pt x="11417" y="25400"/>
                </a:lnTo>
                <a:lnTo>
                  <a:pt x="11417" y="27940"/>
                </a:lnTo>
                <a:lnTo>
                  <a:pt x="970267" y="27940"/>
                </a:lnTo>
                <a:lnTo>
                  <a:pt x="970267" y="29210"/>
                </a:lnTo>
                <a:lnTo>
                  <a:pt x="971550" y="29210"/>
                </a:lnTo>
                <a:lnTo>
                  <a:pt x="971550" y="27940"/>
                </a:lnTo>
                <a:lnTo>
                  <a:pt x="972820" y="27940"/>
                </a:lnTo>
                <a:lnTo>
                  <a:pt x="972820" y="25400"/>
                </a:lnTo>
                <a:close/>
              </a:path>
              <a:path w="991870" h="63500">
                <a:moveTo>
                  <a:pt x="975347" y="22860"/>
                </a:moveTo>
                <a:lnTo>
                  <a:pt x="13970" y="22860"/>
                </a:lnTo>
                <a:lnTo>
                  <a:pt x="13970" y="21590"/>
                </a:lnTo>
                <a:lnTo>
                  <a:pt x="12700" y="21590"/>
                </a:lnTo>
                <a:lnTo>
                  <a:pt x="12700" y="22860"/>
                </a:lnTo>
                <a:lnTo>
                  <a:pt x="12700" y="24130"/>
                </a:lnTo>
                <a:lnTo>
                  <a:pt x="975347" y="24130"/>
                </a:lnTo>
                <a:lnTo>
                  <a:pt x="975347" y="22860"/>
                </a:lnTo>
                <a:close/>
              </a:path>
              <a:path w="991870" h="63500">
                <a:moveTo>
                  <a:pt x="977900" y="19050"/>
                </a:moveTo>
                <a:lnTo>
                  <a:pt x="15214" y="19050"/>
                </a:lnTo>
                <a:lnTo>
                  <a:pt x="15214" y="17780"/>
                </a:lnTo>
                <a:lnTo>
                  <a:pt x="13970" y="17780"/>
                </a:lnTo>
                <a:lnTo>
                  <a:pt x="13970" y="19050"/>
                </a:lnTo>
                <a:lnTo>
                  <a:pt x="13970" y="21590"/>
                </a:lnTo>
                <a:lnTo>
                  <a:pt x="975347" y="21590"/>
                </a:lnTo>
                <a:lnTo>
                  <a:pt x="975347" y="22860"/>
                </a:lnTo>
                <a:lnTo>
                  <a:pt x="976617" y="22860"/>
                </a:lnTo>
                <a:lnTo>
                  <a:pt x="976617" y="21590"/>
                </a:lnTo>
                <a:lnTo>
                  <a:pt x="977900" y="21590"/>
                </a:lnTo>
                <a:lnTo>
                  <a:pt x="977900" y="19050"/>
                </a:lnTo>
                <a:close/>
              </a:path>
              <a:path w="991870" h="63500">
                <a:moveTo>
                  <a:pt x="980414" y="16510"/>
                </a:moveTo>
                <a:lnTo>
                  <a:pt x="15214" y="16510"/>
                </a:lnTo>
                <a:lnTo>
                  <a:pt x="15214" y="17780"/>
                </a:lnTo>
                <a:lnTo>
                  <a:pt x="977900" y="17780"/>
                </a:lnTo>
                <a:lnTo>
                  <a:pt x="977900" y="19050"/>
                </a:lnTo>
                <a:lnTo>
                  <a:pt x="979144" y="19050"/>
                </a:lnTo>
                <a:lnTo>
                  <a:pt x="979144" y="17780"/>
                </a:lnTo>
                <a:lnTo>
                  <a:pt x="980414" y="17780"/>
                </a:lnTo>
                <a:lnTo>
                  <a:pt x="980414" y="16510"/>
                </a:lnTo>
                <a:close/>
              </a:path>
              <a:path w="991870" h="63500">
                <a:moveTo>
                  <a:pt x="981697" y="12700"/>
                </a:moveTo>
                <a:lnTo>
                  <a:pt x="15214" y="12700"/>
                </a:lnTo>
                <a:lnTo>
                  <a:pt x="15214" y="15240"/>
                </a:lnTo>
                <a:lnTo>
                  <a:pt x="980414" y="15240"/>
                </a:lnTo>
                <a:lnTo>
                  <a:pt x="980414" y="16510"/>
                </a:lnTo>
                <a:lnTo>
                  <a:pt x="981697" y="16510"/>
                </a:lnTo>
                <a:lnTo>
                  <a:pt x="981697" y="15240"/>
                </a:lnTo>
                <a:lnTo>
                  <a:pt x="981697" y="12700"/>
                </a:lnTo>
                <a:close/>
              </a:path>
              <a:path w="991870" h="63500">
                <a:moveTo>
                  <a:pt x="985494" y="10160"/>
                </a:moveTo>
                <a:lnTo>
                  <a:pt x="17767" y="10160"/>
                </a:lnTo>
                <a:lnTo>
                  <a:pt x="17767" y="8890"/>
                </a:lnTo>
                <a:lnTo>
                  <a:pt x="16497" y="8890"/>
                </a:lnTo>
                <a:lnTo>
                  <a:pt x="16497" y="10160"/>
                </a:lnTo>
                <a:lnTo>
                  <a:pt x="16497" y="11430"/>
                </a:lnTo>
                <a:lnTo>
                  <a:pt x="982967" y="11430"/>
                </a:lnTo>
                <a:lnTo>
                  <a:pt x="982967" y="12700"/>
                </a:lnTo>
                <a:lnTo>
                  <a:pt x="984250" y="12700"/>
                </a:lnTo>
                <a:lnTo>
                  <a:pt x="984250" y="11430"/>
                </a:lnTo>
                <a:lnTo>
                  <a:pt x="985494" y="11430"/>
                </a:lnTo>
                <a:lnTo>
                  <a:pt x="985494" y="10160"/>
                </a:lnTo>
                <a:close/>
              </a:path>
              <a:path w="991870" h="63500">
                <a:moveTo>
                  <a:pt x="986764" y="6350"/>
                </a:moveTo>
                <a:lnTo>
                  <a:pt x="19050" y="6350"/>
                </a:lnTo>
                <a:lnTo>
                  <a:pt x="19050" y="5080"/>
                </a:lnTo>
                <a:lnTo>
                  <a:pt x="17767" y="5080"/>
                </a:lnTo>
                <a:lnTo>
                  <a:pt x="17767" y="6350"/>
                </a:lnTo>
                <a:lnTo>
                  <a:pt x="17767" y="8890"/>
                </a:lnTo>
                <a:lnTo>
                  <a:pt x="986764" y="8890"/>
                </a:lnTo>
                <a:lnTo>
                  <a:pt x="986764" y="6350"/>
                </a:lnTo>
                <a:close/>
              </a:path>
              <a:path w="991870" h="63500">
                <a:moveTo>
                  <a:pt x="989317" y="3810"/>
                </a:moveTo>
                <a:lnTo>
                  <a:pt x="19050" y="3810"/>
                </a:lnTo>
                <a:lnTo>
                  <a:pt x="19050" y="5080"/>
                </a:lnTo>
                <a:lnTo>
                  <a:pt x="988047" y="5080"/>
                </a:lnTo>
                <a:lnTo>
                  <a:pt x="988047" y="6350"/>
                </a:lnTo>
                <a:lnTo>
                  <a:pt x="989317" y="6350"/>
                </a:lnTo>
                <a:lnTo>
                  <a:pt x="989317" y="5080"/>
                </a:lnTo>
                <a:lnTo>
                  <a:pt x="989317" y="3810"/>
                </a:lnTo>
                <a:close/>
              </a:path>
              <a:path w="991870" h="63500">
                <a:moveTo>
                  <a:pt x="991870" y="0"/>
                </a:moveTo>
                <a:lnTo>
                  <a:pt x="20320" y="0"/>
                </a:lnTo>
                <a:lnTo>
                  <a:pt x="20320" y="2540"/>
                </a:lnTo>
                <a:lnTo>
                  <a:pt x="989317" y="2540"/>
                </a:lnTo>
                <a:lnTo>
                  <a:pt x="989317" y="3810"/>
                </a:lnTo>
                <a:lnTo>
                  <a:pt x="990600" y="3810"/>
                </a:lnTo>
                <a:lnTo>
                  <a:pt x="990600" y="2540"/>
                </a:lnTo>
                <a:lnTo>
                  <a:pt x="991870" y="2540"/>
                </a:lnTo>
                <a:lnTo>
                  <a:pt x="991870" y="0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6261087" y="736612"/>
            <a:ext cx="1516380" cy="26670"/>
          </a:xfrm>
          <a:custGeom>
            <a:avLst/>
            <a:gdLst/>
            <a:ahLst/>
            <a:cxnLst/>
            <a:rect l="l" t="t" r="r" b="b"/>
            <a:pathLst>
              <a:path w="1516379" h="26670">
                <a:moveTo>
                  <a:pt x="1513840" y="24117"/>
                </a:moveTo>
                <a:lnTo>
                  <a:pt x="16497" y="24117"/>
                </a:lnTo>
                <a:lnTo>
                  <a:pt x="16497" y="26657"/>
                </a:lnTo>
                <a:lnTo>
                  <a:pt x="1513840" y="26657"/>
                </a:lnTo>
                <a:lnTo>
                  <a:pt x="1513840" y="24117"/>
                </a:lnTo>
                <a:close/>
              </a:path>
              <a:path w="1516379" h="26670">
                <a:moveTo>
                  <a:pt x="1513840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1513840" y="1270"/>
                </a:lnTo>
                <a:lnTo>
                  <a:pt x="1513840" y="0"/>
                </a:lnTo>
                <a:close/>
              </a:path>
              <a:path w="1516379" h="26670">
                <a:moveTo>
                  <a:pt x="1515084" y="17780"/>
                </a:moveTo>
                <a:lnTo>
                  <a:pt x="12700" y="17780"/>
                </a:lnTo>
                <a:lnTo>
                  <a:pt x="12700" y="20320"/>
                </a:lnTo>
                <a:lnTo>
                  <a:pt x="12700" y="21590"/>
                </a:lnTo>
                <a:lnTo>
                  <a:pt x="13970" y="21590"/>
                </a:lnTo>
                <a:lnTo>
                  <a:pt x="13970" y="22847"/>
                </a:lnTo>
                <a:lnTo>
                  <a:pt x="1513840" y="22847"/>
                </a:lnTo>
                <a:lnTo>
                  <a:pt x="1513840" y="21577"/>
                </a:lnTo>
                <a:lnTo>
                  <a:pt x="13970" y="21577"/>
                </a:lnTo>
                <a:lnTo>
                  <a:pt x="13970" y="20320"/>
                </a:lnTo>
                <a:lnTo>
                  <a:pt x="1515084" y="20320"/>
                </a:lnTo>
                <a:lnTo>
                  <a:pt x="1515084" y="17780"/>
                </a:lnTo>
                <a:close/>
              </a:path>
              <a:path w="1516379" h="26670">
                <a:moveTo>
                  <a:pt x="1515084" y="15240"/>
                </a:moveTo>
                <a:lnTo>
                  <a:pt x="10147" y="15240"/>
                </a:lnTo>
                <a:lnTo>
                  <a:pt x="10147" y="16510"/>
                </a:lnTo>
                <a:lnTo>
                  <a:pt x="10147" y="17780"/>
                </a:lnTo>
                <a:lnTo>
                  <a:pt x="11417" y="17780"/>
                </a:lnTo>
                <a:lnTo>
                  <a:pt x="11417" y="16510"/>
                </a:lnTo>
                <a:lnTo>
                  <a:pt x="1515084" y="16510"/>
                </a:lnTo>
                <a:lnTo>
                  <a:pt x="1515084" y="15240"/>
                </a:lnTo>
                <a:close/>
              </a:path>
              <a:path w="1516379" h="26670">
                <a:moveTo>
                  <a:pt x="1515084" y="5080"/>
                </a:moveTo>
                <a:lnTo>
                  <a:pt x="3797" y="5080"/>
                </a:lnTo>
                <a:lnTo>
                  <a:pt x="3797" y="7620"/>
                </a:lnTo>
                <a:lnTo>
                  <a:pt x="3797" y="8890"/>
                </a:lnTo>
                <a:lnTo>
                  <a:pt x="5067" y="8890"/>
                </a:lnTo>
                <a:lnTo>
                  <a:pt x="5067" y="7620"/>
                </a:lnTo>
                <a:lnTo>
                  <a:pt x="1515084" y="7620"/>
                </a:lnTo>
                <a:lnTo>
                  <a:pt x="1515084" y="5080"/>
                </a:lnTo>
                <a:close/>
              </a:path>
              <a:path w="1516379" h="26670">
                <a:moveTo>
                  <a:pt x="1515084" y="2540"/>
                </a:moveTo>
                <a:lnTo>
                  <a:pt x="1270" y="2540"/>
                </a:lnTo>
                <a:lnTo>
                  <a:pt x="1270" y="3810"/>
                </a:lnTo>
                <a:lnTo>
                  <a:pt x="1270" y="5080"/>
                </a:lnTo>
                <a:lnTo>
                  <a:pt x="2540" y="5080"/>
                </a:lnTo>
                <a:lnTo>
                  <a:pt x="2540" y="3810"/>
                </a:lnTo>
                <a:lnTo>
                  <a:pt x="1515084" y="3810"/>
                </a:lnTo>
                <a:lnTo>
                  <a:pt x="1515084" y="2540"/>
                </a:lnTo>
                <a:close/>
              </a:path>
              <a:path w="1516379" h="26670">
                <a:moveTo>
                  <a:pt x="1516367" y="8890"/>
                </a:moveTo>
                <a:lnTo>
                  <a:pt x="5067" y="8890"/>
                </a:lnTo>
                <a:lnTo>
                  <a:pt x="5067" y="10160"/>
                </a:lnTo>
                <a:lnTo>
                  <a:pt x="6350" y="10160"/>
                </a:lnTo>
                <a:lnTo>
                  <a:pt x="6350" y="11430"/>
                </a:lnTo>
                <a:lnTo>
                  <a:pt x="7620" y="11430"/>
                </a:lnTo>
                <a:lnTo>
                  <a:pt x="7620" y="13970"/>
                </a:lnTo>
                <a:lnTo>
                  <a:pt x="8890" y="13970"/>
                </a:lnTo>
                <a:lnTo>
                  <a:pt x="8890" y="15240"/>
                </a:lnTo>
                <a:lnTo>
                  <a:pt x="10147" y="15240"/>
                </a:lnTo>
                <a:lnTo>
                  <a:pt x="10147" y="13970"/>
                </a:lnTo>
                <a:lnTo>
                  <a:pt x="1516367" y="13970"/>
                </a:lnTo>
                <a:lnTo>
                  <a:pt x="1516367" y="11430"/>
                </a:lnTo>
                <a:lnTo>
                  <a:pt x="1516367" y="10160"/>
                </a:lnTo>
                <a:lnTo>
                  <a:pt x="1516367" y="8890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7863827" y="736599"/>
            <a:ext cx="985519" cy="20320"/>
          </a:xfrm>
          <a:custGeom>
            <a:avLst/>
            <a:gdLst/>
            <a:ahLst/>
            <a:cxnLst/>
            <a:rect l="l" t="t" r="r" b="b"/>
            <a:pathLst>
              <a:path w="985520" h="20320">
                <a:moveTo>
                  <a:pt x="971550" y="17780"/>
                </a:moveTo>
                <a:lnTo>
                  <a:pt x="0" y="17780"/>
                </a:lnTo>
                <a:lnTo>
                  <a:pt x="0" y="20320"/>
                </a:lnTo>
                <a:lnTo>
                  <a:pt x="971550" y="20320"/>
                </a:lnTo>
                <a:lnTo>
                  <a:pt x="971550" y="17780"/>
                </a:lnTo>
                <a:close/>
              </a:path>
              <a:path w="985520" h="20320">
                <a:moveTo>
                  <a:pt x="979144" y="8902"/>
                </a:moveTo>
                <a:lnTo>
                  <a:pt x="2527" y="8902"/>
                </a:lnTo>
                <a:lnTo>
                  <a:pt x="2527" y="10172"/>
                </a:lnTo>
                <a:lnTo>
                  <a:pt x="2527" y="11442"/>
                </a:lnTo>
                <a:lnTo>
                  <a:pt x="1244" y="11442"/>
                </a:lnTo>
                <a:lnTo>
                  <a:pt x="1244" y="13982"/>
                </a:lnTo>
                <a:lnTo>
                  <a:pt x="974077" y="13982"/>
                </a:lnTo>
                <a:lnTo>
                  <a:pt x="974077" y="15240"/>
                </a:lnTo>
                <a:lnTo>
                  <a:pt x="1244" y="15240"/>
                </a:lnTo>
                <a:lnTo>
                  <a:pt x="1244" y="16510"/>
                </a:lnTo>
                <a:lnTo>
                  <a:pt x="974077" y="16510"/>
                </a:lnTo>
                <a:lnTo>
                  <a:pt x="974077" y="15252"/>
                </a:lnTo>
                <a:lnTo>
                  <a:pt x="975347" y="15252"/>
                </a:lnTo>
                <a:lnTo>
                  <a:pt x="975347" y="13982"/>
                </a:lnTo>
                <a:lnTo>
                  <a:pt x="976604" y="13982"/>
                </a:lnTo>
                <a:lnTo>
                  <a:pt x="976604" y="11442"/>
                </a:lnTo>
                <a:lnTo>
                  <a:pt x="977874" y="11442"/>
                </a:lnTo>
                <a:lnTo>
                  <a:pt x="977874" y="10172"/>
                </a:lnTo>
                <a:lnTo>
                  <a:pt x="979144" y="10172"/>
                </a:lnTo>
                <a:lnTo>
                  <a:pt x="979144" y="8902"/>
                </a:lnTo>
                <a:close/>
              </a:path>
              <a:path w="985520" h="20320">
                <a:moveTo>
                  <a:pt x="980427" y="5092"/>
                </a:moveTo>
                <a:lnTo>
                  <a:pt x="3797" y="5092"/>
                </a:lnTo>
                <a:lnTo>
                  <a:pt x="3797" y="7632"/>
                </a:lnTo>
                <a:lnTo>
                  <a:pt x="979144" y="7632"/>
                </a:lnTo>
                <a:lnTo>
                  <a:pt x="979144" y="8902"/>
                </a:lnTo>
                <a:lnTo>
                  <a:pt x="980427" y="8902"/>
                </a:lnTo>
                <a:lnTo>
                  <a:pt x="980427" y="7632"/>
                </a:lnTo>
                <a:lnTo>
                  <a:pt x="980427" y="5092"/>
                </a:lnTo>
                <a:close/>
              </a:path>
              <a:path w="985520" h="20320">
                <a:moveTo>
                  <a:pt x="984250" y="2552"/>
                </a:moveTo>
                <a:lnTo>
                  <a:pt x="5080" y="2552"/>
                </a:lnTo>
                <a:lnTo>
                  <a:pt x="5080" y="3822"/>
                </a:lnTo>
                <a:lnTo>
                  <a:pt x="981697" y="3822"/>
                </a:lnTo>
                <a:lnTo>
                  <a:pt x="981697" y="5092"/>
                </a:lnTo>
                <a:lnTo>
                  <a:pt x="982980" y="5092"/>
                </a:lnTo>
                <a:lnTo>
                  <a:pt x="982980" y="3822"/>
                </a:lnTo>
                <a:lnTo>
                  <a:pt x="984250" y="3822"/>
                </a:lnTo>
                <a:lnTo>
                  <a:pt x="984250" y="2552"/>
                </a:lnTo>
                <a:close/>
              </a:path>
              <a:path w="985520" h="20320">
                <a:moveTo>
                  <a:pt x="985494" y="0"/>
                </a:moveTo>
                <a:lnTo>
                  <a:pt x="5080" y="0"/>
                </a:lnTo>
                <a:lnTo>
                  <a:pt x="5080" y="1270"/>
                </a:lnTo>
                <a:lnTo>
                  <a:pt x="985494" y="1270"/>
                </a:lnTo>
                <a:lnTo>
                  <a:pt x="985494" y="0"/>
                </a:lnTo>
                <a:close/>
              </a:path>
            </a:pathLst>
          </a:custGeom>
          <a:solidFill>
            <a:srgbClr val="B35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6431254" y="981709"/>
            <a:ext cx="2233930" cy="82550"/>
          </a:xfrm>
          <a:custGeom>
            <a:avLst/>
            <a:gdLst/>
            <a:ahLst/>
            <a:cxnLst/>
            <a:rect l="l" t="t" r="r" b="b"/>
            <a:pathLst>
              <a:path w="2233929" h="82550">
                <a:moveTo>
                  <a:pt x="2152650" y="77482"/>
                </a:moveTo>
                <a:lnTo>
                  <a:pt x="2150122" y="77482"/>
                </a:lnTo>
                <a:lnTo>
                  <a:pt x="2150122" y="80022"/>
                </a:lnTo>
                <a:lnTo>
                  <a:pt x="2150122" y="81280"/>
                </a:lnTo>
                <a:lnTo>
                  <a:pt x="57150" y="81280"/>
                </a:lnTo>
                <a:lnTo>
                  <a:pt x="57150" y="80022"/>
                </a:lnTo>
                <a:lnTo>
                  <a:pt x="2150122" y="80022"/>
                </a:lnTo>
                <a:lnTo>
                  <a:pt x="2150122" y="77482"/>
                </a:lnTo>
                <a:lnTo>
                  <a:pt x="54622" y="77482"/>
                </a:lnTo>
                <a:lnTo>
                  <a:pt x="54622" y="80022"/>
                </a:lnTo>
                <a:lnTo>
                  <a:pt x="55880" y="80022"/>
                </a:lnTo>
                <a:lnTo>
                  <a:pt x="55880" y="81292"/>
                </a:lnTo>
                <a:lnTo>
                  <a:pt x="57150" y="81292"/>
                </a:lnTo>
                <a:lnTo>
                  <a:pt x="57150" y="82550"/>
                </a:lnTo>
                <a:lnTo>
                  <a:pt x="2150122" y="82550"/>
                </a:lnTo>
                <a:lnTo>
                  <a:pt x="2150122" y="81292"/>
                </a:lnTo>
                <a:lnTo>
                  <a:pt x="2151367" y="81292"/>
                </a:lnTo>
                <a:lnTo>
                  <a:pt x="2151367" y="80022"/>
                </a:lnTo>
                <a:lnTo>
                  <a:pt x="2152650" y="80022"/>
                </a:lnTo>
                <a:lnTo>
                  <a:pt x="2152650" y="77482"/>
                </a:lnTo>
                <a:close/>
              </a:path>
              <a:path w="2233929" h="82550">
                <a:moveTo>
                  <a:pt x="2156472" y="74942"/>
                </a:moveTo>
                <a:lnTo>
                  <a:pt x="52070" y="74942"/>
                </a:lnTo>
                <a:lnTo>
                  <a:pt x="52070" y="76212"/>
                </a:lnTo>
                <a:lnTo>
                  <a:pt x="53352" y="76212"/>
                </a:lnTo>
                <a:lnTo>
                  <a:pt x="53352" y="77482"/>
                </a:lnTo>
                <a:lnTo>
                  <a:pt x="54622" y="77482"/>
                </a:lnTo>
                <a:lnTo>
                  <a:pt x="54622" y="76212"/>
                </a:lnTo>
                <a:lnTo>
                  <a:pt x="2153920" y="76212"/>
                </a:lnTo>
                <a:lnTo>
                  <a:pt x="2153920" y="77482"/>
                </a:lnTo>
                <a:lnTo>
                  <a:pt x="2155202" y="77482"/>
                </a:lnTo>
                <a:lnTo>
                  <a:pt x="2155202" y="76212"/>
                </a:lnTo>
                <a:lnTo>
                  <a:pt x="2156472" y="76212"/>
                </a:lnTo>
                <a:lnTo>
                  <a:pt x="2156472" y="74942"/>
                </a:lnTo>
                <a:close/>
              </a:path>
              <a:path w="2233929" h="82550">
                <a:moveTo>
                  <a:pt x="2159000" y="71132"/>
                </a:moveTo>
                <a:lnTo>
                  <a:pt x="50800" y="71132"/>
                </a:lnTo>
                <a:lnTo>
                  <a:pt x="50800" y="73672"/>
                </a:lnTo>
                <a:lnTo>
                  <a:pt x="50800" y="74942"/>
                </a:lnTo>
                <a:lnTo>
                  <a:pt x="52070" y="74942"/>
                </a:lnTo>
                <a:lnTo>
                  <a:pt x="52070" y="73672"/>
                </a:lnTo>
                <a:lnTo>
                  <a:pt x="2156472" y="73672"/>
                </a:lnTo>
                <a:lnTo>
                  <a:pt x="2156472" y="74942"/>
                </a:lnTo>
                <a:lnTo>
                  <a:pt x="2157717" y="74942"/>
                </a:lnTo>
                <a:lnTo>
                  <a:pt x="2157717" y="73672"/>
                </a:lnTo>
                <a:lnTo>
                  <a:pt x="2159000" y="73672"/>
                </a:lnTo>
                <a:lnTo>
                  <a:pt x="2159000" y="71132"/>
                </a:lnTo>
                <a:close/>
              </a:path>
              <a:path w="2233929" h="82550">
                <a:moveTo>
                  <a:pt x="2162822" y="68592"/>
                </a:moveTo>
                <a:lnTo>
                  <a:pt x="48272" y="68592"/>
                </a:lnTo>
                <a:lnTo>
                  <a:pt x="48272" y="69862"/>
                </a:lnTo>
                <a:lnTo>
                  <a:pt x="48272" y="71132"/>
                </a:lnTo>
                <a:lnTo>
                  <a:pt x="49530" y="71132"/>
                </a:lnTo>
                <a:lnTo>
                  <a:pt x="49530" y="69862"/>
                </a:lnTo>
                <a:lnTo>
                  <a:pt x="2160270" y="69862"/>
                </a:lnTo>
                <a:lnTo>
                  <a:pt x="2160270" y="71132"/>
                </a:lnTo>
                <a:lnTo>
                  <a:pt x="2161552" y="71132"/>
                </a:lnTo>
                <a:lnTo>
                  <a:pt x="2161552" y="69862"/>
                </a:lnTo>
                <a:lnTo>
                  <a:pt x="2162822" y="69862"/>
                </a:lnTo>
                <a:lnTo>
                  <a:pt x="2162822" y="68592"/>
                </a:lnTo>
                <a:close/>
              </a:path>
              <a:path w="2233929" h="82550">
                <a:moveTo>
                  <a:pt x="2165350" y="64782"/>
                </a:moveTo>
                <a:lnTo>
                  <a:pt x="45720" y="64782"/>
                </a:lnTo>
                <a:lnTo>
                  <a:pt x="45720" y="67322"/>
                </a:lnTo>
                <a:lnTo>
                  <a:pt x="47002" y="67322"/>
                </a:lnTo>
                <a:lnTo>
                  <a:pt x="47002" y="68592"/>
                </a:lnTo>
                <a:lnTo>
                  <a:pt x="48272" y="68592"/>
                </a:lnTo>
                <a:lnTo>
                  <a:pt x="48272" y="67322"/>
                </a:lnTo>
                <a:lnTo>
                  <a:pt x="2162822" y="67322"/>
                </a:lnTo>
                <a:lnTo>
                  <a:pt x="2162822" y="68592"/>
                </a:lnTo>
                <a:lnTo>
                  <a:pt x="2164067" y="68592"/>
                </a:lnTo>
                <a:lnTo>
                  <a:pt x="2164067" y="67322"/>
                </a:lnTo>
                <a:lnTo>
                  <a:pt x="2165350" y="67322"/>
                </a:lnTo>
                <a:lnTo>
                  <a:pt x="2165350" y="64782"/>
                </a:lnTo>
                <a:close/>
              </a:path>
              <a:path w="2233929" h="82550">
                <a:moveTo>
                  <a:pt x="2170417" y="62242"/>
                </a:moveTo>
                <a:lnTo>
                  <a:pt x="43180" y="62242"/>
                </a:lnTo>
                <a:lnTo>
                  <a:pt x="43180" y="63512"/>
                </a:lnTo>
                <a:lnTo>
                  <a:pt x="2167877" y="63512"/>
                </a:lnTo>
                <a:lnTo>
                  <a:pt x="2167877" y="64782"/>
                </a:lnTo>
                <a:lnTo>
                  <a:pt x="2169172" y="64782"/>
                </a:lnTo>
                <a:lnTo>
                  <a:pt x="2169172" y="63512"/>
                </a:lnTo>
                <a:lnTo>
                  <a:pt x="2170417" y="63512"/>
                </a:lnTo>
                <a:lnTo>
                  <a:pt x="2170417" y="62242"/>
                </a:lnTo>
                <a:close/>
              </a:path>
              <a:path w="2233929" h="82550">
                <a:moveTo>
                  <a:pt x="2172970" y="58432"/>
                </a:moveTo>
                <a:lnTo>
                  <a:pt x="40652" y="58432"/>
                </a:lnTo>
                <a:lnTo>
                  <a:pt x="40652" y="60972"/>
                </a:lnTo>
                <a:lnTo>
                  <a:pt x="41922" y="60972"/>
                </a:lnTo>
                <a:lnTo>
                  <a:pt x="41922" y="62242"/>
                </a:lnTo>
                <a:lnTo>
                  <a:pt x="43180" y="62242"/>
                </a:lnTo>
                <a:lnTo>
                  <a:pt x="43180" y="60972"/>
                </a:lnTo>
                <a:lnTo>
                  <a:pt x="2170417" y="60972"/>
                </a:lnTo>
                <a:lnTo>
                  <a:pt x="2170417" y="62242"/>
                </a:lnTo>
                <a:lnTo>
                  <a:pt x="2171700" y="62242"/>
                </a:lnTo>
                <a:lnTo>
                  <a:pt x="2171700" y="60972"/>
                </a:lnTo>
                <a:lnTo>
                  <a:pt x="2172970" y="60972"/>
                </a:lnTo>
                <a:lnTo>
                  <a:pt x="2172970" y="58432"/>
                </a:lnTo>
                <a:close/>
              </a:path>
              <a:path w="2233929" h="82550">
                <a:moveTo>
                  <a:pt x="2176767" y="55892"/>
                </a:moveTo>
                <a:lnTo>
                  <a:pt x="38100" y="55892"/>
                </a:lnTo>
                <a:lnTo>
                  <a:pt x="38100" y="57162"/>
                </a:lnTo>
                <a:lnTo>
                  <a:pt x="39370" y="57162"/>
                </a:lnTo>
                <a:lnTo>
                  <a:pt x="39370" y="58432"/>
                </a:lnTo>
                <a:lnTo>
                  <a:pt x="40652" y="58432"/>
                </a:lnTo>
                <a:lnTo>
                  <a:pt x="40652" y="57162"/>
                </a:lnTo>
                <a:lnTo>
                  <a:pt x="2174252" y="57162"/>
                </a:lnTo>
                <a:lnTo>
                  <a:pt x="2174252" y="58432"/>
                </a:lnTo>
                <a:lnTo>
                  <a:pt x="2175522" y="58432"/>
                </a:lnTo>
                <a:lnTo>
                  <a:pt x="2175522" y="57162"/>
                </a:lnTo>
                <a:lnTo>
                  <a:pt x="2176767" y="57162"/>
                </a:lnTo>
                <a:lnTo>
                  <a:pt x="2176767" y="55892"/>
                </a:lnTo>
                <a:close/>
              </a:path>
              <a:path w="2233929" h="82550">
                <a:moveTo>
                  <a:pt x="2179320" y="52082"/>
                </a:moveTo>
                <a:lnTo>
                  <a:pt x="36830" y="52082"/>
                </a:lnTo>
                <a:lnTo>
                  <a:pt x="36830" y="54622"/>
                </a:lnTo>
                <a:lnTo>
                  <a:pt x="2176767" y="54622"/>
                </a:lnTo>
                <a:lnTo>
                  <a:pt x="2176767" y="55892"/>
                </a:lnTo>
                <a:lnTo>
                  <a:pt x="2178050" y="55892"/>
                </a:lnTo>
                <a:lnTo>
                  <a:pt x="2178050" y="54622"/>
                </a:lnTo>
                <a:lnTo>
                  <a:pt x="2179320" y="54622"/>
                </a:lnTo>
                <a:lnTo>
                  <a:pt x="2179320" y="52082"/>
                </a:lnTo>
                <a:close/>
              </a:path>
              <a:path w="2233929" h="82550">
                <a:moveTo>
                  <a:pt x="2184400" y="49542"/>
                </a:moveTo>
                <a:lnTo>
                  <a:pt x="34302" y="49542"/>
                </a:lnTo>
                <a:lnTo>
                  <a:pt x="34302" y="50812"/>
                </a:lnTo>
                <a:lnTo>
                  <a:pt x="34302" y="52082"/>
                </a:lnTo>
                <a:lnTo>
                  <a:pt x="35572" y="52082"/>
                </a:lnTo>
                <a:lnTo>
                  <a:pt x="35572" y="50812"/>
                </a:lnTo>
                <a:lnTo>
                  <a:pt x="2180602" y="50812"/>
                </a:lnTo>
                <a:lnTo>
                  <a:pt x="2180602" y="52082"/>
                </a:lnTo>
                <a:lnTo>
                  <a:pt x="2181872" y="52082"/>
                </a:lnTo>
                <a:lnTo>
                  <a:pt x="2181872" y="50812"/>
                </a:lnTo>
                <a:lnTo>
                  <a:pt x="2184400" y="50812"/>
                </a:lnTo>
                <a:lnTo>
                  <a:pt x="2184400" y="49542"/>
                </a:lnTo>
                <a:close/>
              </a:path>
              <a:path w="2233929" h="82550">
                <a:moveTo>
                  <a:pt x="2186927" y="45732"/>
                </a:moveTo>
                <a:lnTo>
                  <a:pt x="31750" y="45732"/>
                </a:lnTo>
                <a:lnTo>
                  <a:pt x="31750" y="48272"/>
                </a:lnTo>
                <a:lnTo>
                  <a:pt x="33020" y="48272"/>
                </a:lnTo>
                <a:lnTo>
                  <a:pt x="33020" y="49542"/>
                </a:lnTo>
                <a:lnTo>
                  <a:pt x="34302" y="49542"/>
                </a:lnTo>
                <a:lnTo>
                  <a:pt x="34302" y="48272"/>
                </a:lnTo>
                <a:lnTo>
                  <a:pt x="2184400" y="48272"/>
                </a:lnTo>
                <a:lnTo>
                  <a:pt x="2184400" y="49542"/>
                </a:lnTo>
                <a:lnTo>
                  <a:pt x="2185670" y="49542"/>
                </a:lnTo>
                <a:lnTo>
                  <a:pt x="2185670" y="48272"/>
                </a:lnTo>
                <a:lnTo>
                  <a:pt x="2186927" y="48272"/>
                </a:lnTo>
                <a:lnTo>
                  <a:pt x="2186927" y="45732"/>
                </a:lnTo>
                <a:close/>
              </a:path>
              <a:path w="2233929" h="82550">
                <a:moveTo>
                  <a:pt x="2190750" y="43192"/>
                </a:moveTo>
                <a:lnTo>
                  <a:pt x="29222" y="43192"/>
                </a:lnTo>
                <a:lnTo>
                  <a:pt x="29222" y="44462"/>
                </a:lnTo>
                <a:lnTo>
                  <a:pt x="2188222" y="44462"/>
                </a:lnTo>
                <a:lnTo>
                  <a:pt x="2188222" y="45732"/>
                </a:lnTo>
                <a:lnTo>
                  <a:pt x="2189467" y="45732"/>
                </a:lnTo>
                <a:lnTo>
                  <a:pt x="2189467" y="44462"/>
                </a:lnTo>
                <a:lnTo>
                  <a:pt x="2190750" y="44462"/>
                </a:lnTo>
                <a:lnTo>
                  <a:pt x="2190750" y="43192"/>
                </a:lnTo>
                <a:close/>
              </a:path>
              <a:path w="2233929" h="82550">
                <a:moveTo>
                  <a:pt x="2193302" y="39382"/>
                </a:moveTo>
                <a:lnTo>
                  <a:pt x="27952" y="39382"/>
                </a:lnTo>
                <a:lnTo>
                  <a:pt x="27952" y="41922"/>
                </a:lnTo>
                <a:lnTo>
                  <a:pt x="27952" y="43192"/>
                </a:lnTo>
                <a:lnTo>
                  <a:pt x="29222" y="43192"/>
                </a:lnTo>
                <a:lnTo>
                  <a:pt x="29222" y="41922"/>
                </a:lnTo>
                <a:lnTo>
                  <a:pt x="2190750" y="41922"/>
                </a:lnTo>
                <a:lnTo>
                  <a:pt x="2190750" y="43192"/>
                </a:lnTo>
                <a:lnTo>
                  <a:pt x="2192020" y="43192"/>
                </a:lnTo>
                <a:lnTo>
                  <a:pt x="2192020" y="41922"/>
                </a:lnTo>
                <a:lnTo>
                  <a:pt x="2193302" y="41922"/>
                </a:lnTo>
                <a:lnTo>
                  <a:pt x="2193302" y="39382"/>
                </a:lnTo>
                <a:close/>
              </a:path>
              <a:path w="2233929" h="82550">
                <a:moveTo>
                  <a:pt x="2197100" y="36842"/>
                </a:moveTo>
                <a:lnTo>
                  <a:pt x="24130" y="36842"/>
                </a:lnTo>
                <a:lnTo>
                  <a:pt x="24130" y="38112"/>
                </a:lnTo>
                <a:lnTo>
                  <a:pt x="25400" y="38112"/>
                </a:lnTo>
                <a:lnTo>
                  <a:pt x="25400" y="39382"/>
                </a:lnTo>
                <a:lnTo>
                  <a:pt x="26670" y="39382"/>
                </a:lnTo>
                <a:lnTo>
                  <a:pt x="26670" y="38112"/>
                </a:lnTo>
                <a:lnTo>
                  <a:pt x="2194572" y="38112"/>
                </a:lnTo>
                <a:lnTo>
                  <a:pt x="2194572" y="39382"/>
                </a:lnTo>
                <a:lnTo>
                  <a:pt x="2195817" y="39382"/>
                </a:lnTo>
                <a:lnTo>
                  <a:pt x="2195817" y="38112"/>
                </a:lnTo>
                <a:lnTo>
                  <a:pt x="2197100" y="38112"/>
                </a:lnTo>
                <a:lnTo>
                  <a:pt x="2197100" y="36842"/>
                </a:lnTo>
                <a:close/>
              </a:path>
              <a:path w="2233929" h="82550">
                <a:moveTo>
                  <a:pt x="2200922" y="33032"/>
                </a:moveTo>
                <a:lnTo>
                  <a:pt x="22872" y="33032"/>
                </a:lnTo>
                <a:lnTo>
                  <a:pt x="22872" y="35572"/>
                </a:lnTo>
                <a:lnTo>
                  <a:pt x="2197100" y="35572"/>
                </a:lnTo>
                <a:lnTo>
                  <a:pt x="2197100" y="36842"/>
                </a:lnTo>
                <a:lnTo>
                  <a:pt x="2198370" y="36842"/>
                </a:lnTo>
                <a:lnTo>
                  <a:pt x="2198370" y="35572"/>
                </a:lnTo>
                <a:lnTo>
                  <a:pt x="2200922" y="35572"/>
                </a:lnTo>
                <a:lnTo>
                  <a:pt x="2200922" y="33032"/>
                </a:lnTo>
                <a:close/>
              </a:path>
              <a:path w="2233929" h="82550">
                <a:moveTo>
                  <a:pt x="2204720" y="30492"/>
                </a:moveTo>
                <a:lnTo>
                  <a:pt x="20320" y="30492"/>
                </a:lnTo>
                <a:lnTo>
                  <a:pt x="20320" y="31762"/>
                </a:lnTo>
                <a:lnTo>
                  <a:pt x="2202167" y="31762"/>
                </a:lnTo>
                <a:lnTo>
                  <a:pt x="2202167" y="33032"/>
                </a:lnTo>
                <a:lnTo>
                  <a:pt x="2203450" y="33032"/>
                </a:lnTo>
                <a:lnTo>
                  <a:pt x="2203450" y="31762"/>
                </a:lnTo>
                <a:lnTo>
                  <a:pt x="2204720" y="31762"/>
                </a:lnTo>
                <a:lnTo>
                  <a:pt x="2204720" y="30492"/>
                </a:lnTo>
                <a:close/>
              </a:path>
              <a:path w="2233929" h="82550">
                <a:moveTo>
                  <a:pt x="2207272" y="26682"/>
                </a:moveTo>
                <a:lnTo>
                  <a:pt x="17780" y="26682"/>
                </a:lnTo>
                <a:lnTo>
                  <a:pt x="17780" y="29222"/>
                </a:lnTo>
                <a:lnTo>
                  <a:pt x="19050" y="29222"/>
                </a:lnTo>
                <a:lnTo>
                  <a:pt x="19050" y="30492"/>
                </a:lnTo>
                <a:lnTo>
                  <a:pt x="20320" y="30492"/>
                </a:lnTo>
                <a:lnTo>
                  <a:pt x="20320" y="29222"/>
                </a:lnTo>
                <a:lnTo>
                  <a:pt x="2204720" y="29222"/>
                </a:lnTo>
                <a:lnTo>
                  <a:pt x="2204720" y="30492"/>
                </a:lnTo>
                <a:lnTo>
                  <a:pt x="2205977" y="30492"/>
                </a:lnTo>
                <a:lnTo>
                  <a:pt x="2205977" y="29222"/>
                </a:lnTo>
                <a:lnTo>
                  <a:pt x="2207272" y="29222"/>
                </a:lnTo>
                <a:lnTo>
                  <a:pt x="2207272" y="26682"/>
                </a:lnTo>
                <a:close/>
              </a:path>
              <a:path w="2233929" h="82550">
                <a:moveTo>
                  <a:pt x="2211070" y="24142"/>
                </a:moveTo>
                <a:lnTo>
                  <a:pt x="15252" y="24142"/>
                </a:lnTo>
                <a:lnTo>
                  <a:pt x="15252" y="25412"/>
                </a:lnTo>
                <a:lnTo>
                  <a:pt x="16522" y="25412"/>
                </a:lnTo>
                <a:lnTo>
                  <a:pt x="16522" y="26682"/>
                </a:lnTo>
                <a:lnTo>
                  <a:pt x="17780" y="26682"/>
                </a:lnTo>
                <a:lnTo>
                  <a:pt x="17780" y="25412"/>
                </a:lnTo>
                <a:lnTo>
                  <a:pt x="2208517" y="25412"/>
                </a:lnTo>
                <a:lnTo>
                  <a:pt x="2208517" y="26682"/>
                </a:lnTo>
                <a:lnTo>
                  <a:pt x="2209800" y="26682"/>
                </a:lnTo>
                <a:lnTo>
                  <a:pt x="2209800" y="25412"/>
                </a:lnTo>
                <a:lnTo>
                  <a:pt x="2211070" y="25412"/>
                </a:lnTo>
                <a:lnTo>
                  <a:pt x="2211070" y="24142"/>
                </a:lnTo>
                <a:close/>
              </a:path>
              <a:path w="2233929" h="82550">
                <a:moveTo>
                  <a:pt x="2213622" y="20332"/>
                </a:moveTo>
                <a:lnTo>
                  <a:pt x="13970" y="20332"/>
                </a:lnTo>
                <a:lnTo>
                  <a:pt x="13970" y="22872"/>
                </a:lnTo>
                <a:lnTo>
                  <a:pt x="13970" y="24142"/>
                </a:lnTo>
                <a:lnTo>
                  <a:pt x="15252" y="24142"/>
                </a:lnTo>
                <a:lnTo>
                  <a:pt x="15252" y="22872"/>
                </a:lnTo>
                <a:lnTo>
                  <a:pt x="2211070" y="22872"/>
                </a:lnTo>
                <a:lnTo>
                  <a:pt x="2211070" y="24142"/>
                </a:lnTo>
                <a:lnTo>
                  <a:pt x="2212352" y="24142"/>
                </a:lnTo>
                <a:lnTo>
                  <a:pt x="2212352" y="22872"/>
                </a:lnTo>
                <a:lnTo>
                  <a:pt x="2213622" y="22872"/>
                </a:lnTo>
                <a:lnTo>
                  <a:pt x="2213622" y="20332"/>
                </a:lnTo>
                <a:close/>
              </a:path>
              <a:path w="2233929" h="82550">
                <a:moveTo>
                  <a:pt x="2218702" y="17792"/>
                </a:moveTo>
                <a:lnTo>
                  <a:pt x="11430" y="17792"/>
                </a:lnTo>
                <a:lnTo>
                  <a:pt x="11430" y="19062"/>
                </a:lnTo>
                <a:lnTo>
                  <a:pt x="11430" y="20332"/>
                </a:lnTo>
                <a:lnTo>
                  <a:pt x="12700" y="20332"/>
                </a:lnTo>
                <a:lnTo>
                  <a:pt x="12700" y="19062"/>
                </a:lnTo>
                <a:lnTo>
                  <a:pt x="2214867" y="19062"/>
                </a:lnTo>
                <a:lnTo>
                  <a:pt x="2214867" y="20332"/>
                </a:lnTo>
                <a:lnTo>
                  <a:pt x="2216150" y="20332"/>
                </a:lnTo>
                <a:lnTo>
                  <a:pt x="2216150" y="19062"/>
                </a:lnTo>
                <a:lnTo>
                  <a:pt x="2218702" y="19062"/>
                </a:lnTo>
                <a:lnTo>
                  <a:pt x="2218702" y="17792"/>
                </a:lnTo>
                <a:close/>
              </a:path>
              <a:path w="2233929" h="82550">
                <a:moveTo>
                  <a:pt x="2221217" y="13982"/>
                </a:moveTo>
                <a:lnTo>
                  <a:pt x="8902" y="13982"/>
                </a:lnTo>
                <a:lnTo>
                  <a:pt x="8902" y="16522"/>
                </a:lnTo>
                <a:lnTo>
                  <a:pt x="10172" y="16522"/>
                </a:lnTo>
                <a:lnTo>
                  <a:pt x="10172" y="17792"/>
                </a:lnTo>
                <a:lnTo>
                  <a:pt x="11430" y="17792"/>
                </a:lnTo>
                <a:lnTo>
                  <a:pt x="11430" y="16522"/>
                </a:lnTo>
                <a:lnTo>
                  <a:pt x="2218702" y="16522"/>
                </a:lnTo>
                <a:lnTo>
                  <a:pt x="2218702" y="17792"/>
                </a:lnTo>
                <a:lnTo>
                  <a:pt x="2219972" y="17792"/>
                </a:lnTo>
                <a:lnTo>
                  <a:pt x="2219972" y="16522"/>
                </a:lnTo>
                <a:lnTo>
                  <a:pt x="2221217" y="16522"/>
                </a:lnTo>
                <a:lnTo>
                  <a:pt x="2221217" y="13982"/>
                </a:lnTo>
                <a:close/>
              </a:path>
              <a:path w="2233929" h="82550">
                <a:moveTo>
                  <a:pt x="2225027" y="11442"/>
                </a:moveTo>
                <a:lnTo>
                  <a:pt x="6350" y="11442"/>
                </a:lnTo>
                <a:lnTo>
                  <a:pt x="6350" y="12712"/>
                </a:lnTo>
                <a:lnTo>
                  <a:pt x="2222500" y="12712"/>
                </a:lnTo>
                <a:lnTo>
                  <a:pt x="2222500" y="13982"/>
                </a:lnTo>
                <a:lnTo>
                  <a:pt x="2223770" y="13982"/>
                </a:lnTo>
                <a:lnTo>
                  <a:pt x="2223770" y="12712"/>
                </a:lnTo>
                <a:lnTo>
                  <a:pt x="2225027" y="12712"/>
                </a:lnTo>
                <a:lnTo>
                  <a:pt x="2225027" y="11442"/>
                </a:lnTo>
                <a:close/>
              </a:path>
              <a:path w="2233929" h="82550">
                <a:moveTo>
                  <a:pt x="2230120" y="5092"/>
                </a:moveTo>
                <a:lnTo>
                  <a:pt x="1270" y="5092"/>
                </a:lnTo>
                <a:lnTo>
                  <a:pt x="1270" y="6362"/>
                </a:lnTo>
                <a:lnTo>
                  <a:pt x="2552" y="6362"/>
                </a:lnTo>
                <a:lnTo>
                  <a:pt x="2552" y="7632"/>
                </a:lnTo>
                <a:lnTo>
                  <a:pt x="3822" y="7632"/>
                </a:lnTo>
                <a:lnTo>
                  <a:pt x="3822" y="10172"/>
                </a:lnTo>
                <a:lnTo>
                  <a:pt x="5080" y="10172"/>
                </a:lnTo>
                <a:lnTo>
                  <a:pt x="5080" y="11442"/>
                </a:lnTo>
                <a:lnTo>
                  <a:pt x="6350" y="11442"/>
                </a:lnTo>
                <a:lnTo>
                  <a:pt x="6350" y="10172"/>
                </a:lnTo>
                <a:lnTo>
                  <a:pt x="2225027" y="10172"/>
                </a:lnTo>
                <a:lnTo>
                  <a:pt x="2225027" y="11442"/>
                </a:lnTo>
                <a:lnTo>
                  <a:pt x="2226322" y="11442"/>
                </a:lnTo>
                <a:lnTo>
                  <a:pt x="2226322" y="10172"/>
                </a:lnTo>
                <a:lnTo>
                  <a:pt x="2227567" y="10172"/>
                </a:lnTo>
                <a:lnTo>
                  <a:pt x="2227567" y="7632"/>
                </a:lnTo>
                <a:lnTo>
                  <a:pt x="2228850" y="7632"/>
                </a:lnTo>
                <a:lnTo>
                  <a:pt x="2228850" y="6362"/>
                </a:lnTo>
                <a:lnTo>
                  <a:pt x="2230120" y="6362"/>
                </a:lnTo>
                <a:lnTo>
                  <a:pt x="2230120" y="5092"/>
                </a:lnTo>
                <a:close/>
              </a:path>
              <a:path w="2233929" h="82550">
                <a:moveTo>
                  <a:pt x="2231402" y="3822"/>
                </a:moveTo>
                <a:lnTo>
                  <a:pt x="2231390" y="1282"/>
                </a:lnTo>
                <a:lnTo>
                  <a:pt x="0" y="1282"/>
                </a:lnTo>
                <a:lnTo>
                  <a:pt x="0" y="3822"/>
                </a:lnTo>
                <a:lnTo>
                  <a:pt x="2230120" y="3822"/>
                </a:lnTo>
                <a:lnTo>
                  <a:pt x="2230120" y="5092"/>
                </a:lnTo>
                <a:lnTo>
                  <a:pt x="2231402" y="5092"/>
                </a:lnTo>
                <a:lnTo>
                  <a:pt x="2231402" y="3822"/>
                </a:lnTo>
                <a:close/>
              </a:path>
              <a:path w="2233929" h="82550">
                <a:moveTo>
                  <a:pt x="2233917" y="0"/>
                </a:moveTo>
                <a:lnTo>
                  <a:pt x="2232672" y="0"/>
                </a:lnTo>
                <a:lnTo>
                  <a:pt x="2232672" y="1270"/>
                </a:lnTo>
                <a:lnTo>
                  <a:pt x="2233917" y="1270"/>
                </a:lnTo>
                <a:lnTo>
                  <a:pt x="2233917" y="0"/>
                </a:lnTo>
                <a:close/>
              </a:path>
            </a:pathLst>
          </a:custGeom>
          <a:solidFill>
            <a:srgbClr val="B15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6490957" y="1064259"/>
            <a:ext cx="2087880" cy="81915"/>
          </a:xfrm>
          <a:custGeom>
            <a:avLst/>
            <a:gdLst/>
            <a:ahLst/>
            <a:cxnLst/>
            <a:rect l="l" t="t" r="r" b="b"/>
            <a:pathLst>
              <a:path w="2087879" h="81915">
                <a:moveTo>
                  <a:pt x="2002764" y="77482"/>
                </a:moveTo>
                <a:lnTo>
                  <a:pt x="55867" y="77482"/>
                </a:lnTo>
                <a:lnTo>
                  <a:pt x="55867" y="80022"/>
                </a:lnTo>
                <a:lnTo>
                  <a:pt x="55867" y="81292"/>
                </a:lnTo>
                <a:lnTo>
                  <a:pt x="57150" y="81292"/>
                </a:lnTo>
                <a:lnTo>
                  <a:pt x="57150" y="80022"/>
                </a:lnTo>
                <a:lnTo>
                  <a:pt x="2000250" y="80022"/>
                </a:lnTo>
                <a:lnTo>
                  <a:pt x="2000250" y="81292"/>
                </a:lnTo>
                <a:lnTo>
                  <a:pt x="2001520" y="81292"/>
                </a:lnTo>
                <a:lnTo>
                  <a:pt x="2001520" y="80022"/>
                </a:lnTo>
                <a:lnTo>
                  <a:pt x="2002764" y="80022"/>
                </a:lnTo>
                <a:lnTo>
                  <a:pt x="2002764" y="77482"/>
                </a:lnTo>
                <a:close/>
              </a:path>
              <a:path w="2087879" h="81915">
                <a:moveTo>
                  <a:pt x="2007870" y="74942"/>
                </a:moveTo>
                <a:lnTo>
                  <a:pt x="52070" y="74942"/>
                </a:lnTo>
                <a:lnTo>
                  <a:pt x="52070" y="76212"/>
                </a:lnTo>
                <a:lnTo>
                  <a:pt x="53327" y="76212"/>
                </a:lnTo>
                <a:lnTo>
                  <a:pt x="53327" y="77482"/>
                </a:lnTo>
                <a:lnTo>
                  <a:pt x="54597" y="77482"/>
                </a:lnTo>
                <a:lnTo>
                  <a:pt x="54597" y="76212"/>
                </a:lnTo>
                <a:lnTo>
                  <a:pt x="2005317" y="76212"/>
                </a:lnTo>
                <a:lnTo>
                  <a:pt x="2005317" y="77482"/>
                </a:lnTo>
                <a:lnTo>
                  <a:pt x="2006574" y="77482"/>
                </a:lnTo>
                <a:lnTo>
                  <a:pt x="2006574" y="76212"/>
                </a:lnTo>
                <a:lnTo>
                  <a:pt x="2007870" y="76212"/>
                </a:lnTo>
                <a:lnTo>
                  <a:pt x="2007870" y="74942"/>
                </a:lnTo>
                <a:close/>
              </a:path>
              <a:path w="2087879" h="81915">
                <a:moveTo>
                  <a:pt x="2010397" y="71132"/>
                </a:moveTo>
                <a:lnTo>
                  <a:pt x="50800" y="71132"/>
                </a:lnTo>
                <a:lnTo>
                  <a:pt x="50800" y="73672"/>
                </a:lnTo>
                <a:lnTo>
                  <a:pt x="2007870" y="73672"/>
                </a:lnTo>
                <a:lnTo>
                  <a:pt x="2007870" y="74942"/>
                </a:lnTo>
                <a:lnTo>
                  <a:pt x="2009114" y="74942"/>
                </a:lnTo>
                <a:lnTo>
                  <a:pt x="2009114" y="73672"/>
                </a:lnTo>
                <a:lnTo>
                  <a:pt x="2010397" y="73672"/>
                </a:lnTo>
                <a:lnTo>
                  <a:pt x="2010397" y="71132"/>
                </a:lnTo>
                <a:close/>
              </a:path>
              <a:path w="2087879" h="81915">
                <a:moveTo>
                  <a:pt x="2014220" y="68592"/>
                </a:moveTo>
                <a:lnTo>
                  <a:pt x="48247" y="68592"/>
                </a:lnTo>
                <a:lnTo>
                  <a:pt x="48247" y="69862"/>
                </a:lnTo>
                <a:lnTo>
                  <a:pt x="48247" y="71132"/>
                </a:lnTo>
                <a:lnTo>
                  <a:pt x="49517" y="71132"/>
                </a:lnTo>
                <a:lnTo>
                  <a:pt x="49517" y="69862"/>
                </a:lnTo>
                <a:lnTo>
                  <a:pt x="2011667" y="69862"/>
                </a:lnTo>
                <a:lnTo>
                  <a:pt x="2011667" y="71132"/>
                </a:lnTo>
                <a:lnTo>
                  <a:pt x="2012924" y="71132"/>
                </a:lnTo>
                <a:lnTo>
                  <a:pt x="2012924" y="69862"/>
                </a:lnTo>
                <a:lnTo>
                  <a:pt x="2014220" y="69862"/>
                </a:lnTo>
                <a:lnTo>
                  <a:pt x="2014220" y="68592"/>
                </a:lnTo>
                <a:close/>
              </a:path>
              <a:path w="2087879" h="81915">
                <a:moveTo>
                  <a:pt x="2016747" y="64782"/>
                </a:moveTo>
                <a:lnTo>
                  <a:pt x="45720" y="64782"/>
                </a:lnTo>
                <a:lnTo>
                  <a:pt x="45720" y="67322"/>
                </a:lnTo>
                <a:lnTo>
                  <a:pt x="46977" y="67322"/>
                </a:lnTo>
                <a:lnTo>
                  <a:pt x="46977" y="68592"/>
                </a:lnTo>
                <a:lnTo>
                  <a:pt x="48247" y="68592"/>
                </a:lnTo>
                <a:lnTo>
                  <a:pt x="48247" y="67322"/>
                </a:lnTo>
                <a:lnTo>
                  <a:pt x="2014220" y="67322"/>
                </a:lnTo>
                <a:lnTo>
                  <a:pt x="2014220" y="68592"/>
                </a:lnTo>
                <a:lnTo>
                  <a:pt x="2015464" y="68592"/>
                </a:lnTo>
                <a:lnTo>
                  <a:pt x="2015464" y="67322"/>
                </a:lnTo>
                <a:lnTo>
                  <a:pt x="2016747" y="67322"/>
                </a:lnTo>
                <a:lnTo>
                  <a:pt x="2016747" y="64782"/>
                </a:lnTo>
                <a:close/>
              </a:path>
              <a:path w="2087879" h="81915">
                <a:moveTo>
                  <a:pt x="2021814" y="62242"/>
                </a:moveTo>
                <a:lnTo>
                  <a:pt x="43167" y="62242"/>
                </a:lnTo>
                <a:lnTo>
                  <a:pt x="43167" y="63512"/>
                </a:lnTo>
                <a:lnTo>
                  <a:pt x="44450" y="63512"/>
                </a:lnTo>
                <a:lnTo>
                  <a:pt x="44450" y="64782"/>
                </a:lnTo>
                <a:lnTo>
                  <a:pt x="45720" y="64782"/>
                </a:lnTo>
                <a:lnTo>
                  <a:pt x="45720" y="63512"/>
                </a:lnTo>
                <a:lnTo>
                  <a:pt x="2018017" y="63512"/>
                </a:lnTo>
                <a:lnTo>
                  <a:pt x="2018017" y="64782"/>
                </a:lnTo>
                <a:lnTo>
                  <a:pt x="2019300" y="64782"/>
                </a:lnTo>
                <a:lnTo>
                  <a:pt x="2019300" y="63512"/>
                </a:lnTo>
                <a:lnTo>
                  <a:pt x="2021814" y="63512"/>
                </a:lnTo>
                <a:lnTo>
                  <a:pt x="2021814" y="62242"/>
                </a:lnTo>
                <a:close/>
              </a:path>
              <a:path w="2087879" h="81915">
                <a:moveTo>
                  <a:pt x="2024367" y="58432"/>
                </a:moveTo>
                <a:lnTo>
                  <a:pt x="41897" y="58432"/>
                </a:lnTo>
                <a:lnTo>
                  <a:pt x="41897" y="60972"/>
                </a:lnTo>
                <a:lnTo>
                  <a:pt x="41897" y="62242"/>
                </a:lnTo>
                <a:lnTo>
                  <a:pt x="43167" y="62242"/>
                </a:lnTo>
                <a:lnTo>
                  <a:pt x="43167" y="60972"/>
                </a:lnTo>
                <a:lnTo>
                  <a:pt x="2021814" y="60972"/>
                </a:lnTo>
                <a:lnTo>
                  <a:pt x="2021814" y="62242"/>
                </a:lnTo>
                <a:lnTo>
                  <a:pt x="2023097" y="62242"/>
                </a:lnTo>
                <a:lnTo>
                  <a:pt x="2023097" y="60972"/>
                </a:lnTo>
                <a:lnTo>
                  <a:pt x="2024367" y="60972"/>
                </a:lnTo>
                <a:lnTo>
                  <a:pt x="2024367" y="58432"/>
                </a:lnTo>
                <a:close/>
              </a:path>
              <a:path w="2087879" h="81915">
                <a:moveTo>
                  <a:pt x="2028164" y="55892"/>
                </a:moveTo>
                <a:lnTo>
                  <a:pt x="38100" y="55892"/>
                </a:lnTo>
                <a:lnTo>
                  <a:pt x="38100" y="57162"/>
                </a:lnTo>
                <a:lnTo>
                  <a:pt x="39370" y="57162"/>
                </a:lnTo>
                <a:lnTo>
                  <a:pt x="39370" y="58432"/>
                </a:lnTo>
                <a:lnTo>
                  <a:pt x="40627" y="58432"/>
                </a:lnTo>
                <a:lnTo>
                  <a:pt x="40627" y="57162"/>
                </a:lnTo>
                <a:lnTo>
                  <a:pt x="2025624" y="57162"/>
                </a:lnTo>
                <a:lnTo>
                  <a:pt x="2025624" y="58432"/>
                </a:lnTo>
                <a:lnTo>
                  <a:pt x="2026920" y="58432"/>
                </a:lnTo>
                <a:lnTo>
                  <a:pt x="2026920" y="57162"/>
                </a:lnTo>
                <a:lnTo>
                  <a:pt x="2028164" y="57162"/>
                </a:lnTo>
                <a:lnTo>
                  <a:pt x="2028164" y="55892"/>
                </a:lnTo>
                <a:close/>
              </a:path>
              <a:path w="2087879" h="81915">
                <a:moveTo>
                  <a:pt x="2030717" y="52082"/>
                </a:moveTo>
                <a:lnTo>
                  <a:pt x="36817" y="52082"/>
                </a:lnTo>
                <a:lnTo>
                  <a:pt x="36817" y="54622"/>
                </a:lnTo>
                <a:lnTo>
                  <a:pt x="2028164" y="54622"/>
                </a:lnTo>
                <a:lnTo>
                  <a:pt x="2028164" y="55892"/>
                </a:lnTo>
                <a:lnTo>
                  <a:pt x="2029447" y="55892"/>
                </a:lnTo>
                <a:lnTo>
                  <a:pt x="2029447" y="54622"/>
                </a:lnTo>
                <a:lnTo>
                  <a:pt x="2030717" y="54622"/>
                </a:lnTo>
                <a:lnTo>
                  <a:pt x="2030717" y="52082"/>
                </a:lnTo>
                <a:close/>
              </a:path>
              <a:path w="2087879" h="81915">
                <a:moveTo>
                  <a:pt x="2034514" y="49542"/>
                </a:moveTo>
                <a:lnTo>
                  <a:pt x="34277" y="49542"/>
                </a:lnTo>
                <a:lnTo>
                  <a:pt x="34277" y="50812"/>
                </a:lnTo>
                <a:lnTo>
                  <a:pt x="2031974" y="50812"/>
                </a:lnTo>
                <a:lnTo>
                  <a:pt x="2031974" y="52082"/>
                </a:lnTo>
                <a:lnTo>
                  <a:pt x="2033270" y="52082"/>
                </a:lnTo>
                <a:lnTo>
                  <a:pt x="2033270" y="50812"/>
                </a:lnTo>
                <a:lnTo>
                  <a:pt x="2034514" y="50812"/>
                </a:lnTo>
                <a:lnTo>
                  <a:pt x="2034514" y="49542"/>
                </a:lnTo>
                <a:close/>
              </a:path>
              <a:path w="2087879" h="81915">
                <a:moveTo>
                  <a:pt x="2037067" y="45732"/>
                </a:moveTo>
                <a:lnTo>
                  <a:pt x="31750" y="45732"/>
                </a:lnTo>
                <a:lnTo>
                  <a:pt x="31750" y="48272"/>
                </a:lnTo>
                <a:lnTo>
                  <a:pt x="33020" y="48272"/>
                </a:lnTo>
                <a:lnTo>
                  <a:pt x="33020" y="49542"/>
                </a:lnTo>
                <a:lnTo>
                  <a:pt x="34277" y="49542"/>
                </a:lnTo>
                <a:lnTo>
                  <a:pt x="34277" y="48272"/>
                </a:lnTo>
                <a:lnTo>
                  <a:pt x="2034514" y="48272"/>
                </a:lnTo>
                <a:lnTo>
                  <a:pt x="2034514" y="49542"/>
                </a:lnTo>
                <a:lnTo>
                  <a:pt x="2035797" y="49542"/>
                </a:lnTo>
                <a:lnTo>
                  <a:pt x="2035797" y="48272"/>
                </a:lnTo>
                <a:lnTo>
                  <a:pt x="2037067" y="48272"/>
                </a:lnTo>
                <a:lnTo>
                  <a:pt x="2037067" y="45732"/>
                </a:lnTo>
                <a:close/>
              </a:path>
              <a:path w="2087879" h="81915">
                <a:moveTo>
                  <a:pt x="2042147" y="43192"/>
                </a:moveTo>
                <a:lnTo>
                  <a:pt x="29197" y="43192"/>
                </a:lnTo>
                <a:lnTo>
                  <a:pt x="29197" y="44462"/>
                </a:lnTo>
                <a:lnTo>
                  <a:pt x="30467" y="44462"/>
                </a:lnTo>
                <a:lnTo>
                  <a:pt x="30467" y="45732"/>
                </a:lnTo>
                <a:lnTo>
                  <a:pt x="31750" y="45732"/>
                </a:lnTo>
                <a:lnTo>
                  <a:pt x="31750" y="44462"/>
                </a:lnTo>
                <a:lnTo>
                  <a:pt x="2039620" y="44462"/>
                </a:lnTo>
                <a:lnTo>
                  <a:pt x="2039620" y="45732"/>
                </a:lnTo>
                <a:lnTo>
                  <a:pt x="2040864" y="45732"/>
                </a:lnTo>
                <a:lnTo>
                  <a:pt x="2040864" y="44462"/>
                </a:lnTo>
                <a:lnTo>
                  <a:pt x="2042147" y="44462"/>
                </a:lnTo>
                <a:lnTo>
                  <a:pt x="2042147" y="43192"/>
                </a:lnTo>
                <a:close/>
              </a:path>
              <a:path w="2087879" h="81915">
                <a:moveTo>
                  <a:pt x="2044674" y="39382"/>
                </a:moveTo>
                <a:lnTo>
                  <a:pt x="27927" y="39382"/>
                </a:lnTo>
                <a:lnTo>
                  <a:pt x="27927" y="41922"/>
                </a:lnTo>
                <a:lnTo>
                  <a:pt x="27927" y="43192"/>
                </a:lnTo>
                <a:lnTo>
                  <a:pt x="29197" y="43192"/>
                </a:lnTo>
                <a:lnTo>
                  <a:pt x="29197" y="41922"/>
                </a:lnTo>
                <a:lnTo>
                  <a:pt x="2042147" y="41922"/>
                </a:lnTo>
                <a:lnTo>
                  <a:pt x="2042147" y="43192"/>
                </a:lnTo>
                <a:lnTo>
                  <a:pt x="2043417" y="43192"/>
                </a:lnTo>
                <a:lnTo>
                  <a:pt x="2043417" y="41922"/>
                </a:lnTo>
                <a:lnTo>
                  <a:pt x="2044674" y="41922"/>
                </a:lnTo>
                <a:lnTo>
                  <a:pt x="2044674" y="39382"/>
                </a:lnTo>
                <a:close/>
              </a:path>
              <a:path w="2087879" h="81915">
                <a:moveTo>
                  <a:pt x="2048497" y="36842"/>
                </a:moveTo>
                <a:lnTo>
                  <a:pt x="25400" y="36842"/>
                </a:lnTo>
                <a:lnTo>
                  <a:pt x="25400" y="38112"/>
                </a:lnTo>
                <a:lnTo>
                  <a:pt x="25400" y="39382"/>
                </a:lnTo>
                <a:lnTo>
                  <a:pt x="26670" y="39382"/>
                </a:lnTo>
                <a:lnTo>
                  <a:pt x="26670" y="38112"/>
                </a:lnTo>
                <a:lnTo>
                  <a:pt x="2045970" y="38112"/>
                </a:lnTo>
                <a:lnTo>
                  <a:pt x="2045970" y="39382"/>
                </a:lnTo>
                <a:lnTo>
                  <a:pt x="2047214" y="39382"/>
                </a:lnTo>
                <a:lnTo>
                  <a:pt x="2047214" y="38112"/>
                </a:lnTo>
                <a:lnTo>
                  <a:pt x="2048497" y="38112"/>
                </a:lnTo>
                <a:lnTo>
                  <a:pt x="2048497" y="36842"/>
                </a:lnTo>
                <a:close/>
              </a:path>
              <a:path w="2087879" h="81915">
                <a:moveTo>
                  <a:pt x="2051024" y="33032"/>
                </a:moveTo>
                <a:lnTo>
                  <a:pt x="22847" y="33032"/>
                </a:lnTo>
                <a:lnTo>
                  <a:pt x="22847" y="35572"/>
                </a:lnTo>
                <a:lnTo>
                  <a:pt x="24117" y="35572"/>
                </a:lnTo>
                <a:lnTo>
                  <a:pt x="24117" y="36842"/>
                </a:lnTo>
                <a:lnTo>
                  <a:pt x="25400" y="36842"/>
                </a:lnTo>
                <a:lnTo>
                  <a:pt x="25400" y="35572"/>
                </a:lnTo>
                <a:lnTo>
                  <a:pt x="2048497" y="35572"/>
                </a:lnTo>
                <a:lnTo>
                  <a:pt x="2048497" y="36842"/>
                </a:lnTo>
                <a:lnTo>
                  <a:pt x="2049767" y="36842"/>
                </a:lnTo>
                <a:lnTo>
                  <a:pt x="2049767" y="35572"/>
                </a:lnTo>
                <a:lnTo>
                  <a:pt x="2051024" y="35572"/>
                </a:lnTo>
                <a:lnTo>
                  <a:pt x="2051024" y="33032"/>
                </a:lnTo>
                <a:close/>
              </a:path>
              <a:path w="2087879" h="81915">
                <a:moveTo>
                  <a:pt x="2056117" y="30492"/>
                </a:moveTo>
                <a:lnTo>
                  <a:pt x="20320" y="30492"/>
                </a:lnTo>
                <a:lnTo>
                  <a:pt x="20320" y="31762"/>
                </a:lnTo>
                <a:lnTo>
                  <a:pt x="2052294" y="31762"/>
                </a:lnTo>
                <a:lnTo>
                  <a:pt x="2052294" y="33032"/>
                </a:lnTo>
                <a:lnTo>
                  <a:pt x="2053564" y="33032"/>
                </a:lnTo>
                <a:lnTo>
                  <a:pt x="2053564" y="31762"/>
                </a:lnTo>
                <a:lnTo>
                  <a:pt x="2056117" y="31762"/>
                </a:lnTo>
                <a:lnTo>
                  <a:pt x="2056117" y="30492"/>
                </a:lnTo>
                <a:close/>
              </a:path>
              <a:path w="2087879" h="81915">
                <a:moveTo>
                  <a:pt x="2058670" y="26682"/>
                </a:moveTo>
                <a:lnTo>
                  <a:pt x="19050" y="26682"/>
                </a:lnTo>
                <a:lnTo>
                  <a:pt x="19050" y="29222"/>
                </a:lnTo>
                <a:lnTo>
                  <a:pt x="19050" y="30492"/>
                </a:lnTo>
                <a:lnTo>
                  <a:pt x="20320" y="30492"/>
                </a:lnTo>
                <a:lnTo>
                  <a:pt x="20320" y="29222"/>
                </a:lnTo>
                <a:lnTo>
                  <a:pt x="2056117" y="29222"/>
                </a:lnTo>
                <a:lnTo>
                  <a:pt x="2056117" y="30492"/>
                </a:lnTo>
                <a:lnTo>
                  <a:pt x="2057400" y="30492"/>
                </a:lnTo>
                <a:lnTo>
                  <a:pt x="2057400" y="29222"/>
                </a:lnTo>
                <a:lnTo>
                  <a:pt x="2058670" y="29222"/>
                </a:lnTo>
                <a:lnTo>
                  <a:pt x="2058670" y="26682"/>
                </a:lnTo>
                <a:close/>
              </a:path>
              <a:path w="2087879" h="81915">
                <a:moveTo>
                  <a:pt x="2062467" y="24142"/>
                </a:moveTo>
                <a:lnTo>
                  <a:pt x="15227" y="24142"/>
                </a:lnTo>
                <a:lnTo>
                  <a:pt x="15227" y="25412"/>
                </a:lnTo>
                <a:lnTo>
                  <a:pt x="16497" y="25412"/>
                </a:lnTo>
                <a:lnTo>
                  <a:pt x="16497" y="26682"/>
                </a:lnTo>
                <a:lnTo>
                  <a:pt x="17767" y="26682"/>
                </a:lnTo>
                <a:lnTo>
                  <a:pt x="17767" y="25412"/>
                </a:lnTo>
                <a:lnTo>
                  <a:pt x="2059914" y="25412"/>
                </a:lnTo>
                <a:lnTo>
                  <a:pt x="2059914" y="26682"/>
                </a:lnTo>
                <a:lnTo>
                  <a:pt x="2061197" y="26682"/>
                </a:lnTo>
                <a:lnTo>
                  <a:pt x="2061197" y="25412"/>
                </a:lnTo>
                <a:lnTo>
                  <a:pt x="2062467" y="25412"/>
                </a:lnTo>
                <a:lnTo>
                  <a:pt x="2062467" y="24142"/>
                </a:lnTo>
                <a:close/>
              </a:path>
              <a:path w="2087879" h="81915">
                <a:moveTo>
                  <a:pt x="2065020" y="20332"/>
                </a:moveTo>
                <a:lnTo>
                  <a:pt x="13970" y="20332"/>
                </a:lnTo>
                <a:lnTo>
                  <a:pt x="13970" y="22872"/>
                </a:lnTo>
                <a:lnTo>
                  <a:pt x="2062467" y="22872"/>
                </a:lnTo>
                <a:lnTo>
                  <a:pt x="2062467" y="24142"/>
                </a:lnTo>
                <a:lnTo>
                  <a:pt x="2063724" y="24142"/>
                </a:lnTo>
                <a:lnTo>
                  <a:pt x="2063724" y="22872"/>
                </a:lnTo>
                <a:lnTo>
                  <a:pt x="2065020" y="22872"/>
                </a:lnTo>
                <a:lnTo>
                  <a:pt x="2065020" y="20332"/>
                </a:lnTo>
                <a:close/>
              </a:path>
              <a:path w="2087879" h="81915">
                <a:moveTo>
                  <a:pt x="2068817" y="17792"/>
                </a:moveTo>
                <a:lnTo>
                  <a:pt x="11417" y="17792"/>
                </a:lnTo>
                <a:lnTo>
                  <a:pt x="11417" y="19062"/>
                </a:lnTo>
                <a:lnTo>
                  <a:pt x="11417" y="20332"/>
                </a:lnTo>
                <a:lnTo>
                  <a:pt x="12700" y="20332"/>
                </a:lnTo>
                <a:lnTo>
                  <a:pt x="12700" y="19062"/>
                </a:lnTo>
                <a:lnTo>
                  <a:pt x="2066264" y="19062"/>
                </a:lnTo>
                <a:lnTo>
                  <a:pt x="2066264" y="20332"/>
                </a:lnTo>
                <a:lnTo>
                  <a:pt x="2067547" y="20332"/>
                </a:lnTo>
                <a:lnTo>
                  <a:pt x="2067547" y="19062"/>
                </a:lnTo>
                <a:lnTo>
                  <a:pt x="2068817" y="19062"/>
                </a:lnTo>
                <a:lnTo>
                  <a:pt x="2068817" y="17792"/>
                </a:lnTo>
                <a:close/>
              </a:path>
              <a:path w="2087879" h="81915">
                <a:moveTo>
                  <a:pt x="2071370" y="13982"/>
                </a:moveTo>
                <a:lnTo>
                  <a:pt x="8877" y="13982"/>
                </a:lnTo>
                <a:lnTo>
                  <a:pt x="8877" y="16522"/>
                </a:lnTo>
                <a:lnTo>
                  <a:pt x="10147" y="16522"/>
                </a:lnTo>
                <a:lnTo>
                  <a:pt x="10147" y="17792"/>
                </a:lnTo>
                <a:lnTo>
                  <a:pt x="11417" y="17792"/>
                </a:lnTo>
                <a:lnTo>
                  <a:pt x="11417" y="16522"/>
                </a:lnTo>
                <a:lnTo>
                  <a:pt x="2068817" y="16522"/>
                </a:lnTo>
                <a:lnTo>
                  <a:pt x="2068817" y="17792"/>
                </a:lnTo>
                <a:lnTo>
                  <a:pt x="2070074" y="17792"/>
                </a:lnTo>
                <a:lnTo>
                  <a:pt x="2070074" y="16522"/>
                </a:lnTo>
                <a:lnTo>
                  <a:pt x="2071370" y="16522"/>
                </a:lnTo>
                <a:lnTo>
                  <a:pt x="2071370" y="13982"/>
                </a:lnTo>
                <a:close/>
              </a:path>
              <a:path w="2087879" h="81915">
                <a:moveTo>
                  <a:pt x="2076450" y="11442"/>
                </a:moveTo>
                <a:lnTo>
                  <a:pt x="6350" y="11442"/>
                </a:lnTo>
                <a:lnTo>
                  <a:pt x="6350" y="12712"/>
                </a:lnTo>
                <a:lnTo>
                  <a:pt x="7620" y="12712"/>
                </a:lnTo>
                <a:lnTo>
                  <a:pt x="7620" y="13982"/>
                </a:lnTo>
                <a:lnTo>
                  <a:pt x="8877" y="13982"/>
                </a:lnTo>
                <a:lnTo>
                  <a:pt x="8877" y="12712"/>
                </a:lnTo>
                <a:lnTo>
                  <a:pt x="2073897" y="12712"/>
                </a:lnTo>
                <a:lnTo>
                  <a:pt x="2073897" y="13982"/>
                </a:lnTo>
                <a:lnTo>
                  <a:pt x="2075167" y="13982"/>
                </a:lnTo>
                <a:lnTo>
                  <a:pt x="2075167" y="12712"/>
                </a:lnTo>
                <a:lnTo>
                  <a:pt x="2076450" y="12712"/>
                </a:lnTo>
                <a:lnTo>
                  <a:pt x="2076450" y="11442"/>
                </a:lnTo>
                <a:close/>
              </a:path>
              <a:path w="2087879" h="81915">
                <a:moveTo>
                  <a:pt x="2078964" y="7632"/>
                </a:moveTo>
                <a:lnTo>
                  <a:pt x="5067" y="7632"/>
                </a:lnTo>
                <a:lnTo>
                  <a:pt x="5067" y="10172"/>
                </a:lnTo>
                <a:lnTo>
                  <a:pt x="5067" y="11442"/>
                </a:lnTo>
                <a:lnTo>
                  <a:pt x="6350" y="11442"/>
                </a:lnTo>
                <a:lnTo>
                  <a:pt x="6350" y="10172"/>
                </a:lnTo>
                <a:lnTo>
                  <a:pt x="2076450" y="10172"/>
                </a:lnTo>
                <a:lnTo>
                  <a:pt x="2076450" y="11442"/>
                </a:lnTo>
                <a:lnTo>
                  <a:pt x="2077720" y="11442"/>
                </a:lnTo>
                <a:lnTo>
                  <a:pt x="2077720" y="10172"/>
                </a:lnTo>
                <a:lnTo>
                  <a:pt x="2078964" y="10172"/>
                </a:lnTo>
                <a:lnTo>
                  <a:pt x="2078964" y="7632"/>
                </a:lnTo>
                <a:close/>
              </a:path>
              <a:path w="2087879" h="81915">
                <a:moveTo>
                  <a:pt x="2082800" y="5092"/>
                </a:moveTo>
                <a:lnTo>
                  <a:pt x="1270" y="5092"/>
                </a:lnTo>
                <a:lnTo>
                  <a:pt x="1270" y="6362"/>
                </a:lnTo>
                <a:lnTo>
                  <a:pt x="2527" y="6362"/>
                </a:lnTo>
                <a:lnTo>
                  <a:pt x="2527" y="7632"/>
                </a:lnTo>
                <a:lnTo>
                  <a:pt x="3797" y="7632"/>
                </a:lnTo>
                <a:lnTo>
                  <a:pt x="3797" y="6362"/>
                </a:lnTo>
                <a:lnTo>
                  <a:pt x="2080247" y="6362"/>
                </a:lnTo>
                <a:lnTo>
                  <a:pt x="2080247" y="7632"/>
                </a:lnTo>
                <a:lnTo>
                  <a:pt x="2081517" y="7632"/>
                </a:lnTo>
                <a:lnTo>
                  <a:pt x="2081517" y="6362"/>
                </a:lnTo>
                <a:lnTo>
                  <a:pt x="2082800" y="6362"/>
                </a:lnTo>
                <a:lnTo>
                  <a:pt x="2082800" y="5092"/>
                </a:lnTo>
                <a:close/>
              </a:path>
              <a:path w="2087879" h="81915">
                <a:moveTo>
                  <a:pt x="2085314" y="1282"/>
                </a:moveTo>
                <a:lnTo>
                  <a:pt x="0" y="1282"/>
                </a:lnTo>
                <a:lnTo>
                  <a:pt x="0" y="3822"/>
                </a:lnTo>
                <a:lnTo>
                  <a:pt x="2082800" y="3822"/>
                </a:lnTo>
                <a:lnTo>
                  <a:pt x="2082800" y="5092"/>
                </a:lnTo>
                <a:lnTo>
                  <a:pt x="2084070" y="5092"/>
                </a:lnTo>
                <a:lnTo>
                  <a:pt x="2084070" y="3822"/>
                </a:lnTo>
                <a:lnTo>
                  <a:pt x="2085314" y="3822"/>
                </a:lnTo>
                <a:lnTo>
                  <a:pt x="2085314" y="1282"/>
                </a:lnTo>
                <a:close/>
              </a:path>
              <a:path w="2087879" h="81915">
                <a:moveTo>
                  <a:pt x="2087867" y="0"/>
                </a:moveTo>
                <a:lnTo>
                  <a:pt x="2086597" y="0"/>
                </a:lnTo>
                <a:lnTo>
                  <a:pt x="2086597" y="1270"/>
                </a:lnTo>
                <a:lnTo>
                  <a:pt x="2087867" y="1270"/>
                </a:lnTo>
                <a:lnTo>
                  <a:pt x="2087867" y="0"/>
                </a:lnTo>
                <a:close/>
              </a:path>
            </a:pathLst>
          </a:custGeom>
          <a:solidFill>
            <a:srgbClr val="B15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6624307" y="1172222"/>
            <a:ext cx="1838960" cy="54610"/>
          </a:xfrm>
          <a:custGeom>
            <a:avLst/>
            <a:gdLst/>
            <a:ahLst/>
            <a:cxnLst/>
            <a:rect l="l" t="t" r="r" b="b"/>
            <a:pathLst>
              <a:path w="1838959" h="54609">
                <a:moveTo>
                  <a:pt x="1785620" y="52057"/>
                </a:moveTo>
                <a:lnTo>
                  <a:pt x="13970" y="52057"/>
                </a:lnTo>
                <a:lnTo>
                  <a:pt x="13970" y="54597"/>
                </a:lnTo>
                <a:lnTo>
                  <a:pt x="1785620" y="54597"/>
                </a:lnTo>
                <a:lnTo>
                  <a:pt x="1785620" y="52057"/>
                </a:lnTo>
                <a:close/>
              </a:path>
              <a:path w="1838959" h="54609">
                <a:moveTo>
                  <a:pt x="1788147" y="49530"/>
                </a:moveTo>
                <a:lnTo>
                  <a:pt x="10147" y="49530"/>
                </a:lnTo>
                <a:lnTo>
                  <a:pt x="10147" y="50800"/>
                </a:lnTo>
                <a:lnTo>
                  <a:pt x="11417" y="50800"/>
                </a:lnTo>
                <a:lnTo>
                  <a:pt x="11417" y="52070"/>
                </a:lnTo>
                <a:lnTo>
                  <a:pt x="12700" y="52070"/>
                </a:lnTo>
                <a:lnTo>
                  <a:pt x="12700" y="50800"/>
                </a:lnTo>
                <a:lnTo>
                  <a:pt x="1788147" y="50800"/>
                </a:lnTo>
                <a:lnTo>
                  <a:pt x="1788147" y="49530"/>
                </a:lnTo>
                <a:close/>
              </a:path>
              <a:path w="1838959" h="54609">
                <a:moveTo>
                  <a:pt x="1789417" y="45720"/>
                </a:moveTo>
                <a:lnTo>
                  <a:pt x="6350" y="45720"/>
                </a:lnTo>
                <a:lnTo>
                  <a:pt x="6350" y="48260"/>
                </a:lnTo>
                <a:lnTo>
                  <a:pt x="7620" y="48260"/>
                </a:lnTo>
                <a:lnTo>
                  <a:pt x="7620" y="49530"/>
                </a:lnTo>
                <a:lnTo>
                  <a:pt x="10147" y="49530"/>
                </a:lnTo>
                <a:lnTo>
                  <a:pt x="10147" y="48260"/>
                </a:lnTo>
                <a:lnTo>
                  <a:pt x="1788147" y="48260"/>
                </a:lnTo>
                <a:lnTo>
                  <a:pt x="1788147" y="49530"/>
                </a:lnTo>
                <a:lnTo>
                  <a:pt x="1789417" y="49530"/>
                </a:lnTo>
                <a:lnTo>
                  <a:pt x="1789417" y="48260"/>
                </a:lnTo>
                <a:lnTo>
                  <a:pt x="1789417" y="45720"/>
                </a:lnTo>
                <a:close/>
              </a:path>
              <a:path w="1838959" h="54609">
                <a:moveTo>
                  <a:pt x="1794497" y="39370"/>
                </a:moveTo>
                <a:lnTo>
                  <a:pt x="0" y="39370"/>
                </a:lnTo>
                <a:lnTo>
                  <a:pt x="0" y="41910"/>
                </a:lnTo>
                <a:lnTo>
                  <a:pt x="1270" y="41910"/>
                </a:lnTo>
                <a:lnTo>
                  <a:pt x="1270" y="43180"/>
                </a:lnTo>
                <a:lnTo>
                  <a:pt x="2527" y="43180"/>
                </a:lnTo>
                <a:lnTo>
                  <a:pt x="2527" y="41910"/>
                </a:lnTo>
                <a:lnTo>
                  <a:pt x="1791944" y="41910"/>
                </a:lnTo>
                <a:lnTo>
                  <a:pt x="1791944" y="43180"/>
                </a:lnTo>
                <a:lnTo>
                  <a:pt x="2527" y="43180"/>
                </a:lnTo>
                <a:lnTo>
                  <a:pt x="2527" y="44450"/>
                </a:lnTo>
                <a:lnTo>
                  <a:pt x="3797" y="44450"/>
                </a:lnTo>
                <a:lnTo>
                  <a:pt x="3797" y="45720"/>
                </a:lnTo>
                <a:lnTo>
                  <a:pt x="5067" y="45720"/>
                </a:lnTo>
                <a:lnTo>
                  <a:pt x="5067" y="44450"/>
                </a:lnTo>
                <a:lnTo>
                  <a:pt x="1790700" y="44450"/>
                </a:lnTo>
                <a:lnTo>
                  <a:pt x="1790700" y="45720"/>
                </a:lnTo>
                <a:lnTo>
                  <a:pt x="1791970" y="45720"/>
                </a:lnTo>
                <a:lnTo>
                  <a:pt x="1791970" y="44450"/>
                </a:lnTo>
                <a:lnTo>
                  <a:pt x="1791957" y="43180"/>
                </a:lnTo>
                <a:lnTo>
                  <a:pt x="1793214" y="43180"/>
                </a:lnTo>
                <a:lnTo>
                  <a:pt x="1793214" y="41910"/>
                </a:lnTo>
                <a:lnTo>
                  <a:pt x="1794497" y="41910"/>
                </a:lnTo>
                <a:lnTo>
                  <a:pt x="1794497" y="39370"/>
                </a:lnTo>
                <a:close/>
              </a:path>
              <a:path w="1838959" h="54609">
                <a:moveTo>
                  <a:pt x="1797024" y="38087"/>
                </a:moveTo>
                <a:lnTo>
                  <a:pt x="1795767" y="38087"/>
                </a:lnTo>
                <a:lnTo>
                  <a:pt x="1795767" y="39357"/>
                </a:lnTo>
                <a:lnTo>
                  <a:pt x="1797024" y="39357"/>
                </a:lnTo>
                <a:lnTo>
                  <a:pt x="1797024" y="38087"/>
                </a:lnTo>
                <a:close/>
              </a:path>
              <a:path w="1838959" h="54609">
                <a:moveTo>
                  <a:pt x="1799564" y="35547"/>
                </a:moveTo>
                <a:lnTo>
                  <a:pt x="1798320" y="35547"/>
                </a:lnTo>
                <a:lnTo>
                  <a:pt x="1798320" y="36817"/>
                </a:lnTo>
                <a:lnTo>
                  <a:pt x="1799564" y="36817"/>
                </a:lnTo>
                <a:lnTo>
                  <a:pt x="1799564" y="35547"/>
                </a:lnTo>
                <a:close/>
              </a:path>
              <a:path w="1838959" h="54609">
                <a:moveTo>
                  <a:pt x="1838947" y="0"/>
                </a:moveTo>
                <a:lnTo>
                  <a:pt x="1837664" y="0"/>
                </a:lnTo>
                <a:lnTo>
                  <a:pt x="1837664" y="1270"/>
                </a:lnTo>
                <a:lnTo>
                  <a:pt x="1838947" y="1270"/>
                </a:lnTo>
                <a:lnTo>
                  <a:pt x="1838947" y="0"/>
                </a:lnTo>
                <a:close/>
              </a:path>
            </a:pathLst>
          </a:custGeom>
          <a:solidFill>
            <a:srgbClr val="AF50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6555727" y="1146822"/>
            <a:ext cx="1934210" cy="20320"/>
          </a:xfrm>
          <a:custGeom>
            <a:avLst/>
            <a:gdLst/>
            <a:ahLst/>
            <a:cxnLst/>
            <a:rect l="l" t="t" r="r" b="b"/>
            <a:pathLst>
              <a:path w="1934209" h="20319">
                <a:moveTo>
                  <a:pt x="16497" y="19050"/>
                </a:moveTo>
                <a:lnTo>
                  <a:pt x="15227" y="19050"/>
                </a:lnTo>
                <a:lnTo>
                  <a:pt x="15227" y="20320"/>
                </a:lnTo>
                <a:lnTo>
                  <a:pt x="16497" y="20320"/>
                </a:lnTo>
                <a:lnTo>
                  <a:pt x="16497" y="19050"/>
                </a:lnTo>
                <a:close/>
              </a:path>
              <a:path w="1934209" h="20319">
                <a:moveTo>
                  <a:pt x="1917700" y="13970"/>
                </a:moveTo>
                <a:lnTo>
                  <a:pt x="11430" y="13970"/>
                </a:lnTo>
                <a:lnTo>
                  <a:pt x="11430" y="16510"/>
                </a:lnTo>
                <a:lnTo>
                  <a:pt x="12700" y="16510"/>
                </a:lnTo>
                <a:lnTo>
                  <a:pt x="12700" y="17780"/>
                </a:lnTo>
                <a:lnTo>
                  <a:pt x="13957" y="17780"/>
                </a:lnTo>
                <a:lnTo>
                  <a:pt x="13957" y="16510"/>
                </a:lnTo>
                <a:lnTo>
                  <a:pt x="1917700" y="16510"/>
                </a:lnTo>
                <a:lnTo>
                  <a:pt x="1917700" y="13970"/>
                </a:lnTo>
                <a:close/>
              </a:path>
              <a:path w="1934209" h="20319">
                <a:moveTo>
                  <a:pt x="1921497" y="11430"/>
                </a:moveTo>
                <a:lnTo>
                  <a:pt x="6350" y="11430"/>
                </a:lnTo>
                <a:lnTo>
                  <a:pt x="6350" y="12700"/>
                </a:lnTo>
                <a:lnTo>
                  <a:pt x="7607" y="12700"/>
                </a:lnTo>
                <a:lnTo>
                  <a:pt x="7607" y="13970"/>
                </a:lnTo>
                <a:lnTo>
                  <a:pt x="8877" y="13970"/>
                </a:lnTo>
                <a:lnTo>
                  <a:pt x="8877" y="12700"/>
                </a:lnTo>
                <a:lnTo>
                  <a:pt x="1918944" y="12700"/>
                </a:lnTo>
                <a:lnTo>
                  <a:pt x="1918944" y="13970"/>
                </a:lnTo>
                <a:lnTo>
                  <a:pt x="1920227" y="13970"/>
                </a:lnTo>
                <a:lnTo>
                  <a:pt x="1920227" y="12700"/>
                </a:lnTo>
                <a:lnTo>
                  <a:pt x="1921497" y="12700"/>
                </a:lnTo>
                <a:lnTo>
                  <a:pt x="1921497" y="11430"/>
                </a:lnTo>
                <a:close/>
              </a:path>
              <a:path w="1934209" h="20319">
                <a:moveTo>
                  <a:pt x="1925294" y="7620"/>
                </a:moveTo>
                <a:lnTo>
                  <a:pt x="3797" y="7620"/>
                </a:lnTo>
                <a:lnTo>
                  <a:pt x="3797" y="10160"/>
                </a:lnTo>
                <a:lnTo>
                  <a:pt x="5080" y="10160"/>
                </a:lnTo>
                <a:lnTo>
                  <a:pt x="5080" y="11430"/>
                </a:lnTo>
                <a:lnTo>
                  <a:pt x="6350" y="11430"/>
                </a:lnTo>
                <a:lnTo>
                  <a:pt x="6350" y="10160"/>
                </a:lnTo>
                <a:lnTo>
                  <a:pt x="1921497" y="10160"/>
                </a:lnTo>
                <a:lnTo>
                  <a:pt x="1921497" y="11430"/>
                </a:lnTo>
                <a:lnTo>
                  <a:pt x="1924050" y="11430"/>
                </a:lnTo>
                <a:lnTo>
                  <a:pt x="1924050" y="10160"/>
                </a:lnTo>
                <a:lnTo>
                  <a:pt x="1925294" y="10160"/>
                </a:lnTo>
                <a:lnTo>
                  <a:pt x="1925294" y="7620"/>
                </a:lnTo>
                <a:close/>
              </a:path>
              <a:path w="1934209" h="20319">
                <a:moveTo>
                  <a:pt x="1929130" y="5080"/>
                </a:moveTo>
                <a:lnTo>
                  <a:pt x="0" y="5080"/>
                </a:lnTo>
                <a:lnTo>
                  <a:pt x="0" y="6350"/>
                </a:lnTo>
                <a:lnTo>
                  <a:pt x="1257" y="6350"/>
                </a:lnTo>
                <a:lnTo>
                  <a:pt x="1257" y="7620"/>
                </a:lnTo>
                <a:lnTo>
                  <a:pt x="2527" y="7620"/>
                </a:lnTo>
                <a:lnTo>
                  <a:pt x="2527" y="6350"/>
                </a:lnTo>
                <a:lnTo>
                  <a:pt x="1926577" y="6350"/>
                </a:lnTo>
                <a:lnTo>
                  <a:pt x="1926577" y="7620"/>
                </a:lnTo>
                <a:lnTo>
                  <a:pt x="1927847" y="7620"/>
                </a:lnTo>
                <a:lnTo>
                  <a:pt x="1927847" y="6350"/>
                </a:lnTo>
                <a:lnTo>
                  <a:pt x="1929130" y="6350"/>
                </a:lnTo>
                <a:lnTo>
                  <a:pt x="1929130" y="5080"/>
                </a:lnTo>
                <a:close/>
              </a:path>
              <a:path w="1934209" h="20319">
                <a:moveTo>
                  <a:pt x="1930400" y="3810"/>
                </a:moveTo>
                <a:lnTo>
                  <a:pt x="1929130" y="3810"/>
                </a:lnTo>
                <a:lnTo>
                  <a:pt x="1929130" y="5080"/>
                </a:lnTo>
                <a:lnTo>
                  <a:pt x="1930400" y="5080"/>
                </a:lnTo>
                <a:lnTo>
                  <a:pt x="1930400" y="3810"/>
                </a:lnTo>
                <a:close/>
              </a:path>
              <a:path w="1934209" h="20319">
                <a:moveTo>
                  <a:pt x="1934197" y="0"/>
                </a:moveTo>
                <a:lnTo>
                  <a:pt x="1932927" y="0"/>
                </a:lnTo>
                <a:lnTo>
                  <a:pt x="1932927" y="1270"/>
                </a:lnTo>
                <a:lnTo>
                  <a:pt x="1934197" y="1270"/>
                </a:lnTo>
                <a:lnTo>
                  <a:pt x="1934197" y="0"/>
                </a:lnTo>
                <a:close/>
              </a:path>
            </a:pathLst>
          </a:custGeom>
          <a:solidFill>
            <a:srgbClr val="AF50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6709385" y="1287792"/>
            <a:ext cx="1658620" cy="21590"/>
          </a:xfrm>
          <a:custGeom>
            <a:avLst/>
            <a:gdLst/>
            <a:ahLst/>
            <a:cxnLst/>
            <a:rect l="l" t="t" r="r" b="b"/>
            <a:pathLst>
              <a:path w="1658620" h="21590">
                <a:moveTo>
                  <a:pt x="1648472" y="16510"/>
                </a:moveTo>
                <a:lnTo>
                  <a:pt x="17792" y="16510"/>
                </a:lnTo>
                <a:lnTo>
                  <a:pt x="17792" y="17780"/>
                </a:lnTo>
                <a:lnTo>
                  <a:pt x="19050" y="17780"/>
                </a:lnTo>
                <a:lnTo>
                  <a:pt x="19050" y="19050"/>
                </a:lnTo>
                <a:lnTo>
                  <a:pt x="20320" y="19050"/>
                </a:lnTo>
                <a:lnTo>
                  <a:pt x="20320" y="17780"/>
                </a:lnTo>
                <a:lnTo>
                  <a:pt x="1645920" y="17780"/>
                </a:lnTo>
                <a:lnTo>
                  <a:pt x="1645920" y="19037"/>
                </a:lnTo>
                <a:lnTo>
                  <a:pt x="21590" y="19037"/>
                </a:lnTo>
                <a:lnTo>
                  <a:pt x="21590" y="21577"/>
                </a:lnTo>
                <a:lnTo>
                  <a:pt x="1645920" y="21577"/>
                </a:lnTo>
                <a:lnTo>
                  <a:pt x="1645920" y="19050"/>
                </a:lnTo>
                <a:lnTo>
                  <a:pt x="1647190" y="19050"/>
                </a:lnTo>
                <a:lnTo>
                  <a:pt x="1647190" y="17780"/>
                </a:lnTo>
                <a:lnTo>
                  <a:pt x="1648472" y="17780"/>
                </a:lnTo>
                <a:lnTo>
                  <a:pt x="1648472" y="16510"/>
                </a:lnTo>
                <a:close/>
              </a:path>
              <a:path w="1658620" h="21590">
                <a:moveTo>
                  <a:pt x="1649742" y="12700"/>
                </a:moveTo>
                <a:lnTo>
                  <a:pt x="13970" y="12700"/>
                </a:lnTo>
                <a:lnTo>
                  <a:pt x="13970" y="15240"/>
                </a:lnTo>
                <a:lnTo>
                  <a:pt x="16522" y="15240"/>
                </a:lnTo>
                <a:lnTo>
                  <a:pt x="16522" y="16510"/>
                </a:lnTo>
                <a:lnTo>
                  <a:pt x="17792" y="16510"/>
                </a:lnTo>
                <a:lnTo>
                  <a:pt x="17792" y="15240"/>
                </a:lnTo>
                <a:lnTo>
                  <a:pt x="1649742" y="15240"/>
                </a:lnTo>
                <a:lnTo>
                  <a:pt x="1649742" y="12700"/>
                </a:lnTo>
                <a:close/>
              </a:path>
              <a:path w="1658620" h="21590">
                <a:moveTo>
                  <a:pt x="1652270" y="10160"/>
                </a:moveTo>
                <a:lnTo>
                  <a:pt x="10172" y="10160"/>
                </a:lnTo>
                <a:lnTo>
                  <a:pt x="10172" y="11430"/>
                </a:lnTo>
                <a:lnTo>
                  <a:pt x="11442" y="11430"/>
                </a:lnTo>
                <a:lnTo>
                  <a:pt x="11442" y="12700"/>
                </a:lnTo>
                <a:lnTo>
                  <a:pt x="12700" y="12700"/>
                </a:lnTo>
                <a:lnTo>
                  <a:pt x="12700" y="11430"/>
                </a:lnTo>
                <a:lnTo>
                  <a:pt x="1652270" y="11430"/>
                </a:lnTo>
                <a:lnTo>
                  <a:pt x="1652270" y="10160"/>
                </a:lnTo>
                <a:close/>
              </a:path>
              <a:path w="1658620" h="21590">
                <a:moveTo>
                  <a:pt x="1653540" y="6350"/>
                </a:moveTo>
                <a:lnTo>
                  <a:pt x="7620" y="6350"/>
                </a:lnTo>
                <a:lnTo>
                  <a:pt x="7620" y="8890"/>
                </a:lnTo>
                <a:lnTo>
                  <a:pt x="8890" y="8890"/>
                </a:lnTo>
                <a:lnTo>
                  <a:pt x="8890" y="10160"/>
                </a:lnTo>
                <a:lnTo>
                  <a:pt x="10172" y="10160"/>
                </a:lnTo>
                <a:lnTo>
                  <a:pt x="10172" y="8890"/>
                </a:lnTo>
                <a:lnTo>
                  <a:pt x="1652270" y="8890"/>
                </a:lnTo>
                <a:lnTo>
                  <a:pt x="1652270" y="10160"/>
                </a:lnTo>
                <a:lnTo>
                  <a:pt x="1653540" y="10160"/>
                </a:lnTo>
                <a:lnTo>
                  <a:pt x="1653540" y="8890"/>
                </a:lnTo>
                <a:lnTo>
                  <a:pt x="1653540" y="6350"/>
                </a:lnTo>
                <a:close/>
              </a:path>
              <a:path w="1658620" h="21590">
                <a:moveTo>
                  <a:pt x="1656092" y="3810"/>
                </a:moveTo>
                <a:lnTo>
                  <a:pt x="2540" y="3810"/>
                </a:lnTo>
                <a:lnTo>
                  <a:pt x="2540" y="5080"/>
                </a:lnTo>
                <a:lnTo>
                  <a:pt x="5092" y="5080"/>
                </a:lnTo>
                <a:lnTo>
                  <a:pt x="5092" y="6350"/>
                </a:lnTo>
                <a:lnTo>
                  <a:pt x="6350" y="6350"/>
                </a:lnTo>
                <a:lnTo>
                  <a:pt x="6350" y="5080"/>
                </a:lnTo>
                <a:lnTo>
                  <a:pt x="1654797" y="5080"/>
                </a:lnTo>
                <a:lnTo>
                  <a:pt x="1654797" y="6350"/>
                </a:lnTo>
                <a:lnTo>
                  <a:pt x="1656092" y="6350"/>
                </a:lnTo>
                <a:lnTo>
                  <a:pt x="1656092" y="5080"/>
                </a:lnTo>
                <a:lnTo>
                  <a:pt x="1656092" y="3810"/>
                </a:lnTo>
                <a:close/>
              </a:path>
              <a:path w="1658620" h="21590">
                <a:moveTo>
                  <a:pt x="1658620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3810"/>
                </a:lnTo>
                <a:lnTo>
                  <a:pt x="2540" y="3810"/>
                </a:lnTo>
                <a:lnTo>
                  <a:pt x="2540" y="2540"/>
                </a:lnTo>
                <a:lnTo>
                  <a:pt x="1656092" y="2540"/>
                </a:lnTo>
                <a:lnTo>
                  <a:pt x="1656092" y="3810"/>
                </a:lnTo>
                <a:lnTo>
                  <a:pt x="1657337" y="3810"/>
                </a:lnTo>
                <a:lnTo>
                  <a:pt x="1657337" y="2540"/>
                </a:lnTo>
                <a:lnTo>
                  <a:pt x="1658620" y="2540"/>
                </a:lnTo>
                <a:lnTo>
                  <a:pt x="1658620" y="0"/>
                </a:lnTo>
                <a:close/>
              </a:path>
            </a:pathLst>
          </a:custGeom>
          <a:solidFill>
            <a:srgbClr val="AE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8657577" y="1242072"/>
            <a:ext cx="481330" cy="38100"/>
          </a:xfrm>
          <a:custGeom>
            <a:avLst/>
            <a:gdLst/>
            <a:ahLst/>
            <a:cxnLst/>
            <a:rect l="l" t="t" r="r" b="b"/>
            <a:pathLst>
              <a:path w="481329" h="38100">
                <a:moveTo>
                  <a:pt x="219697" y="1270"/>
                </a:moveTo>
                <a:lnTo>
                  <a:pt x="180327" y="1270"/>
                </a:lnTo>
                <a:lnTo>
                  <a:pt x="180327" y="0"/>
                </a:lnTo>
                <a:lnTo>
                  <a:pt x="121894" y="0"/>
                </a:lnTo>
                <a:lnTo>
                  <a:pt x="121894" y="1270"/>
                </a:lnTo>
                <a:lnTo>
                  <a:pt x="120650" y="1270"/>
                </a:lnTo>
                <a:lnTo>
                  <a:pt x="120650" y="0"/>
                </a:lnTo>
                <a:lnTo>
                  <a:pt x="118097" y="0"/>
                </a:lnTo>
                <a:lnTo>
                  <a:pt x="118097" y="1270"/>
                </a:lnTo>
                <a:lnTo>
                  <a:pt x="114300" y="1270"/>
                </a:lnTo>
                <a:lnTo>
                  <a:pt x="114300" y="3810"/>
                </a:lnTo>
                <a:lnTo>
                  <a:pt x="219697" y="3810"/>
                </a:lnTo>
                <a:lnTo>
                  <a:pt x="219697" y="1270"/>
                </a:lnTo>
                <a:close/>
              </a:path>
              <a:path w="481329" h="38100">
                <a:moveTo>
                  <a:pt x="299694" y="3810"/>
                </a:moveTo>
                <a:lnTo>
                  <a:pt x="260324" y="3810"/>
                </a:lnTo>
                <a:lnTo>
                  <a:pt x="260324" y="5080"/>
                </a:lnTo>
                <a:lnTo>
                  <a:pt x="109194" y="5080"/>
                </a:lnTo>
                <a:lnTo>
                  <a:pt x="109194" y="3810"/>
                </a:lnTo>
                <a:lnTo>
                  <a:pt x="105397" y="3810"/>
                </a:lnTo>
                <a:lnTo>
                  <a:pt x="105397" y="5080"/>
                </a:lnTo>
                <a:lnTo>
                  <a:pt x="105397" y="6350"/>
                </a:lnTo>
                <a:lnTo>
                  <a:pt x="299694" y="6350"/>
                </a:lnTo>
                <a:lnTo>
                  <a:pt x="299694" y="5080"/>
                </a:lnTo>
                <a:lnTo>
                  <a:pt x="299694" y="3810"/>
                </a:lnTo>
                <a:close/>
              </a:path>
              <a:path w="481329" h="38100">
                <a:moveTo>
                  <a:pt x="398767" y="7620"/>
                </a:moveTo>
                <a:lnTo>
                  <a:pt x="378447" y="7620"/>
                </a:lnTo>
                <a:lnTo>
                  <a:pt x="378447" y="6350"/>
                </a:lnTo>
                <a:lnTo>
                  <a:pt x="339077" y="6350"/>
                </a:lnTo>
                <a:lnTo>
                  <a:pt x="339077" y="7620"/>
                </a:lnTo>
                <a:lnTo>
                  <a:pt x="101600" y="7620"/>
                </a:lnTo>
                <a:lnTo>
                  <a:pt x="101600" y="6350"/>
                </a:lnTo>
                <a:lnTo>
                  <a:pt x="96494" y="6350"/>
                </a:lnTo>
                <a:lnTo>
                  <a:pt x="96494" y="7620"/>
                </a:lnTo>
                <a:lnTo>
                  <a:pt x="92697" y="7620"/>
                </a:lnTo>
                <a:lnTo>
                  <a:pt x="92697" y="10160"/>
                </a:lnTo>
                <a:lnTo>
                  <a:pt x="398767" y="10160"/>
                </a:lnTo>
                <a:lnTo>
                  <a:pt x="398767" y="7620"/>
                </a:lnTo>
                <a:close/>
              </a:path>
              <a:path w="481329" h="38100">
                <a:moveTo>
                  <a:pt x="407644" y="10160"/>
                </a:moveTo>
                <a:lnTo>
                  <a:pt x="403847" y="10160"/>
                </a:lnTo>
                <a:lnTo>
                  <a:pt x="403847" y="11430"/>
                </a:lnTo>
                <a:lnTo>
                  <a:pt x="88900" y="11430"/>
                </a:lnTo>
                <a:lnTo>
                  <a:pt x="88900" y="10160"/>
                </a:lnTo>
                <a:lnTo>
                  <a:pt x="83794" y="10160"/>
                </a:lnTo>
                <a:lnTo>
                  <a:pt x="83794" y="11430"/>
                </a:lnTo>
                <a:lnTo>
                  <a:pt x="83794" y="12700"/>
                </a:lnTo>
                <a:lnTo>
                  <a:pt x="407644" y="12700"/>
                </a:lnTo>
                <a:lnTo>
                  <a:pt x="407644" y="11430"/>
                </a:lnTo>
                <a:lnTo>
                  <a:pt x="407644" y="10160"/>
                </a:lnTo>
                <a:close/>
              </a:path>
              <a:path w="481329" h="38100">
                <a:moveTo>
                  <a:pt x="419074" y="13970"/>
                </a:moveTo>
                <a:lnTo>
                  <a:pt x="415277" y="13970"/>
                </a:lnTo>
                <a:lnTo>
                  <a:pt x="415277" y="12700"/>
                </a:lnTo>
                <a:lnTo>
                  <a:pt x="411467" y="12700"/>
                </a:lnTo>
                <a:lnTo>
                  <a:pt x="411467" y="13970"/>
                </a:lnTo>
                <a:lnTo>
                  <a:pt x="79997" y="13970"/>
                </a:lnTo>
                <a:lnTo>
                  <a:pt x="79997" y="12700"/>
                </a:lnTo>
                <a:lnTo>
                  <a:pt x="76200" y="12700"/>
                </a:lnTo>
                <a:lnTo>
                  <a:pt x="76200" y="13970"/>
                </a:lnTo>
                <a:lnTo>
                  <a:pt x="71094" y="13970"/>
                </a:lnTo>
                <a:lnTo>
                  <a:pt x="71094" y="16510"/>
                </a:lnTo>
                <a:lnTo>
                  <a:pt x="419074" y="16510"/>
                </a:lnTo>
                <a:lnTo>
                  <a:pt x="419074" y="13970"/>
                </a:lnTo>
                <a:close/>
              </a:path>
              <a:path w="481329" h="38100">
                <a:moveTo>
                  <a:pt x="425450" y="16510"/>
                </a:moveTo>
                <a:lnTo>
                  <a:pt x="421627" y="16510"/>
                </a:lnTo>
                <a:lnTo>
                  <a:pt x="421627" y="17780"/>
                </a:lnTo>
                <a:lnTo>
                  <a:pt x="67297" y="17780"/>
                </a:lnTo>
                <a:lnTo>
                  <a:pt x="67297" y="16510"/>
                </a:lnTo>
                <a:lnTo>
                  <a:pt x="63500" y="16510"/>
                </a:lnTo>
                <a:lnTo>
                  <a:pt x="63500" y="17780"/>
                </a:lnTo>
                <a:lnTo>
                  <a:pt x="63500" y="19050"/>
                </a:lnTo>
                <a:lnTo>
                  <a:pt x="425450" y="19050"/>
                </a:lnTo>
                <a:lnTo>
                  <a:pt x="425450" y="17780"/>
                </a:lnTo>
                <a:lnTo>
                  <a:pt x="425450" y="16510"/>
                </a:lnTo>
                <a:close/>
              </a:path>
              <a:path w="481329" h="38100">
                <a:moveTo>
                  <a:pt x="436867" y="20320"/>
                </a:moveTo>
                <a:lnTo>
                  <a:pt x="433044" y="20320"/>
                </a:lnTo>
                <a:lnTo>
                  <a:pt x="433044" y="19050"/>
                </a:lnTo>
                <a:lnTo>
                  <a:pt x="429247" y="19050"/>
                </a:lnTo>
                <a:lnTo>
                  <a:pt x="429247" y="20320"/>
                </a:lnTo>
                <a:lnTo>
                  <a:pt x="58394" y="20320"/>
                </a:lnTo>
                <a:lnTo>
                  <a:pt x="58394" y="19050"/>
                </a:lnTo>
                <a:lnTo>
                  <a:pt x="54597" y="19050"/>
                </a:lnTo>
                <a:lnTo>
                  <a:pt x="54597" y="20320"/>
                </a:lnTo>
                <a:lnTo>
                  <a:pt x="50800" y="20320"/>
                </a:lnTo>
                <a:lnTo>
                  <a:pt x="50800" y="22860"/>
                </a:lnTo>
                <a:lnTo>
                  <a:pt x="436867" y="22860"/>
                </a:lnTo>
                <a:lnTo>
                  <a:pt x="436867" y="20320"/>
                </a:lnTo>
                <a:close/>
              </a:path>
              <a:path w="481329" h="38100">
                <a:moveTo>
                  <a:pt x="444500" y="22860"/>
                </a:moveTo>
                <a:lnTo>
                  <a:pt x="440677" y="22860"/>
                </a:lnTo>
                <a:lnTo>
                  <a:pt x="440677" y="24130"/>
                </a:lnTo>
                <a:lnTo>
                  <a:pt x="45694" y="24130"/>
                </a:lnTo>
                <a:lnTo>
                  <a:pt x="45694" y="22860"/>
                </a:lnTo>
                <a:lnTo>
                  <a:pt x="41897" y="22860"/>
                </a:lnTo>
                <a:lnTo>
                  <a:pt x="41897" y="24130"/>
                </a:lnTo>
                <a:lnTo>
                  <a:pt x="41897" y="25400"/>
                </a:lnTo>
                <a:lnTo>
                  <a:pt x="444500" y="25400"/>
                </a:lnTo>
                <a:lnTo>
                  <a:pt x="444500" y="24130"/>
                </a:lnTo>
                <a:lnTo>
                  <a:pt x="444500" y="22860"/>
                </a:lnTo>
                <a:close/>
              </a:path>
              <a:path w="481329" h="38100">
                <a:moveTo>
                  <a:pt x="455917" y="26670"/>
                </a:moveTo>
                <a:lnTo>
                  <a:pt x="452094" y="26670"/>
                </a:lnTo>
                <a:lnTo>
                  <a:pt x="452094" y="25400"/>
                </a:lnTo>
                <a:lnTo>
                  <a:pt x="448297" y="25400"/>
                </a:lnTo>
                <a:lnTo>
                  <a:pt x="448297" y="26670"/>
                </a:lnTo>
                <a:lnTo>
                  <a:pt x="38100" y="26670"/>
                </a:lnTo>
                <a:lnTo>
                  <a:pt x="38100" y="25400"/>
                </a:lnTo>
                <a:lnTo>
                  <a:pt x="32994" y="25400"/>
                </a:lnTo>
                <a:lnTo>
                  <a:pt x="32994" y="26670"/>
                </a:lnTo>
                <a:lnTo>
                  <a:pt x="29197" y="26670"/>
                </a:lnTo>
                <a:lnTo>
                  <a:pt x="29197" y="29210"/>
                </a:lnTo>
                <a:lnTo>
                  <a:pt x="455917" y="29210"/>
                </a:lnTo>
                <a:lnTo>
                  <a:pt x="455917" y="26670"/>
                </a:lnTo>
                <a:close/>
              </a:path>
              <a:path w="481329" h="38100">
                <a:moveTo>
                  <a:pt x="462267" y="29210"/>
                </a:moveTo>
                <a:lnTo>
                  <a:pt x="459727" y="29210"/>
                </a:lnTo>
                <a:lnTo>
                  <a:pt x="459727" y="30480"/>
                </a:lnTo>
                <a:lnTo>
                  <a:pt x="25400" y="30480"/>
                </a:lnTo>
                <a:lnTo>
                  <a:pt x="25400" y="29210"/>
                </a:lnTo>
                <a:lnTo>
                  <a:pt x="21577" y="29210"/>
                </a:lnTo>
                <a:lnTo>
                  <a:pt x="21577" y="30480"/>
                </a:lnTo>
                <a:lnTo>
                  <a:pt x="21577" y="31750"/>
                </a:lnTo>
                <a:lnTo>
                  <a:pt x="462267" y="31750"/>
                </a:lnTo>
                <a:lnTo>
                  <a:pt x="462267" y="30480"/>
                </a:lnTo>
                <a:lnTo>
                  <a:pt x="462267" y="29210"/>
                </a:lnTo>
                <a:close/>
              </a:path>
              <a:path w="481329" h="38100">
                <a:moveTo>
                  <a:pt x="473697" y="33020"/>
                </a:moveTo>
                <a:lnTo>
                  <a:pt x="469900" y="33020"/>
                </a:lnTo>
                <a:lnTo>
                  <a:pt x="469900" y="31750"/>
                </a:lnTo>
                <a:lnTo>
                  <a:pt x="466077" y="31750"/>
                </a:lnTo>
                <a:lnTo>
                  <a:pt x="466077" y="33020"/>
                </a:lnTo>
                <a:lnTo>
                  <a:pt x="16497" y="33020"/>
                </a:lnTo>
                <a:lnTo>
                  <a:pt x="16497" y="31750"/>
                </a:lnTo>
                <a:lnTo>
                  <a:pt x="12700" y="31750"/>
                </a:lnTo>
                <a:lnTo>
                  <a:pt x="12700" y="33020"/>
                </a:lnTo>
                <a:lnTo>
                  <a:pt x="8877" y="33020"/>
                </a:lnTo>
                <a:lnTo>
                  <a:pt x="8877" y="35560"/>
                </a:lnTo>
                <a:lnTo>
                  <a:pt x="473697" y="35560"/>
                </a:lnTo>
                <a:lnTo>
                  <a:pt x="473697" y="33020"/>
                </a:lnTo>
                <a:close/>
              </a:path>
              <a:path w="481329" h="38100">
                <a:moveTo>
                  <a:pt x="481317" y="35560"/>
                </a:moveTo>
                <a:lnTo>
                  <a:pt x="477494" y="35560"/>
                </a:lnTo>
                <a:lnTo>
                  <a:pt x="477494" y="36830"/>
                </a:lnTo>
                <a:lnTo>
                  <a:pt x="3797" y="36830"/>
                </a:lnTo>
                <a:lnTo>
                  <a:pt x="3797" y="35560"/>
                </a:lnTo>
                <a:lnTo>
                  <a:pt x="0" y="35560"/>
                </a:lnTo>
                <a:lnTo>
                  <a:pt x="0" y="36830"/>
                </a:lnTo>
                <a:lnTo>
                  <a:pt x="0" y="38100"/>
                </a:lnTo>
                <a:lnTo>
                  <a:pt x="481317" y="38100"/>
                </a:lnTo>
                <a:lnTo>
                  <a:pt x="481317" y="36830"/>
                </a:lnTo>
                <a:lnTo>
                  <a:pt x="481317" y="35560"/>
                </a:lnTo>
                <a:close/>
              </a:path>
            </a:pathLst>
          </a:custGeom>
          <a:solidFill>
            <a:srgbClr val="AE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6639536" y="1226817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74" y="1269"/>
                </a:moveTo>
                <a:lnTo>
                  <a:pt x="0" y="1269"/>
                </a:lnTo>
                <a:lnTo>
                  <a:pt x="0" y="0"/>
                </a:lnTo>
                <a:lnTo>
                  <a:pt x="1274" y="0"/>
                </a:lnTo>
                <a:lnTo>
                  <a:pt x="1274" y="1269"/>
                </a:lnTo>
                <a:close/>
              </a:path>
            </a:pathLst>
          </a:custGeom>
          <a:solidFill>
            <a:srgbClr val="AE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6640804" y="1228102"/>
            <a:ext cx="1767839" cy="62230"/>
          </a:xfrm>
          <a:custGeom>
            <a:avLst/>
            <a:gdLst/>
            <a:ahLst/>
            <a:cxnLst/>
            <a:rect l="l" t="t" r="r" b="b"/>
            <a:pathLst>
              <a:path w="1767840" h="62230">
                <a:moveTo>
                  <a:pt x="1729752" y="57150"/>
                </a:moveTo>
                <a:lnTo>
                  <a:pt x="64770" y="57150"/>
                </a:lnTo>
                <a:lnTo>
                  <a:pt x="64770" y="58420"/>
                </a:lnTo>
                <a:lnTo>
                  <a:pt x="66052" y="58420"/>
                </a:lnTo>
                <a:lnTo>
                  <a:pt x="66052" y="59690"/>
                </a:lnTo>
                <a:lnTo>
                  <a:pt x="67322" y="59690"/>
                </a:lnTo>
                <a:lnTo>
                  <a:pt x="67322" y="58420"/>
                </a:lnTo>
                <a:lnTo>
                  <a:pt x="1727200" y="58420"/>
                </a:lnTo>
                <a:lnTo>
                  <a:pt x="1727200" y="59677"/>
                </a:lnTo>
                <a:lnTo>
                  <a:pt x="68580" y="59677"/>
                </a:lnTo>
                <a:lnTo>
                  <a:pt x="68580" y="62217"/>
                </a:lnTo>
                <a:lnTo>
                  <a:pt x="1727200" y="62217"/>
                </a:lnTo>
                <a:lnTo>
                  <a:pt x="1727200" y="59690"/>
                </a:lnTo>
                <a:lnTo>
                  <a:pt x="1728470" y="59690"/>
                </a:lnTo>
                <a:lnTo>
                  <a:pt x="1728470" y="58420"/>
                </a:lnTo>
                <a:lnTo>
                  <a:pt x="1729752" y="58420"/>
                </a:lnTo>
                <a:lnTo>
                  <a:pt x="1729752" y="57150"/>
                </a:lnTo>
                <a:close/>
              </a:path>
              <a:path w="1767840" h="62230">
                <a:moveTo>
                  <a:pt x="1730997" y="53340"/>
                </a:moveTo>
                <a:lnTo>
                  <a:pt x="62230" y="53340"/>
                </a:lnTo>
                <a:lnTo>
                  <a:pt x="62230" y="55880"/>
                </a:lnTo>
                <a:lnTo>
                  <a:pt x="63500" y="55880"/>
                </a:lnTo>
                <a:lnTo>
                  <a:pt x="63500" y="57150"/>
                </a:lnTo>
                <a:lnTo>
                  <a:pt x="64770" y="57150"/>
                </a:lnTo>
                <a:lnTo>
                  <a:pt x="64770" y="55880"/>
                </a:lnTo>
                <a:lnTo>
                  <a:pt x="1730997" y="55880"/>
                </a:lnTo>
                <a:lnTo>
                  <a:pt x="1730997" y="53340"/>
                </a:lnTo>
                <a:close/>
              </a:path>
              <a:path w="1767840" h="62230">
                <a:moveTo>
                  <a:pt x="1733550" y="50800"/>
                </a:moveTo>
                <a:lnTo>
                  <a:pt x="57150" y="50800"/>
                </a:lnTo>
                <a:lnTo>
                  <a:pt x="57150" y="52070"/>
                </a:lnTo>
                <a:lnTo>
                  <a:pt x="58420" y="52070"/>
                </a:lnTo>
                <a:lnTo>
                  <a:pt x="58420" y="53340"/>
                </a:lnTo>
                <a:lnTo>
                  <a:pt x="59702" y="53340"/>
                </a:lnTo>
                <a:lnTo>
                  <a:pt x="59702" y="52070"/>
                </a:lnTo>
                <a:lnTo>
                  <a:pt x="1733550" y="52070"/>
                </a:lnTo>
                <a:lnTo>
                  <a:pt x="1733550" y="50800"/>
                </a:lnTo>
                <a:close/>
              </a:path>
              <a:path w="1767840" h="62230">
                <a:moveTo>
                  <a:pt x="1734820" y="46990"/>
                </a:moveTo>
                <a:lnTo>
                  <a:pt x="54622" y="46990"/>
                </a:lnTo>
                <a:lnTo>
                  <a:pt x="54622" y="49530"/>
                </a:lnTo>
                <a:lnTo>
                  <a:pt x="55880" y="49530"/>
                </a:lnTo>
                <a:lnTo>
                  <a:pt x="55880" y="50800"/>
                </a:lnTo>
                <a:lnTo>
                  <a:pt x="57150" y="50800"/>
                </a:lnTo>
                <a:lnTo>
                  <a:pt x="57150" y="49530"/>
                </a:lnTo>
                <a:lnTo>
                  <a:pt x="1733550" y="49530"/>
                </a:lnTo>
                <a:lnTo>
                  <a:pt x="1733550" y="50800"/>
                </a:lnTo>
                <a:lnTo>
                  <a:pt x="1734820" y="50800"/>
                </a:lnTo>
                <a:lnTo>
                  <a:pt x="1734820" y="49530"/>
                </a:lnTo>
                <a:lnTo>
                  <a:pt x="1734820" y="46990"/>
                </a:lnTo>
                <a:close/>
              </a:path>
              <a:path w="1767840" h="62230">
                <a:moveTo>
                  <a:pt x="1737372" y="44450"/>
                </a:moveTo>
                <a:lnTo>
                  <a:pt x="50800" y="44450"/>
                </a:lnTo>
                <a:lnTo>
                  <a:pt x="50800" y="45720"/>
                </a:lnTo>
                <a:lnTo>
                  <a:pt x="52070" y="45720"/>
                </a:lnTo>
                <a:lnTo>
                  <a:pt x="52070" y="46990"/>
                </a:lnTo>
                <a:lnTo>
                  <a:pt x="53352" y="46990"/>
                </a:lnTo>
                <a:lnTo>
                  <a:pt x="53352" y="45720"/>
                </a:lnTo>
                <a:lnTo>
                  <a:pt x="1736102" y="45720"/>
                </a:lnTo>
                <a:lnTo>
                  <a:pt x="1736102" y="46990"/>
                </a:lnTo>
                <a:lnTo>
                  <a:pt x="1737372" y="46990"/>
                </a:lnTo>
                <a:lnTo>
                  <a:pt x="1737372" y="45720"/>
                </a:lnTo>
                <a:lnTo>
                  <a:pt x="1737372" y="44450"/>
                </a:lnTo>
                <a:close/>
              </a:path>
              <a:path w="1767840" h="62230">
                <a:moveTo>
                  <a:pt x="1739900" y="40640"/>
                </a:moveTo>
                <a:lnTo>
                  <a:pt x="47002" y="40640"/>
                </a:lnTo>
                <a:lnTo>
                  <a:pt x="47002" y="43180"/>
                </a:lnTo>
                <a:lnTo>
                  <a:pt x="48272" y="43180"/>
                </a:lnTo>
                <a:lnTo>
                  <a:pt x="48272" y="44450"/>
                </a:lnTo>
                <a:lnTo>
                  <a:pt x="50800" y="44450"/>
                </a:lnTo>
                <a:lnTo>
                  <a:pt x="50800" y="43180"/>
                </a:lnTo>
                <a:lnTo>
                  <a:pt x="1737372" y="43180"/>
                </a:lnTo>
                <a:lnTo>
                  <a:pt x="1737372" y="44450"/>
                </a:lnTo>
                <a:lnTo>
                  <a:pt x="1738617" y="44450"/>
                </a:lnTo>
                <a:lnTo>
                  <a:pt x="1738617" y="43180"/>
                </a:lnTo>
                <a:lnTo>
                  <a:pt x="1739900" y="43180"/>
                </a:lnTo>
                <a:lnTo>
                  <a:pt x="1739900" y="40640"/>
                </a:lnTo>
                <a:close/>
              </a:path>
              <a:path w="1767840" h="62230">
                <a:moveTo>
                  <a:pt x="1742427" y="38100"/>
                </a:moveTo>
                <a:lnTo>
                  <a:pt x="43180" y="38100"/>
                </a:lnTo>
                <a:lnTo>
                  <a:pt x="43180" y="39370"/>
                </a:lnTo>
                <a:lnTo>
                  <a:pt x="44450" y="39370"/>
                </a:lnTo>
                <a:lnTo>
                  <a:pt x="44450" y="40640"/>
                </a:lnTo>
                <a:lnTo>
                  <a:pt x="45720" y="40640"/>
                </a:lnTo>
                <a:lnTo>
                  <a:pt x="45720" y="39370"/>
                </a:lnTo>
                <a:lnTo>
                  <a:pt x="1739900" y="39370"/>
                </a:lnTo>
                <a:lnTo>
                  <a:pt x="1739900" y="40640"/>
                </a:lnTo>
                <a:lnTo>
                  <a:pt x="1741170" y="40640"/>
                </a:lnTo>
                <a:lnTo>
                  <a:pt x="1741170" y="39370"/>
                </a:lnTo>
                <a:lnTo>
                  <a:pt x="1742427" y="39370"/>
                </a:lnTo>
                <a:lnTo>
                  <a:pt x="1742427" y="38100"/>
                </a:lnTo>
                <a:close/>
              </a:path>
              <a:path w="1767840" h="62230">
                <a:moveTo>
                  <a:pt x="1743722" y="34290"/>
                </a:moveTo>
                <a:lnTo>
                  <a:pt x="40652" y="34290"/>
                </a:lnTo>
                <a:lnTo>
                  <a:pt x="40652" y="36830"/>
                </a:lnTo>
                <a:lnTo>
                  <a:pt x="41922" y="36830"/>
                </a:lnTo>
                <a:lnTo>
                  <a:pt x="41922" y="38100"/>
                </a:lnTo>
                <a:lnTo>
                  <a:pt x="43180" y="38100"/>
                </a:lnTo>
                <a:lnTo>
                  <a:pt x="43180" y="36830"/>
                </a:lnTo>
                <a:lnTo>
                  <a:pt x="1743722" y="36830"/>
                </a:lnTo>
                <a:lnTo>
                  <a:pt x="1743722" y="34290"/>
                </a:lnTo>
                <a:close/>
              </a:path>
              <a:path w="1767840" h="62230">
                <a:moveTo>
                  <a:pt x="1746250" y="31750"/>
                </a:moveTo>
                <a:lnTo>
                  <a:pt x="35572" y="31750"/>
                </a:lnTo>
                <a:lnTo>
                  <a:pt x="35572" y="33020"/>
                </a:lnTo>
                <a:lnTo>
                  <a:pt x="36830" y="33020"/>
                </a:lnTo>
                <a:lnTo>
                  <a:pt x="36830" y="34290"/>
                </a:lnTo>
                <a:lnTo>
                  <a:pt x="39370" y="34290"/>
                </a:lnTo>
                <a:lnTo>
                  <a:pt x="39370" y="33020"/>
                </a:lnTo>
                <a:lnTo>
                  <a:pt x="1746250" y="33020"/>
                </a:lnTo>
                <a:lnTo>
                  <a:pt x="1746250" y="31750"/>
                </a:lnTo>
                <a:close/>
              </a:path>
              <a:path w="1767840" h="62230">
                <a:moveTo>
                  <a:pt x="1747520" y="27940"/>
                </a:moveTo>
                <a:lnTo>
                  <a:pt x="33020" y="27940"/>
                </a:lnTo>
                <a:lnTo>
                  <a:pt x="33020" y="30480"/>
                </a:lnTo>
                <a:lnTo>
                  <a:pt x="34302" y="30480"/>
                </a:lnTo>
                <a:lnTo>
                  <a:pt x="34302" y="31750"/>
                </a:lnTo>
                <a:lnTo>
                  <a:pt x="35572" y="31750"/>
                </a:lnTo>
                <a:lnTo>
                  <a:pt x="35572" y="30480"/>
                </a:lnTo>
                <a:lnTo>
                  <a:pt x="1746250" y="30480"/>
                </a:lnTo>
                <a:lnTo>
                  <a:pt x="1746250" y="31750"/>
                </a:lnTo>
                <a:lnTo>
                  <a:pt x="1747520" y="31750"/>
                </a:lnTo>
                <a:lnTo>
                  <a:pt x="1747520" y="30480"/>
                </a:lnTo>
                <a:lnTo>
                  <a:pt x="1747520" y="27940"/>
                </a:lnTo>
                <a:close/>
              </a:path>
              <a:path w="1767840" h="62230">
                <a:moveTo>
                  <a:pt x="1750060" y="25400"/>
                </a:moveTo>
                <a:lnTo>
                  <a:pt x="29222" y="25400"/>
                </a:lnTo>
                <a:lnTo>
                  <a:pt x="29222" y="26670"/>
                </a:lnTo>
                <a:lnTo>
                  <a:pt x="30480" y="26670"/>
                </a:lnTo>
                <a:lnTo>
                  <a:pt x="30480" y="27940"/>
                </a:lnTo>
                <a:lnTo>
                  <a:pt x="31750" y="27940"/>
                </a:lnTo>
                <a:lnTo>
                  <a:pt x="31750" y="26670"/>
                </a:lnTo>
                <a:lnTo>
                  <a:pt x="1748777" y="26670"/>
                </a:lnTo>
                <a:lnTo>
                  <a:pt x="1748777" y="27940"/>
                </a:lnTo>
                <a:lnTo>
                  <a:pt x="1750047" y="27940"/>
                </a:lnTo>
                <a:lnTo>
                  <a:pt x="1750047" y="26670"/>
                </a:lnTo>
                <a:lnTo>
                  <a:pt x="1750060" y="25400"/>
                </a:lnTo>
                <a:close/>
              </a:path>
              <a:path w="1767840" h="62230">
                <a:moveTo>
                  <a:pt x="1752600" y="21590"/>
                </a:moveTo>
                <a:lnTo>
                  <a:pt x="25400" y="21590"/>
                </a:lnTo>
                <a:lnTo>
                  <a:pt x="25400" y="24130"/>
                </a:lnTo>
                <a:lnTo>
                  <a:pt x="27952" y="24130"/>
                </a:lnTo>
                <a:lnTo>
                  <a:pt x="27952" y="25400"/>
                </a:lnTo>
                <a:lnTo>
                  <a:pt x="29222" y="25400"/>
                </a:lnTo>
                <a:lnTo>
                  <a:pt x="29222" y="24130"/>
                </a:lnTo>
                <a:lnTo>
                  <a:pt x="1750072" y="24130"/>
                </a:lnTo>
                <a:lnTo>
                  <a:pt x="1750072" y="25400"/>
                </a:lnTo>
                <a:lnTo>
                  <a:pt x="1751317" y="25400"/>
                </a:lnTo>
                <a:lnTo>
                  <a:pt x="1751317" y="24130"/>
                </a:lnTo>
                <a:lnTo>
                  <a:pt x="1752600" y="24130"/>
                </a:lnTo>
                <a:lnTo>
                  <a:pt x="1752600" y="21590"/>
                </a:lnTo>
                <a:close/>
              </a:path>
              <a:path w="1767840" h="62230">
                <a:moveTo>
                  <a:pt x="1755152" y="19050"/>
                </a:moveTo>
                <a:lnTo>
                  <a:pt x="21602" y="19050"/>
                </a:lnTo>
                <a:lnTo>
                  <a:pt x="21602" y="20320"/>
                </a:lnTo>
                <a:lnTo>
                  <a:pt x="22872" y="20320"/>
                </a:lnTo>
                <a:lnTo>
                  <a:pt x="22872" y="21590"/>
                </a:lnTo>
                <a:lnTo>
                  <a:pt x="24130" y="21590"/>
                </a:lnTo>
                <a:lnTo>
                  <a:pt x="24130" y="20320"/>
                </a:lnTo>
                <a:lnTo>
                  <a:pt x="1752600" y="20320"/>
                </a:lnTo>
                <a:lnTo>
                  <a:pt x="1752600" y="21590"/>
                </a:lnTo>
                <a:lnTo>
                  <a:pt x="1753870" y="21590"/>
                </a:lnTo>
                <a:lnTo>
                  <a:pt x="1753870" y="20320"/>
                </a:lnTo>
                <a:lnTo>
                  <a:pt x="1755152" y="20320"/>
                </a:lnTo>
                <a:lnTo>
                  <a:pt x="1755152" y="19050"/>
                </a:lnTo>
                <a:close/>
              </a:path>
              <a:path w="1767840" h="62230">
                <a:moveTo>
                  <a:pt x="1756422" y="15240"/>
                </a:moveTo>
                <a:lnTo>
                  <a:pt x="19050" y="15240"/>
                </a:lnTo>
                <a:lnTo>
                  <a:pt x="19050" y="17780"/>
                </a:lnTo>
                <a:lnTo>
                  <a:pt x="20320" y="17780"/>
                </a:lnTo>
                <a:lnTo>
                  <a:pt x="20320" y="19050"/>
                </a:lnTo>
                <a:lnTo>
                  <a:pt x="21602" y="19050"/>
                </a:lnTo>
                <a:lnTo>
                  <a:pt x="21602" y="17780"/>
                </a:lnTo>
                <a:lnTo>
                  <a:pt x="1756422" y="17780"/>
                </a:lnTo>
                <a:lnTo>
                  <a:pt x="1756422" y="15240"/>
                </a:lnTo>
                <a:close/>
              </a:path>
              <a:path w="1767840" h="62230">
                <a:moveTo>
                  <a:pt x="1758950" y="12700"/>
                </a:moveTo>
                <a:lnTo>
                  <a:pt x="13970" y="12700"/>
                </a:lnTo>
                <a:lnTo>
                  <a:pt x="13970" y="13970"/>
                </a:lnTo>
                <a:lnTo>
                  <a:pt x="16522" y="13970"/>
                </a:lnTo>
                <a:lnTo>
                  <a:pt x="16522" y="15240"/>
                </a:lnTo>
                <a:lnTo>
                  <a:pt x="17780" y="15240"/>
                </a:lnTo>
                <a:lnTo>
                  <a:pt x="17780" y="13970"/>
                </a:lnTo>
                <a:lnTo>
                  <a:pt x="1758950" y="13970"/>
                </a:lnTo>
                <a:lnTo>
                  <a:pt x="1758950" y="12700"/>
                </a:lnTo>
                <a:close/>
              </a:path>
              <a:path w="1767840" h="62230">
                <a:moveTo>
                  <a:pt x="1760220" y="8890"/>
                </a:moveTo>
                <a:lnTo>
                  <a:pt x="11430" y="8890"/>
                </a:lnTo>
                <a:lnTo>
                  <a:pt x="11430" y="11430"/>
                </a:lnTo>
                <a:lnTo>
                  <a:pt x="12700" y="11430"/>
                </a:lnTo>
                <a:lnTo>
                  <a:pt x="12700" y="12700"/>
                </a:lnTo>
                <a:lnTo>
                  <a:pt x="13970" y="12700"/>
                </a:lnTo>
                <a:lnTo>
                  <a:pt x="13970" y="11430"/>
                </a:lnTo>
                <a:lnTo>
                  <a:pt x="1758950" y="11430"/>
                </a:lnTo>
                <a:lnTo>
                  <a:pt x="1758950" y="12700"/>
                </a:lnTo>
                <a:lnTo>
                  <a:pt x="1760220" y="12700"/>
                </a:lnTo>
                <a:lnTo>
                  <a:pt x="1760220" y="11430"/>
                </a:lnTo>
                <a:lnTo>
                  <a:pt x="1760220" y="8890"/>
                </a:lnTo>
                <a:close/>
              </a:path>
              <a:path w="1767840" h="62230">
                <a:moveTo>
                  <a:pt x="1762772" y="6350"/>
                </a:moveTo>
                <a:lnTo>
                  <a:pt x="7620" y="6350"/>
                </a:lnTo>
                <a:lnTo>
                  <a:pt x="7620" y="7620"/>
                </a:lnTo>
                <a:lnTo>
                  <a:pt x="8902" y="7620"/>
                </a:lnTo>
                <a:lnTo>
                  <a:pt x="8902" y="8890"/>
                </a:lnTo>
                <a:lnTo>
                  <a:pt x="10172" y="8890"/>
                </a:lnTo>
                <a:lnTo>
                  <a:pt x="10172" y="7620"/>
                </a:lnTo>
                <a:lnTo>
                  <a:pt x="1761502" y="7620"/>
                </a:lnTo>
                <a:lnTo>
                  <a:pt x="1761502" y="8890"/>
                </a:lnTo>
                <a:lnTo>
                  <a:pt x="1762772" y="8890"/>
                </a:lnTo>
                <a:lnTo>
                  <a:pt x="1762772" y="7620"/>
                </a:lnTo>
                <a:lnTo>
                  <a:pt x="1762772" y="6350"/>
                </a:lnTo>
                <a:close/>
              </a:path>
              <a:path w="1767840" h="62230">
                <a:moveTo>
                  <a:pt x="1765300" y="2540"/>
                </a:moveTo>
                <a:lnTo>
                  <a:pt x="5080" y="2540"/>
                </a:lnTo>
                <a:lnTo>
                  <a:pt x="5080" y="5080"/>
                </a:lnTo>
                <a:lnTo>
                  <a:pt x="6350" y="5080"/>
                </a:lnTo>
                <a:lnTo>
                  <a:pt x="6350" y="6350"/>
                </a:lnTo>
                <a:lnTo>
                  <a:pt x="7620" y="6350"/>
                </a:lnTo>
                <a:lnTo>
                  <a:pt x="7620" y="5080"/>
                </a:lnTo>
                <a:lnTo>
                  <a:pt x="1762772" y="5080"/>
                </a:lnTo>
                <a:lnTo>
                  <a:pt x="1762772" y="6350"/>
                </a:lnTo>
                <a:lnTo>
                  <a:pt x="1764017" y="6350"/>
                </a:lnTo>
                <a:lnTo>
                  <a:pt x="1764017" y="5080"/>
                </a:lnTo>
                <a:lnTo>
                  <a:pt x="1765300" y="5080"/>
                </a:lnTo>
                <a:lnTo>
                  <a:pt x="1765300" y="2540"/>
                </a:lnTo>
                <a:close/>
              </a:path>
              <a:path w="1767840" h="62230">
                <a:moveTo>
                  <a:pt x="1767827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2540"/>
                </a:lnTo>
                <a:lnTo>
                  <a:pt x="2552" y="2540"/>
                </a:lnTo>
                <a:lnTo>
                  <a:pt x="2552" y="1270"/>
                </a:lnTo>
                <a:lnTo>
                  <a:pt x="1765300" y="1270"/>
                </a:lnTo>
                <a:lnTo>
                  <a:pt x="1765300" y="2540"/>
                </a:lnTo>
                <a:lnTo>
                  <a:pt x="1766570" y="2540"/>
                </a:lnTo>
                <a:lnTo>
                  <a:pt x="1766570" y="1270"/>
                </a:lnTo>
                <a:lnTo>
                  <a:pt x="1767827" y="1270"/>
                </a:lnTo>
                <a:lnTo>
                  <a:pt x="1767827" y="0"/>
                </a:lnTo>
                <a:close/>
              </a:path>
            </a:pathLst>
          </a:custGeom>
          <a:solidFill>
            <a:srgbClr val="AE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6009627" y="1366519"/>
            <a:ext cx="215900" cy="24765"/>
          </a:xfrm>
          <a:custGeom>
            <a:avLst/>
            <a:gdLst/>
            <a:ahLst/>
            <a:cxnLst/>
            <a:rect l="l" t="t" r="r" b="b"/>
            <a:pathLst>
              <a:path w="215900" h="24765">
                <a:moveTo>
                  <a:pt x="74904" y="0"/>
                </a:moveTo>
                <a:lnTo>
                  <a:pt x="63500" y="0"/>
                </a:lnTo>
                <a:lnTo>
                  <a:pt x="63500" y="1270"/>
                </a:lnTo>
                <a:lnTo>
                  <a:pt x="62230" y="1270"/>
                </a:lnTo>
                <a:lnTo>
                  <a:pt x="62230" y="0"/>
                </a:lnTo>
                <a:lnTo>
                  <a:pt x="59677" y="0"/>
                </a:lnTo>
                <a:lnTo>
                  <a:pt x="59677" y="2540"/>
                </a:lnTo>
                <a:lnTo>
                  <a:pt x="74904" y="2540"/>
                </a:lnTo>
                <a:lnTo>
                  <a:pt x="74904" y="0"/>
                </a:lnTo>
                <a:close/>
              </a:path>
              <a:path w="215900" h="24765">
                <a:moveTo>
                  <a:pt x="97777" y="3810"/>
                </a:moveTo>
                <a:lnTo>
                  <a:pt x="90157" y="3810"/>
                </a:lnTo>
                <a:lnTo>
                  <a:pt x="90157" y="2540"/>
                </a:lnTo>
                <a:lnTo>
                  <a:pt x="82550" y="2540"/>
                </a:lnTo>
                <a:lnTo>
                  <a:pt x="82550" y="3810"/>
                </a:lnTo>
                <a:lnTo>
                  <a:pt x="57150" y="3810"/>
                </a:lnTo>
                <a:lnTo>
                  <a:pt x="57150" y="2540"/>
                </a:lnTo>
                <a:lnTo>
                  <a:pt x="53327" y="2540"/>
                </a:lnTo>
                <a:lnTo>
                  <a:pt x="53327" y="3810"/>
                </a:lnTo>
                <a:lnTo>
                  <a:pt x="49530" y="3810"/>
                </a:lnTo>
                <a:lnTo>
                  <a:pt x="49530" y="6350"/>
                </a:lnTo>
                <a:lnTo>
                  <a:pt x="97777" y="6350"/>
                </a:lnTo>
                <a:lnTo>
                  <a:pt x="97777" y="3810"/>
                </a:lnTo>
                <a:close/>
              </a:path>
              <a:path w="215900" h="24765">
                <a:moveTo>
                  <a:pt x="114300" y="6350"/>
                </a:moveTo>
                <a:lnTo>
                  <a:pt x="106654" y="6350"/>
                </a:lnTo>
                <a:lnTo>
                  <a:pt x="106654" y="7620"/>
                </a:lnTo>
                <a:lnTo>
                  <a:pt x="46977" y="7620"/>
                </a:lnTo>
                <a:lnTo>
                  <a:pt x="46977" y="6350"/>
                </a:lnTo>
                <a:lnTo>
                  <a:pt x="43180" y="6350"/>
                </a:lnTo>
                <a:lnTo>
                  <a:pt x="43180" y="8890"/>
                </a:lnTo>
                <a:lnTo>
                  <a:pt x="114300" y="8890"/>
                </a:lnTo>
                <a:lnTo>
                  <a:pt x="114300" y="6350"/>
                </a:lnTo>
                <a:close/>
              </a:path>
              <a:path w="215900" h="24765">
                <a:moveTo>
                  <a:pt x="137160" y="10172"/>
                </a:moveTo>
                <a:lnTo>
                  <a:pt x="129527" y="10172"/>
                </a:lnTo>
                <a:lnTo>
                  <a:pt x="129527" y="8902"/>
                </a:lnTo>
                <a:lnTo>
                  <a:pt x="121907" y="8902"/>
                </a:lnTo>
                <a:lnTo>
                  <a:pt x="121907" y="10172"/>
                </a:lnTo>
                <a:lnTo>
                  <a:pt x="40627" y="10172"/>
                </a:lnTo>
                <a:lnTo>
                  <a:pt x="40627" y="8902"/>
                </a:lnTo>
                <a:lnTo>
                  <a:pt x="36830" y="8902"/>
                </a:lnTo>
                <a:lnTo>
                  <a:pt x="36830" y="10172"/>
                </a:lnTo>
                <a:lnTo>
                  <a:pt x="33007" y="10172"/>
                </a:lnTo>
                <a:lnTo>
                  <a:pt x="33007" y="12712"/>
                </a:lnTo>
                <a:lnTo>
                  <a:pt x="137160" y="12712"/>
                </a:lnTo>
                <a:lnTo>
                  <a:pt x="137160" y="10172"/>
                </a:lnTo>
                <a:close/>
              </a:path>
              <a:path w="215900" h="24765">
                <a:moveTo>
                  <a:pt x="153657" y="12712"/>
                </a:moveTo>
                <a:lnTo>
                  <a:pt x="146050" y="12712"/>
                </a:lnTo>
                <a:lnTo>
                  <a:pt x="146050" y="13982"/>
                </a:lnTo>
                <a:lnTo>
                  <a:pt x="30480" y="13982"/>
                </a:lnTo>
                <a:lnTo>
                  <a:pt x="30480" y="12712"/>
                </a:lnTo>
                <a:lnTo>
                  <a:pt x="26657" y="12712"/>
                </a:lnTo>
                <a:lnTo>
                  <a:pt x="26657" y="13982"/>
                </a:lnTo>
                <a:lnTo>
                  <a:pt x="26657" y="15252"/>
                </a:lnTo>
                <a:lnTo>
                  <a:pt x="153657" y="15252"/>
                </a:lnTo>
                <a:lnTo>
                  <a:pt x="153657" y="13982"/>
                </a:lnTo>
                <a:lnTo>
                  <a:pt x="153657" y="12712"/>
                </a:lnTo>
                <a:close/>
              </a:path>
              <a:path w="215900" h="24765">
                <a:moveTo>
                  <a:pt x="176530" y="16522"/>
                </a:moveTo>
                <a:lnTo>
                  <a:pt x="168910" y="16522"/>
                </a:lnTo>
                <a:lnTo>
                  <a:pt x="168910" y="15252"/>
                </a:lnTo>
                <a:lnTo>
                  <a:pt x="161277" y="15252"/>
                </a:lnTo>
                <a:lnTo>
                  <a:pt x="161277" y="16522"/>
                </a:lnTo>
                <a:lnTo>
                  <a:pt x="24130" y="16522"/>
                </a:lnTo>
                <a:lnTo>
                  <a:pt x="24130" y="15252"/>
                </a:lnTo>
                <a:lnTo>
                  <a:pt x="20307" y="15252"/>
                </a:lnTo>
                <a:lnTo>
                  <a:pt x="20307" y="16522"/>
                </a:lnTo>
                <a:lnTo>
                  <a:pt x="16510" y="16522"/>
                </a:lnTo>
                <a:lnTo>
                  <a:pt x="16510" y="19062"/>
                </a:lnTo>
                <a:lnTo>
                  <a:pt x="176530" y="19062"/>
                </a:lnTo>
                <a:lnTo>
                  <a:pt x="176530" y="16522"/>
                </a:lnTo>
                <a:close/>
              </a:path>
              <a:path w="215900" h="24765">
                <a:moveTo>
                  <a:pt x="193027" y="19062"/>
                </a:moveTo>
                <a:lnTo>
                  <a:pt x="185407" y="19062"/>
                </a:lnTo>
                <a:lnTo>
                  <a:pt x="185407" y="20332"/>
                </a:lnTo>
                <a:lnTo>
                  <a:pt x="13957" y="20332"/>
                </a:lnTo>
                <a:lnTo>
                  <a:pt x="13957" y="19062"/>
                </a:lnTo>
                <a:lnTo>
                  <a:pt x="10160" y="19062"/>
                </a:lnTo>
                <a:lnTo>
                  <a:pt x="10160" y="20332"/>
                </a:lnTo>
                <a:lnTo>
                  <a:pt x="10160" y="21602"/>
                </a:lnTo>
                <a:lnTo>
                  <a:pt x="193027" y="21602"/>
                </a:lnTo>
                <a:lnTo>
                  <a:pt x="193027" y="20332"/>
                </a:lnTo>
                <a:lnTo>
                  <a:pt x="193027" y="19062"/>
                </a:lnTo>
                <a:close/>
              </a:path>
              <a:path w="215900" h="24765">
                <a:moveTo>
                  <a:pt x="215900" y="22872"/>
                </a:moveTo>
                <a:lnTo>
                  <a:pt x="208280" y="22872"/>
                </a:lnTo>
                <a:lnTo>
                  <a:pt x="208280" y="21602"/>
                </a:lnTo>
                <a:lnTo>
                  <a:pt x="200660" y="21602"/>
                </a:lnTo>
                <a:lnTo>
                  <a:pt x="200660" y="22872"/>
                </a:lnTo>
                <a:lnTo>
                  <a:pt x="7607" y="22872"/>
                </a:lnTo>
                <a:lnTo>
                  <a:pt x="7607" y="21602"/>
                </a:lnTo>
                <a:lnTo>
                  <a:pt x="3810" y="21602"/>
                </a:lnTo>
                <a:lnTo>
                  <a:pt x="3810" y="22872"/>
                </a:lnTo>
                <a:lnTo>
                  <a:pt x="0" y="22872"/>
                </a:lnTo>
                <a:lnTo>
                  <a:pt x="0" y="24142"/>
                </a:lnTo>
                <a:lnTo>
                  <a:pt x="215900" y="24142"/>
                </a:lnTo>
                <a:lnTo>
                  <a:pt x="215900" y="22872"/>
                </a:lnTo>
                <a:close/>
              </a:path>
            </a:pathLst>
          </a:custGeom>
          <a:solidFill>
            <a:srgbClr val="AE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4" name="object 264"/>
          <p:cNvGrpSpPr/>
          <p:nvPr/>
        </p:nvGrpSpPr>
        <p:grpSpPr>
          <a:xfrm>
            <a:off x="6732261" y="1309369"/>
            <a:ext cx="2409190" cy="81280"/>
            <a:chOff x="6732261" y="1309369"/>
            <a:chExt cx="2409190" cy="81280"/>
          </a:xfrm>
        </p:grpSpPr>
        <p:sp>
          <p:nvSpPr>
            <p:cNvPr id="265" name="object 265"/>
            <p:cNvSpPr/>
            <p:nvPr/>
          </p:nvSpPr>
          <p:spPr>
            <a:xfrm>
              <a:off x="6748754" y="1323352"/>
              <a:ext cx="2392680" cy="67310"/>
            </a:xfrm>
            <a:custGeom>
              <a:avLst/>
              <a:gdLst/>
              <a:ahLst/>
              <a:cxnLst/>
              <a:rect l="l" t="t" r="r" b="b"/>
              <a:pathLst>
                <a:path w="2392679" h="67309">
                  <a:moveTo>
                    <a:pt x="6350" y="5080"/>
                  </a:moveTo>
                  <a:lnTo>
                    <a:pt x="5080" y="5080"/>
                  </a:lnTo>
                  <a:lnTo>
                    <a:pt x="5080" y="6350"/>
                  </a:lnTo>
                  <a:lnTo>
                    <a:pt x="6350" y="6350"/>
                  </a:lnTo>
                  <a:lnTo>
                    <a:pt x="6350" y="5080"/>
                  </a:lnTo>
                  <a:close/>
                </a:path>
                <a:path w="2392679" h="67309">
                  <a:moveTo>
                    <a:pt x="27952" y="24130"/>
                  </a:moveTo>
                  <a:lnTo>
                    <a:pt x="26670" y="24130"/>
                  </a:lnTo>
                  <a:lnTo>
                    <a:pt x="26670" y="25400"/>
                  </a:lnTo>
                  <a:lnTo>
                    <a:pt x="27952" y="25400"/>
                  </a:lnTo>
                  <a:lnTo>
                    <a:pt x="27952" y="24130"/>
                  </a:lnTo>
                  <a:close/>
                </a:path>
                <a:path w="2392679" h="67309">
                  <a:moveTo>
                    <a:pt x="1555750" y="59804"/>
                  </a:moveTo>
                  <a:lnTo>
                    <a:pt x="45720" y="59804"/>
                  </a:lnTo>
                  <a:lnTo>
                    <a:pt x="45720" y="62217"/>
                  </a:lnTo>
                  <a:lnTo>
                    <a:pt x="1555750" y="62217"/>
                  </a:lnTo>
                  <a:lnTo>
                    <a:pt x="1555750" y="59804"/>
                  </a:lnTo>
                  <a:close/>
                </a:path>
                <a:path w="2392679" h="67309">
                  <a:moveTo>
                    <a:pt x="1558302" y="57150"/>
                  </a:moveTo>
                  <a:lnTo>
                    <a:pt x="44450" y="57150"/>
                  </a:lnTo>
                  <a:lnTo>
                    <a:pt x="44450" y="58420"/>
                  </a:lnTo>
                  <a:lnTo>
                    <a:pt x="1555750" y="58420"/>
                  </a:lnTo>
                  <a:lnTo>
                    <a:pt x="1555750" y="59690"/>
                  </a:lnTo>
                  <a:lnTo>
                    <a:pt x="1557020" y="59690"/>
                  </a:lnTo>
                  <a:lnTo>
                    <a:pt x="1557020" y="58420"/>
                  </a:lnTo>
                  <a:lnTo>
                    <a:pt x="1558302" y="58420"/>
                  </a:lnTo>
                  <a:lnTo>
                    <a:pt x="1558302" y="57150"/>
                  </a:lnTo>
                  <a:close/>
                </a:path>
                <a:path w="2392679" h="67309">
                  <a:moveTo>
                    <a:pt x="1559547" y="53454"/>
                  </a:moveTo>
                  <a:lnTo>
                    <a:pt x="44450" y="53454"/>
                  </a:lnTo>
                  <a:lnTo>
                    <a:pt x="44450" y="55867"/>
                  </a:lnTo>
                  <a:lnTo>
                    <a:pt x="1559547" y="55867"/>
                  </a:lnTo>
                  <a:lnTo>
                    <a:pt x="1559547" y="53454"/>
                  </a:lnTo>
                  <a:close/>
                </a:path>
                <a:path w="2392679" h="67309">
                  <a:moveTo>
                    <a:pt x="1562100" y="50914"/>
                  </a:moveTo>
                  <a:lnTo>
                    <a:pt x="43180" y="50914"/>
                  </a:lnTo>
                  <a:lnTo>
                    <a:pt x="43180" y="52057"/>
                  </a:lnTo>
                  <a:lnTo>
                    <a:pt x="1562100" y="52057"/>
                  </a:lnTo>
                  <a:lnTo>
                    <a:pt x="1562100" y="50914"/>
                  </a:lnTo>
                  <a:close/>
                </a:path>
                <a:path w="2392679" h="67309">
                  <a:moveTo>
                    <a:pt x="1563370" y="46990"/>
                  </a:moveTo>
                  <a:lnTo>
                    <a:pt x="41922" y="46990"/>
                  </a:lnTo>
                  <a:lnTo>
                    <a:pt x="41922" y="49530"/>
                  </a:lnTo>
                  <a:lnTo>
                    <a:pt x="41922" y="50800"/>
                  </a:lnTo>
                  <a:lnTo>
                    <a:pt x="43180" y="50800"/>
                  </a:lnTo>
                  <a:lnTo>
                    <a:pt x="43180" y="49530"/>
                  </a:lnTo>
                  <a:lnTo>
                    <a:pt x="1562100" y="49530"/>
                  </a:lnTo>
                  <a:lnTo>
                    <a:pt x="1562100" y="50800"/>
                  </a:lnTo>
                  <a:lnTo>
                    <a:pt x="1563370" y="50800"/>
                  </a:lnTo>
                  <a:lnTo>
                    <a:pt x="1563370" y="49530"/>
                  </a:lnTo>
                  <a:lnTo>
                    <a:pt x="1563370" y="46990"/>
                  </a:lnTo>
                  <a:close/>
                </a:path>
                <a:path w="2392679" h="67309">
                  <a:moveTo>
                    <a:pt x="1565922" y="44450"/>
                  </a:moveTo>
                  <a:lnTo>
                    <a:pt x="40652" y="44450"/>
                  </a:lnTo>
                  <a:lnTo>
                    <a:pt x="40652" y="45720"/>
                  </a:lnTo>
                  <a:lnTo>
                    <a:pt x="40652" y="46990"/>
                  </a:lnTo>
                  <a:lnTo>
                    <a:pt x="41922" y="46990"/>
                  </a:lnTo>
                  <a:lnTo>
                    <a:pt x="41922" y="45720"/>
                  </a:lnTo>
                  <a:lnTo>
                    <a:pt x="1564652" y="45720"/>
                  </a:lnTo>
                  <a:lnTo>
                    <a:pt x="1564652" y="46990"/>
                  </a:lnTo>
                  <a:lnTo>
                    <a:pt x="1565922" y="46990"/>
                  </a:lnTo>
                  <a:lnTo>
                    <a:pt x="1565922" y="45720"/>
                  </a:lnTo>
                  <a:lnTo>
                    <a:pt x="1565922" y="44450"/>
                  </a:lnTo>
                  <a:close/>
                </a:path>
                <a:path w="2392679" h="67309">
                  <a:moveTo>
                    <a:pt x="1568450" y="40640"/>
                  </a:moveTo>
                  <a:lnTo>
                    <a:pt x="39370" y="40640"/>
                  </a:lnTo>
                  <a:lnTo>
                    <a:pt x="39370" y="43180"/>
                  </a:lnTo>
                  <a:lnTo>
                    <a:pt x="1565922" y="43180"/>
                  </a:lnTo>
                  <a:lnTo>
                    <a:pt x="1565922" y="44450"/>
                  </a:lnTo>
                  <a:lnTo>
                    <a:pt x="1567167" y="44450"/>
                  </a:lnTo>
                  <a:lnTo>
                    <a:pt x="1567167" y="43180"/>
                  </a:lnTo>
                  <a:lnTo>
                    <a:pt x="1568450" y="43180"/>
                  </a:lnTo>
                  <a:lnTo>
                    <a:pt x="1568450" y="40640"/>
                  </a:lnTo>
                  <a:close/>
                </a:path>
                <a:path w="2392679" h="67309">
                  <a:moveTo>
                    <a:pt x="1571002" y="38100"/>
                  </a:moveTo>
                  <a:lnTo>
                    <a:pt x="38100" y="38100"/>
                  </a:lnTo>
                  <a:lnTo>
                    <a:pt x="38100" y="39370"/>
                  </a:lnTo>
                  <a:lnTo>
                    <a:pt x="1568450" y="39370"/>
                  </a:lnTo>
                  <a:lnTo>
                    <a:pt x="1568450" y="40640"/>
                  </a:lnTo>
                  <a:lnTo>
                    <a:pt x="1569720" y="40640"/>
                  </a:lnTo>
                  <a:lnTo>
                    <a:pt x="1569720" y="39370"/>
                  </a:lnTo>
                  <a:lnTo>
                    <a:pt x="1571002" y="39370"/>
                  </a:lnTo>
                  <a:lnTo>
                    <a:pt x="1571002" y="38100"/>
                  </a:lnTo>
                  <a:close/>
                </a:path>
                <a:path w="2392679" h="67309">
                  <a:moveTo>
                    <a:pt x="1572247" y="34404"/>
                  </a:moveTo>
                  <a:lnTo>
                    <a:pt x="38100" y="34404"/>
                  </a:lnTo>
                  <a:lnTo>
                    <a:pt x="38100" y="36817"/>
                  </a:lnTo>
                  <a:lnTo>
                    <a:pt x="1572247" y="36817"/>
                  </a:lnTo>
                  <a:lnTo>
                    <a:pt x="1572247" y="34404"/>
                  </a:lnTo>
                  <a:close/>
                </a:path>
                <a:path w="2392679" h="67309">
                  <a:moveTo>
                    <a:pt x="1574800" y="31864"/>
                  </a:moveTo>
                  <a:lnTo>
                    <a:pt x="35572" y="31864"/>
                  </a:lnTo>
                  <a:lnTo>
                    <a:pt x="35572" y="33007"/>
                  </a:lnTo>
                  <a:lnTo>
                    <a:pt x="1574800" y="33007"/>
                  </a:lnTo>
                  <a:lnTo>
                    <a:pt x="1574800" y="31864"/>
                  </a:lnTo>
                  <a:close/>
                </a:path>
                <a:path w="2392679" h="67309">
                  <a:moveTo>
                    <a:pt x="1576070" y="27940"/>
                  </a:moveTo>
                  <a:lnTo>
                    <a:pt x="33020" y="27940"/>
                  </a:lnTo>
                  <a:lnTo>
                    <a:pt x="33020" y="30480"/>
                  </a:lnTo>
                  <a:lnTo>
                    <a:pt x="34302" y="30480"/>
                  </a:lnTo>
                  <a:lnTo>
                    <a:pt x="34302" y="31750"/>
                  </a:lnTo>
                  <a:lnTo>
                    <a:pt x="35572" y="31750"/>
                  </a:lnTo>
                  <a:lnTo>
                    <a:pt x="35572" y="30480"/>
                  </a:lnTo>
                  <a:lnTo>
                    <a:pt x="1574800" y="30480"/>
                  </a:lnTo>
                  <a:lnTo>
                    <a:pt x="1574800" y="31750"/>
                  </a:lnTo>
                  <a:lnTo>
                    <a:pt x="1576070" y="31750"/>
                  </a:lnTo>
                  <a:lnTo>
                    <a:pt x="1576070" y="30480"/>
                  </a:lnTo>
                  <a:lnTo>
                    <a:pt x="1576070" y="27940"/>
                  </a:lnTo>
                  <a:close/>
                </a:path>
                <a:path w="2392679" h="67309">
                  <a:moveTo>
                    <a:pt x="1578622" y="25400"/>
                  </a:moveTo>
                  <a:lnTo>
                    <a:pt x="27952" y="25400"/>
                  </a:lnTo>
                  <a:lnTo>
                    <a:pt x="27952" y="26657"/>
                  </a:lnTo>
                  <a:lnTo>
                    <a:pt x="29222" y="26670"/>
                  </a:lnTo>
                  <a:lnTo>
                    <a:pt x="29222" y="27940"/>
                  </a:lnTo>
                  <a:lnTo>
                    <a:pt x="30480" y="27940"/>
                  </a:lnTo>
                  <a:lnTo>
                    <a:pt x="30480" y="26670"/>
                  </a:lnTo>
                  <a:lnTo>
                    <a:pt x="1577327" y="26670"/>
                  </a:lnTo>
                  <a:lnTo>
                    <a:pt x="1577327" y="27940"/>
                  </a:lnTo>
                  <a:lnTo>
                    <a:pt x="1578622" y="27940"/>
                  </a:lnTo>
                  <a:lnTo>
                    <a:pt x="1578622" y="26670"/>
                  </a:lnTo>
                  <a:lnTo>
                    <a:pt x="1578622" y="25514"/>
                  </a:lnTo>
                  <a:close/>
                </a:path>
                <a:path w="2392679" h="67309">
                  <a:moveTo>
                    <a:pt x="1581150" y="21590"/>
                  </a:moveTo>
                  <a:lnTo>
                    <a:pt x="1578622" y="21590"/>
                  </a:lnTo>
                  <a:lnTo>
                    <a:pt x="25400" y="21704"/>
                  </a:lnTo>
                  <a:lnTo>
                    <a:pt x="25400" y="24117"/>
                  </a:lnTo>
                  <a:lnTo>
                    <a:pt x="1578622" y="24117"/>
                  </a:lnTo>
                  <a:lnTo>
                    <a:pt x="1578622" y="25400"/>
                  </a:lnTo>
                  <a:lnTo>
                    <a:pt x="1579867" y="25400"/>
                  </a:lnTo>
                  <a:lnTo>
                    <a:pt x="1579867" y="24130"/>
                  </a:lnTo>
                  <a:lnTo>
                    <a:pt x="1581150" y="24130"/>
                  </a:lnTo>
                  <a:lnTo>
                    <a:pt x="1581150" y="21590"/>
                  </a:lnTo>
                  <a:close/>
                </a:path>
                <a:path w="2392679" h="67309">
                  <a:moveTo>
                    <a:pt x="1583702" y="19050"/>
                  </a:moveTo>
                  <a:lnTo>
                    <a:pt x="21602" y="19050"/>
                  </a:lnTo>
                  <a:lnTo>
                    <a:pt x="21602" y="20320"/>
                  </a:lnTo>
                  <a:lnTo>
                    <a:pt x="22872" y="20320"/>
                  </a:lnTo>
                  <a:lnTo>
                    <a:pt x="22872" y="21590"/>
                  </a:lnTo>
                  <a:lnTo>
                    <a:pt x="24130" y="21590"/>
                  </a:lnTo>
                  <a:lnTo>
                    <a:pt x="24130" y="20320"/>
                  </a:lnTo>
                  <a:lnTo>
                    <a:pt x="1581150" y="20320"/>
                  </a:lnTo>
                  <a:lnTo>
                    <a:pt x="1581150" y="21590"/>
                  </a:lnTo>
                  <a:lnTo>
                    <a:pt x="1582420" y="21590"/>
                  </a:lnTo>
                  <a:lnTo>
                    <a:pt x="1582420" y="20320"/>
                  </a:lnTo>
                  <a:lnTo>
                    <a:pt x="1583702" y="20320"/>
                  </a:lnTo>
                  <a:lnTo>
                    <a:pt x="1583702" y="19050"/>
                  </a:lnTo>
                  <a:close/>
                </a:path>
                <a:path w="2392679" h="67309">
                  <a:moveTo>
                    <a:pt x="1584947" y="15240"/>
                  </a:moveTo>
                  <a:lnTo>
                    <a:pt x="17780" y="15240"/>
                  </a:lnTo>
                  <a:lnTo>
                    <a:pt x="17780" y="17780"/>
                  </a:lnTo>
                  <a:lnTo>
                    <a:pt x="19050" y="17780"/>
                  </a:lnTo>
                  <a:lnTo>
                    <a:pt x="19050" y="19050"/>
                  </a:lnTo>
                  <a:lnTo>
                    <a:pt x="21602" y="19050"/>
                  </a:lnTo>
                  <a:lnTo>
                    <a:pt x="21602" y="17780"/>
                  </a:lnTo>
                  <a:lnTo>
                    <a:pt x="1584947" y="17780"/>
                  </a:lnTo>
                  <a:lnTo>
                    <a:pt x="1584947" y="15240"/>
                  </a:lnTo>
                  <a:close/>
                </a:path>
                <a:path w="2392679" h="67309">
                  <a:moveTo>
                    <a:pt x="1587500" y="12700"/>
                  </a:moveTo>
                  <a:lnTo>
                    <a:pt x="13970" y="12700"/>
                  </a:lnTo>
                  <a:lnTo>
                    <a:pt x="13970" y="13970"/>
                  </a:lnTo>
                  <a:lnTo>
                    <a:pt x="15252" y="13970"/>
                  </a:lnTo>
                  <a:lnTo>
                    <a:pt x="15252" y="15240"/>
                  </a:lnTo>
                  <a:lnTo>
                    <a:pt x="16522" y="15240"/>
                  </a:lnTo>
                  <a:lnTo>
                    <a:pt x="16522" y="13970"/>
                  </a:lnTo>
                  <a:lnTo>
                    <a:pt x="1587500" y="13970"/>
                  </a:lnTo>
                  <a:lnTo>
                    <a:pt x="1587500" y="12700"/>
                  </a:lnTo>
                  <a:close/>
                </a:path>
                <a:path w="2392679" h="67309">
                  <a:moveTo>
                    <a:pt x="1588770" y="8890"/>
                  </a:moveTo>
                  <a:lnTo>
                    <a:pt x="11430" y="8890"/>
                  </a:lnTo>
                  <a:lnTo>
                    <a:pt x="11430" y="11430"/>
                  </a:lnTo>
                  <a:lnTo>
                    <a:pt x="12700" y="11430"/>
                  </a:lnTo>
                  <a:lnTo>
                    <a:pt x="12700" y="12700"/>
                  </a:lnTo>
                  <a:lnTo>
                    <a:pt x="13970" y="12700"/>
                  </a:lnTo>
                  <a:lnTo>
                    <a:pt x="13970" y="11430"/>
                  </a:lnTo>
                  <a:lnTo>
                    <a:pt x="1587500" y="11430"/>
                  </a:lnTo>
                  <a:lnTo>
                    <a:pt x="1587500" y="12700"/>
                  </a:lnTo>
                  <a:lnTo>
                    <a:pt x="1588770" y="12700"/>
                  </a:lnTo>
                  <a:lnTo>
                    <a:pt x="1588770" y="11430"/>
                  </a:lnTo>
                  <a:lnTo>
                    <a:pt x="1588770" y="8890"/>
                  </a:lnTo>
                  <a:close/>
                </a:path>
                <a:path w="2392679" h="67309">
                  <a:moveTo>
                    <a:pt x="1591310" y="7620"/>
                  </a:moveTo>
                  <a:lnTo>
                    <a:pt x="1591297" y="6350"/>
                  </a:lnTo>
                  <a:lnTo>
                    <a:pt x="6350" y="6350"/>
                  </a:lnTo>
                  <a:lnTo>
                    <a:pt x="6350" y="7620"/>
                  </a:lnTo>
                  <a:lnTo>
                    <a:pt x="7620" y="7620"/>
                  </a:lnTo>
                  <a:lnTo>
                    <a:pt x="7620" y="9004"/>
                  </a:lnTo>
                  <a:lnTo>
                    <a:pt x="10172" y="9004"/>
                  </a:lnTo>
                  <a:lnTo>
                    <a:pt x="10172" y="7620"/>
                  </a:lnTo>
                  <a:lnTo>
                    <a:pt x="1590052" y="7620"/>
                  </a:lnTo>
                  <a:lnTo>
                    <a:pt x="1590052" y="8890"/>
                  </a:lnTo>
                  <a:lnTo>
                    <a:pt x="1591310" y="8890"/>
                  </a:lnTo>
                  <a:lnTo>
                    <a:pt x="1591310" y="7620"/>
                  </a:lnTo>
                  <a:close/>
                </a:path>
                <a:path w="2392679" h="67309">
                  <a:moveTo>
                    <a:pt x="1593850" y="2540"/>
                  </a:moveTo>
                  <a:lnTo>
                    <a:pt x="1591297" y="2540"/>
                  </a:lnTo>
                  <a:lnTo>
                    <a:pt x="3822" y="2654"/>
                  </a:lnTo>
                  <a:lnTo>
                    <a:pt x="3822" y="5067"/>
                  </a:lnTo>
                  <a:lnTo>
                    <a:pt x="1591297" y="5067"/>
                  </a:lnTo>
                  <a:lnTo>
                    <a:pt x="1591297" y="6350"/>
                  </a:lnTo>
                  <a:lnTo>
                    <a:pt x="1592567" y="6350"/>
                  </a:lnTo>
                  <a:lnTo>
                    <a:pt x="1592567" y="5080"/>
                  </a:lnTo>
                  <a:lnTo>
                    <a:pt x="1593850" y="5080"/>
                  </a:lnTo>
                  <a:lnTo>
                    <a:pt x="1593850" y="2540"/>
                  </a:lnTo>
                  <a:close/>
                </a:path>
                <a:path w="2392679" h="67309">
                  <a:moveTo>
                    <a:pt x="159640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1270" y="1270"/>
                  </a:lnTo>
                  <a:lnTo>
                    <a:pt x="1270" y="2540"/>
                  </a:lnTo>
                  <a:lnTo>
                    <a:pt x="2552" y="2540"/>
                  </a:lnTo>
                  <a:lnTo>
                    <a:pt x="2552" y="1270"/>
                  </a:lnTo>
                  <a:lnTo>
                    <a:pt x="1596402" y="1270"/>
                  </a:lnTo>
                  <a:lnTo>
                    <a:pt x="1596402" y="0"/>
                  </a:lnTo>
                  <a:close/>
                </a:path>
                <a:path w="2392679" h="67309">
                  <a:moveTo>
                    <a:pt x="2392667" y="63500"/>
                  </a:moveTo>
                  <a:lnTo>
                    <a:pt x="47002" y="63500"/>
                  </a:lnTo>
                  <a:lnTo>
                    <a:pt x="47002" y="64770"/>
                  </a:lnTo>
                  <a:lnTo>
                    <a:pt x="47002" y="66040"/>
                  </a:lnTo>
                  <a:lnTo>
                    <a:pt x="48272" y="66040"/>
                  </a:lnTo>
                  <a:lnTo>
                    <a:pt x="48272" y="67297"/>
                  </a:lnTo>
                  <a:lnTo>
                    <a:pt x="2392667" y="67297"/>
                  </a:lnTo>
                  <a:lnTo>
                    <a:pt x="2392667" y="66027"/>
                  </a:lnTo>
                  <a:lnTo>
                    <a:pt x="48272" y="66027"/>
                  </a:lnTo>
                  <a:lnTo>
                    <a:pt x="48272" y="64770"/>
                  </a:lnTo>
                  <a:lnTo>
                    <a:pt x="2392667" y="64770"/>
                  </a:lnTo>
                  <a:lnTo>
                    <a:pt x="2392667" y="63500"/>
                  </a:lnTo>
                  <a:close/>
                </a:path>
                <a:path w="2392679" h="67309">
                  <a:moveTo>
                    <a:pt x="2392667" y="59690"/>
                  </a:moveTo>
                  <a:lnTo>
                    <a:pt x="1567167" y="59690"/>
                  </a:lnTo>
                  <a:lnTo>
                    <a:pt x="1567167" y="58420"/>
                  </a:lnTo>
                  <a:lnTo>
                    <a:pt x="1563370" y="58420"/>
                  </a:lnTo>
                  <a:lnTo>
                    <a:pt x="1563370" y="59690"/>
                  </a:lnTo>
                  <a:lnTo>
                    <a:pt x="1558302" y="59690"/>
                  </a:lnTo>
                  <a:lnTo>
                    <a:pt x="1558302" y="62230"/>
                  </a:lnTo>
                  <a:lnTo>
                    <a:pt x="2392667" y="62230"/>
                  </a:lnTo>
                  <a:lnTo>
                    <a:pt x="2392667" y="59690"/>
                  </a:lnTo>
                  <a:close/>
                </a:path>
                <a:path w="2392679" h="67309">
                  <a:moveTo>
                    <a:pt x="2392667" y="57150"/>
                  </a:moveTo>
                  <a:lnTo>
                    <a:pt x="1576070" y="57150"/>
                  </a:lnTo>
                  <a:lnTo>
                    <a:pt x="1576070" y="55880"/>
                  </a:lnTo>
                  <a:lnTo>
                    <a:pt x="1571002" y="55880"/>
                  </a:lnTo>
                  <a:lnTo>
                    <a:pt x="1571002" y="57150"/>
                  </a:lnTo>
                  <a:lnTo>
                    <a:pt x="1571002" y="58420"/>
                  </a:lnTo>
                  <a:lnTo>
                    <a:pt x="2392667" y="58420"/>
                  </a:lnTo>
                  <a:lnTo>
                    <a:pt x="2392667" y="57150"/>
                  </a:lnTo>
                  <a:close/>
                </a:path>
                <a:path w="2392679" h="67309">
                  <a:moveTo>
                    <a:pt x="2392667" y="53340"/>
                  </a:moveTo>
                  <a:lnTo>
                    <a:pt x="1588770" y="53340"/>
                  </a:lnTo>
                  <a:lnTo>
                    <a:pt x="1588770" y="52070"/>
                  </a:lnTo>
                  <a:lnTo>
                    <a:pt x="1583702" y="52070"/>
                  </a:lnTo>
                  <a:lnTo>
                    <a:pt x="1583702" y="53340"/>
                  </a:lnTo>
                  <a:lnTo>
                    <a:pt x="1579867" y="53340"/>
                  </a:lnTo>
                  <a:lnTo>
                    <a:pt x="1579867" y="55880"/>
                  </a:lnTo>
                  <a:lnTo>
                    <a:pt x="2392667" y="55880"/>
                  </a:lnTo>
                  <a:lnTo>
                    <a:pt x="2392667" y="53340"/>
                  </a:lnTo>
                  <a:close/>
                </a:path>
                <a:path w="2392679" h="67309">
                  <a:moveTo>
                    <a:pt x="2392667" y="50800"/>
                  </a:moveTo>
                  <a:lnTo>
                    <a:pt x="1596402" y="50800"/>
                  </a:lnTo>
                  <a:lnTo>
                    <a:pt x="1596402" y="49530"/>
                  </a:lnTo>
                  <a:lnTo>
                    <a:pt x="1592567" y="49530"/>
                  </a:lnTo>
                  <a:lnTo>
                    <a:pt x="1592567" y="50800"/>
                  </a:lnTo>
                  <a:lnTo>
                    <a:pt x="1592567" y="52070"/>
                  </a:lnTo>
                  <a:lnTo>
                    <a:pt x="2392667" y="52070"/>
                  </a:lnTo>
                  <a:lnTo>
                    <a:pt x="2392667" y="50800"/>
                  </a:lnTo>
                  <a:close/>
                </a:path>
                <a:path w="2392679" h="67309">
                  <a:moveTo>
                    <a:pt x="2392667" y="46990"/>
                  </a:moveTo>
                  <a:lnTo>
                    <a:pt x="1609102" y="46990"/>
                  </a:lnTo>
                  <a:lnTo>
                    <a:pt x="1609102" y="45720"/>
                  </a:lnTo>
                  <a:lnTo>
                    <a:pt x="1605267" y="45720"/>
                  </a:lnTo>
                  <a:lnTo>
                    <a:pt x="1605267" y="46990"/>
                  </a:lnTo>
                  <a:lnTo>
                    <a:pt x="1601470" y="46990"/>
                  </a:lnTo>
                  <a:lnTo>
                    <a:pt x="1601470" y="49530"/>
                  </a:lnTo>
                  <a:lnTo>
                    <a:pt x="2392667" y="49530"/>
                  </a:lnTo>
                  <a:lnTo>
                    <a:pt x="2392667" y="46990"/>
                  </a:lnTo>
                  <a:close/>
                </a:path>
                <a:path w="2392679" h="67309">
                  <a:moveTo>
                    <a:pt x="2392667" y="44450"/>
                  </a:moveTo>
                  <a:lnTo>
                    <a:pt x="1617967" y="44450"/>
                  </a:lnTo>
                  <a:lnTo>
                    <a:pt x="1617967" y="43180"/>
                  </a:lnTo>
                  <a:lnTo>
                    <a:pt x="1614170" y="43180"/>
                  </a:lnTo>
                  <a:lnTo>
                    <a:pt x="1614170" y="44450"/>
                  </a:lnTo>
                  <a:lnTo>
                    <a:pt x="1614170" y="45720"/>
                  </a:lnTo>
                  <a:lnTo>
                    <a:pt x="2392667" y="45720"/>
                  </a:lnTo>
                  <a:lnTo>
                    <a:pt x="2392667" y="44450"/>
                  </a:lnTo>
                  <a:close/>
                </a:path>
                <a:path w="2392679" h="67309">
                  <a:moveTo>
                    <a:pt x="2392667" y="40640"/>
                  </a:moveTo>
                  <a:lnTo>
                    <a:pt x="1630667" y="40640"/>
                  </a:lnTo>
                  <a:lnTo>
                    <a:pt x="1630667" y="39370"/>
                  </a:lnTo>
                  <a:lnTo>
                    <a:pt x="1626870" y="39370"/>
                  </a:lnTo>
                  <a:lnTo>
                    <a:pt x="1626870" y="40640"/>
                  </a:lnTo>
                  <a:lnTo>
                    <a:pt x="1621802" y="40640"/>
                  </a:lnTo>
                  <a:lnTo>
                    <a:pt x="1621802" y="43180"/>
                  </a:lnTo>
                  <a:lnTo>
                    <a:pt x="2392667" y="43180"/>
                  </a:lnTo>
                  <a:lnTo>
                    <a:pt x="2392667" y="40640"/>
                  </a:lnTo>
                  <a:close/>
                </a:path>
                <a:path w="2392679" h="67309">
                  <a:moveTo>
                    <a:pt x="2392667" y="38100"/>
                  </a:moveTo>
                  <a:lnTo>
                    <a:pt x="1639570" y="38100"/>
                  </a:lnTo>
                  <a:lnTo>
                    <a:pt x="1639570" y="36830"/>
                  </a:lnTo>
                  <a:lnTo>
                    <a:pt x="1634502" y="36830"/>
                  </a:lnTo>
                  <a:lnTo>
                    <a:pt x="1634502" y="38100"/>
                  </a:lnTo>
                  <a:lnTo>
                    <a:pt x="1634502" y="39370"/>
                  </a:lnTo>
                  <a:lnTo>
                    <a:pt x="2392667" y="39370"/>
                  </a:lnTo>
                  <a:lnTo>
                    <a:pt x="2392667" y="38100"/>
                  </a:lnTo>
                  <a:close/>
                </a:path>
                <a:path w="2392679" h="67309">
                  <a:moveTo>
                    <a:pt x="2392667" y="34290"/>
                  </a:moveTo>
                  <a:lnTo>
                    <a:pt x="1651000" y="34290"/>
                  </a:lnTo>
                  <a:lnTo>
                    <a:pt x="1651000" y="33020"/>
                  </a:lnTo>
                  <a:lnTo>
                    <a:pt x="1647202" y="33020"/>
                  </a:lnTo>
                  <a:lnTo>
                    <a:pt x="1647202" y="34290"/>
                  </a:lnTo>
                  <a:lnTo>
                    <a:pt x="1643367" y="34290"/>
                  </a:lnTo>
                  <a:lnTo>
                    <a:pt x="1643367" y="36830"/>
                  </a:lnTo>
                  <a:lnTo>
                    <a:pt x="2392667" y="36830"/>
                  </a:lnTo>
                  <a:lnTo>
                    <a:pt x="2392667" y="34290"/>
                  </a:lnTo>
                  <a:close/>
                </a:path>
                <a:path w="2392679" h="67309">
                  <a:moveTo>
                    <a:pt x="2392667" y="31750"/>
                  </a:moveTo>
                  <a:lnTo>
                    <a:pt x="1659902" y="31750"/>
                  </a:lnTo>
                  <a:lnTo>
                    <a:pt x="1659902" y="30480"/>
                  </a:lnTo>
                  <a:lnTo>
                    <a:pt x="1656067" y="30480"/>
                  </a:lnTo>
                  <a:lnTo>
                    <a:pt x="1656067" y="31750"/>
                  </a:lnTo>
                  <a:lnTo>
                    <a:pt x="1656067" y="33020"/>
                  </a:lnTo>
                  <a:lnTo>
                    <a:pt x="2392667" y="33020"/>
                  </a:lnTo>
                  <a:lnTo>
                    <a:pt x="2392667" y="31750"/>
                  </a:lnTo>
                  <a:close/>
                </a:path>
                <a:path w="2392679" h="67309">
                  <a:moveTo>
                    <a:pt x="2392667" y="28054"/>
                  </a:moveTo>
                  <a:lnTo>
                    <a:pt x="1663700" y="28054"/>
                  </a:lnTo>
                  <a:lnTo>
                    <a:pt x="1663700" y="30467"/>
                  </a:lnTo>
                  <a:lnTo>
                    <a:pt x="2392667" y="30467"/>
                  </a:lnTo>
                  <a:lnTo>
                    <a:pt x="2392667" y="28054"/>
                  </a:lnTo>
                  <a:close/>
                </a:path>
              </a:pathLst>
            </a:custGeom>
            <a:solidFill>
              <a:srgbClr val="AE4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6732257" y="1309382"/>
              <a:ext cx="2409190" cy="42545"/>
            </a:xfrm>
            <a:custGeom>
              <a:avLst/>
              <a:gdLst/>
              <a:ahLst/>
              <a:cxnLst/>
              <a:rect l="l" t="t" r="r" b="b"/>
              <a:pathLst>
                <a:path w="2409190" h="42544">
                  <a:moveTo>
                    <a:pt x="1270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1270" y="1270"/>
                  </a:lnTo>
                  <a:lnTo>
                    <a:pt x="1270" y="0"/>
                  </a:lnTo>
                  <a:close/>
                </a:path>
                <a:path w="2409190" h="42544">
                  <a:moveTo>
                    <a:pt x="19050" y="15240"/>
                  </a:moveTo>
                  <a:lnTo>
                    <a:pt x="17767" y="15240"/>
                  </a:lnTo>
                  <a:lnTo>
                    <a:pt x="17767" y="16510"/>
                  </a:lnTo>
                  <a:lnTo>
                    <a:pt x="19050" y="16510"/>
                  </a:lnTo>
                  <a:lnTo>
                    <a:pt x="19050" y="15240"/>
                  </a:lnTo>
                  <a:close/>
                </a:path>
                <a:path w="2409190" h="42544">
                  <a:moveTo>
                    <a:pt x="1611617" y="15240"/>
                  </a:moveTo>
                  <a:lnTo>
                    <a:pt x="1610347" y="15240"/>
                  </a:lnTo>
                  <a:lnTo>
                    <a:pt x="1610347" y="16510"/>
                  </a:lnTo>
                  <a:lnTo>
                    <a:pt x="1611617" y="16510"/>
                  </a:lnTo>
                  <a:lnTo>
                    <a:pt x="1611617" y="15240"/>
                  </a:lnTo>
                  <a:close/>
                </a:path>
                <a:path w="2409190" h="42544">
                  <a:moveTo>
                    <a:pt x="1614170" y="10160"/>
                  </a:moveTo>
                  <a:lnTo>
                    <a:pt x="12700" y="10160"/>
                  </a:lnTo>
                  <a:lnTo>
                    <a:pt x="12700" y="12700"/>
                  </a:lnTo>
                  <a:lnTo>
                    <a:pt x="15227" y="12700"/>
                  </a:lnTo>
                  <a:lnTo>
                    <a:pt x="15227" y="13970"/>
                  </a:lnTo>
                  <a:lnTo>
                    <a:pt x="16497" y="13970"/>
                  </a:lnTo>
                  <a:lnTo>
                    <a:pt x="16497" y="12700"/>
                  </a:lnTo>
                  <a:lnTo>
                    <a:pt x="1614170" y="12700"/>
                  </a:lnTo>
                  <a:lnTo>
                    <a:pt x="1614170" y="10160"/>
                  </a:lnTo>
                  <a:close/>
                </a:path>
                <a:path w="2409190" h="42544">
                  <a:moveTo>
                    <a:pt x="1616697" y="7620"/>
                  </a:moveTo>
                  <a:lnTo>
                    <a:pt x="8877" y="7620"/>
                  </a:lnTo>
                  <a:lnTo>
                    <a:pt x="8877" y="8890"/>
                  </a:lnTo>
                  <a:lnTo>
                    <a:pt x="10147" y="8890"/>
                  </a:lnTo>
                  <a:lnTo>
                    <a:pt x="10147" y="10160"/>
                  </a:lnTo>
                  <a:lnTo>
                    <a:pt x="11417" y="10160"/>
                  </a:lnTo>
                  <a:lnTo>
                    <a:pt x="11417" y="8890"/>
                  </a:lnTo>
                  <a:lnTo>
                    <a:pt x="1616697" y="8890"/>
                  </a:lnTo>
                  <a:lnTo>
                    <a:pt x="1616697" y="7620"/>
                  </a:lnTo>
                  <a:close/>
                </a:path>
                <a:path w="2409190" h="42544">
                  <a:moveTo>
                    <a:pt x="1617967" y="3810"/>
                  </a:moveTo>
                  <a:lnTo>
                    <a:pt x="6350" y="3810"/>
                  </a:lnTo>
                  <a:lnTo>
                    <a:pt x="6350" y="6350"/>
                  </a:lnTo>
                  <a:lnTo>
                    <a:pt x="7620" y="6350"/>
                  </a:lnTo>
                  <a:lnTo>
                    <a:pt x="7620" y="7620"/>
                  </a:lnTo>
                  <a:lnTo>
                    <a:pt x="8877" y="7620"/>
                  </a:lnTo>
                  <a:lnTo>
                    <a:pt x="8877" y="6350"/>
                  </a:lnTo>
                  <a:lnTo>
                    <a:pt x="1616697" y="6350"/>
                  </a:lnTo>
                  <a:lnTo>
                    <a:pt x="1616697" y="7620"/>
                  </a:lnTo>
                  <a:lnTo>
                    <a:pt x="1617967" y="7620"/>
                  </a:lnTo>
                  <a:lnTo>
                    <a:pt x="1617967" y="6350"/>
                  </a:lnTo>
                  <a:lnTo>
                    <a:pt x="1617967" y="3810"/>
                  </a:lnTo>
                  <a:close/>
                </a:path>
                <a:path w="2409190" h="42544">
                  <a:moveTo>
                    <a:pt x="1620507" y="1270"/>
                  </a:moveTo>
                  <a:lnTo>
                    <a:pt x="1270" y="1270"/>
                  </a:lnTo>
                  <a:lnTo>
                    <a:pt x="1270" y="2540"/>
                  </a:lnTo>
                  <a:lnTo>
                    <a:pt x="3797" y="2540"/>
                  </a:lnTo>
                  <a:lnTo>
                    <a:pt x="3797" y="3810"/>
                  </a:lnTo>
                  <a:lnTo>
                    <a:pt x="5067" y="3810"/>
                  </a:lnTo>
                  <a:lnTo>
                    <a:pt x="5067" y="2540"/>
                  </a:lnTo>
                  <a:lnTo>
                    <a:pt x="1619250" y="2540"/>
                  </a:lnTo>
                  <a:lnTo>
                    <a:pt x="1619250" y="3810"/>
                  </a:lnTo>
                  <a:lnTo>
                    <a:pt x="1620494" y="3810"/>
                  </a:lnTo>
                  <a:lnTo>
                    <a:pt x="1620494" y="2540"/>
                  </a:lnTo>
                  <a:lnTo>
                    <a:pt x="1620507" y="1270"/>
                  </a:lnTo>
                  <a:close/>
                </a:path>
                <a:path w="2409190" h="42544">
                  <a:moveTo>
                    <a:pt x="1621764" y="0"/>
                  </a:moveTo>
                  <a:lnTo>
                    <a:pt x="1620520" y="0"/>
                  </a:lnTo>
                  <a:lnTo>
                    <a:pt x="1620520" y="1270"/>
                  </a:lnTo>
                  <a:lnTo>
                    <a:pt x="1621764" y="1270"/>
                  </a:lnTo>
                  <a:lnTo>
                    <a:pt x="1621764" y="0"/>
                  </a:lnTo>
                  <a:close/>
                </a:path>
                <a:path w="2409190" h="42544">
                  <a:moveTo>
                    <a:pt x="1689100" y="40627"/>
                  </a:moveTo>
                  <a:lnTo>
                    <a:pt x="1685264" y="40627"/>
                  </a:lnTo>
                  <a:lnTo>
                    <a:pt x="1685264" y="42024"/>
                  </a:lnTo>
                  <a:lnTo>
                    <a:pt x="1689100" y="42024"/>
                  </a:lnTo>
                  <a:lnTo>
                    <a:pt x="1689100" y="40627"/>
                  </a:lnTo>
                  <a:close/>
                </a:path>
                <a:path w="2409190" h="42544">
                  <a:moveTo>
                    <a:pt x="2409164" y="39370"/>
                  </a:moveTo>
                  <a:lnTo>
                    <a:pt x="1697964" y="39370"/>
                  </a:lnTo>
                  <a:lnTo>
                    <a:pt x="1697964" y="38100"/>
                  </a:lnTo>
                  <a:lnTo>
                    <a:pt x="1692897" y="38100"/>
                  </a:lnTo>
                  <a:lnTo>
                    <a:pt x="1692897" y="39370"/>
                  </a:lnTo>
                  <a:lnTo>
                    <a:pt x="1692897" y="40640"/>
                  </a:lnTo>
                  <a:lnTo>
                    <a:pt x="2409164" y="40640"/>
                  </a:lnTo>
                  <a:lnTo>
                    <a:pt x="2409164" y="39370"/>
                  </a:lnTo>
                  <a:close/>
                </a:path>
                <a:path w="2409190" h="42544">
                  <a:moveTo>
                    <a:pt x="2409164" y="35560"/>
                  </a:moveTo>
                  <a:lnTo>
                    <a:pt x="1710664" y="35560"/>
                  </a:lnTo>
                  <a:lnTo>
                    <a:pt x="1710664" y="34290"/>
                  </a:lnTo>
                  <a:lnTo>
                    <a:pt x="1705597" y="34290"/>
                  </a:lnTo>
                  <a:lnTo>
                    <a:pt x="1705597" y="35560"/>
                  </a:lnTo>
                  <a:lnTo>
                    <a:pt x="1701800" y="35560"/>
                  </a:lnTo>
                  <a:lnTo>
                    <a:pt x="1701800" y="38100"/>
                  </a:lnTo>
                  <a:lnTo>
                    <a:pt x="2409164" y="38100"/>
                  </a:lnTo>
                  <a:lnTo>
                    <a:pt x="2409164" y="35560"/>
                  </a:lnTo>
                  <a:close/>
                </a:path>
                <a:path w="2409190" h="42544">
                  <a:moveTo>
                    <a:pt x="2409164" y="33020"/>
                  </a:moveTo>
                  <a:lnTo>
                    <a:pt x="1718297" y="33020"/>
                  </a:lnTo>
                  <a:lnTo>
                    <a:pt x="1718297" y="31750"/>
                  </a:lnTo>
                  <a:lnTo>
                    <a:pt x="1714500" y="31750"/>
                  </a:lnTo>
                  <a:lnTo>
                    <a:pt x="1714500" y="33020"/>
                  </a:lnTo>
                  <a:lnTo>
                    <a:pt x="1714500" y="34290"/>
                  </a:lnTo>
                  <a:lnTo>
                    <a:pt x="2409164" y="34290"/>
                  </a:lnTo>
                  <a:lnTo>
                    <a:pt x="2409164" y="33020"/>
                  </a:lnTo>
                  <a:close/>
                </a:path>
                <a:path w="2409190" h="42544">
                  <a:moveTo>
                    <a:pt x="2409164" y="29210"/>
                  </a:moveTo>
                  <a:lnTo>
                    <a:pt x="1730997" y="29210"/>
                  </a:lnTo>
                  <a:lnTo>
                    <a:pt x="1730997" y="27940"/>
                  </a:lnTo>
                  <a:lnTo>
                    <a:pt x="1727200" y="27940"/>
                  </a:lnTo>
                  <a:lnTo>
                    <a:pt x="1727200" y="29210"/>
                  </a:lnTo>
                  <a:lnTo>
                    <a:pt x="1723364" y="29210"/>
                  </a:lnTo>
                  <a:lnTo>
                    <a:pt x="1723364" y="31750"/>
                  </a:lnTo>
                  <a:lnTo>
                    <a:pt x="2409164" y="31750"/>
                  </a:lnTo>
                  <a:lnTo>
                    <a:pt x="2409164" y="29210"/>
                  </a:lnTo>
                  <a:close/>
                </a:path>
                <a:path w="2409190" h="42544">
                  <a:moveTo>
                    <a:pt x="2409164" y="26670"/>
                  </a:moveTo>
                  <a:lnTo>
                    <a:pt x="1739900" y="26670"/>
                  </a:lnTo>
                  <a:lnTo>
                    <a:pt x="1739900" y="25400"/>
                  </a:lnTo>
                  <a:lnTo>
                    <a:pt x="1736064" y="25400"/>
                  </a:lnTo>
                  <a:lnTo>
                    <a:pt x="1736064" y="26670"/>
                  </a:lnTo>
                  <a:lnTo>
                    <a:pt x="1736064" y="27940"/>
                  </a:lnTo>
                  <a:lnTo>
                    <a:pt x="2409164" y="27940"/>
                  </a:lnTo>
                  <a:lnTo>
                    <a:pt x="2409164" y="26670"/>
                  </a:lnTo>
                  <a:close/>
                </a:path>
                <a:path w="2409190" h="42544">
                  <a:moveTo>
                    <a:pt x="2409164" y="22860"/>
                  </a:moveTo>
                  <a:lnTo>
                    <a:pt x="1752600" y="22860"/>
                  </a:lnTo>
                  <a:lnTo>
                    <a:pt x="1752600" y="21590"/>
                  </a:lnTo>
                  <a:lnTo>
                    <a:pt x="1748764" y="21590"/>
                  </a:lnTo>
                  <a:lnTo>
                    <a:pt x="1748764" y="22860"/>
                  </a:lnTo>
                  <a:lnTo>
                    <a:pt x="1743697" y="22860"/>
                  </a:lnTo>
                  <a:lnTo>
                    <a:pt x="1743697" y="25400"/>
                  </a:lnTo>
                  <a:lnTo>
                    <a:pt x="2409164" y="25400"/>
                  </a:lnTo>
                  <a:lnTo>
                    <a:pt x="2409164" y="22860"/>
                  </a:lnTo>
                  <a:close/>
                </a:path>
                <a:path w="2409190" h="42544">
                  <a:moveTo>
                    <a:pt x="2409164" y="20320"/>
                  </a:moveTo>
                  <a:lnTo>
                    <a:pt x="1760220" y="20320"/>
                  </a:lnTo>
                  <a:lnTo>
                    <a:pt x="1760220" y="19050"/>
                  </a:lnTo>
                  <a:lnTo>
                    <a:pt x="1756397" y="19050"/>
                  </a:lnTo>
                  <a:lnTo>
                    <a:pt x="1756397" y="20320"/>
                  </a:lnTo>
                  <a:lnTo>
                    <a:pt x="1756397" y="21590"/>
                  </a:lnTo>
                  <a:lnTo>
                    <a:pt x="2409164" y="21590"/>
                  </a:lnTo>
                  <a:lnTo>
                    <a:pt x="2409164" y="20320"/>
                  </a:lnTo>
                  <a:close/>
                </a:path>
                <a:path w="2409190" h="42544">
                  <a:moveTo>
                    <a:pt x="2409164" y="16510"/>
                  </a:moveTo>
                  <a:lnTo>
                    <a:pt x="1772920" y="16510"/>
                  </a:lnTo>
                  <a:lnTo>
                    <a:pt x="1772920" y="15240"/>
                  </a:lnTo>
                  <a:lnTo>
                    <a:pt x="1769097" y="15240"/>
                  </a:lnTo>
                  <a:lnTo>
                    <a:pt x="1769097" y="16510"/>
                  </a:lnTo>
                  <a:lnTo>
                    <a:pt x="1765300" y="16510"/>
                  </a:lnTo>
                  <a:lnTo>
                    <a:pt x="1765300" y="19050"/>
                  </a:lnTo>
                  <a:lnTo>
                    <a:pt x="2409164" y="19050"/>
                  </a:lnTo>
                  <a:lnTo>
                    <a:pt x="2409164" y="16510"/>
                  </a:lnTo>
                  <a:close/>
                </a:path>
                <a:path w="2409190" h="42544">
                  <a:moveTo>
                    <a:pt x="2409164" y="13970"/>
                  </a:moveTo>
                  <a:lnTo>
                    <a:pt x="1781797" y="13970"/>
                  </a:lnTo>
                  <a:lnTo>
                    <a:pt x="1781797" y="12700"/>
                  </a:lnTo>
                  <a:lnTo>
                    <a:pt x="1778000" y="12700"/>
                  </a:lnTo>
                  <a:lnTo>
                    <a:pt x="1778000" y="13970"/>
                  </a:lnTo>
                  <a:lnTo>
                    <a:pt x="1778000" y="15240"/>
                  </a:lnTo>
                  <a:lnTo>
                    <a:pt x="2409164" y="15240"/>
                  </a:lnTo>
                  <a:lnTo>
                    <a:pt x="2409164" y="13970"/>
                  </a:lnTo>
                  <a:close/>
                </a:path>
                <a:path w="2409190" h="42544">
                  <a:moveTo>
                    <a:pt x="2409164" y="10160"/>
                  </a:moveTo>
                  <a:lnTo>
                    <a:pt x="1794497" y="10160"/>
                  </a:lnTo>
                  <a:lnTo>
                    <a:pt x="1794497" y="8890"/>
                  </a:lnTo>
                  <a:lnTo>
                    <a:pt x="1790700" y="8890"/>
                  </a:lnTo>
                  <a:lnTo>
                    <a:pt x="1790700" y="10160"/>
                  </a:lnTo>
                  <a:lnTo>
                    <a:pt x="1785620" y="10160"/>
                  </a:lnTo>
                  <a:lnTo>
                    <a:pt x="1785620" y="12700"/>
                  </a:lnTo>
                  <a:lnTo>
                    <a:pt x="2409164" y="12700"/>
                  </a:lnTo>
                  <a:lnTo>
                    <a:pt x="2409164" y="10160"/>
                  </a:lnTo>
                  <a:close/>
                </a:path>
                <a:path w="2409190" h="42544">
                  <a:moveTo>
                    <a:pt x="2409164" y="7620"/>
                  </a:moveTo>
                  <a:lnTo>
                    <a:pt x="1803400" y="7620"/>
                  </a:lnTo>
                  <a:lnTo>
                    <a:pt x="1803400" y="6350"/>
                  </a:lnTo>
                  <a:lnTo>
                    <a:pt x="1798320" y="6350"/>
                  </a:lnTo>
                  <a:lnTo>
                    <a:pt x="1798320" y="7620"/>
                  </a:lnTo>
                  <a:lnTo>
                    <a:pt x="1798320" y="8890"/>
                  </a:lnTo>
                  <a:lnTo>
                    <a:pt x="2409164" y="8890"/>
                  </a:lnTo>
                  <a:lnTo>
                    <a:pt x="2409164" y="7620"/>
                  </a:lnTo>
                  <a:close/>
                </a:path>
                <a:path w="2409190" h="42544">
                  <a:moveTo>
                    <a:pt x="2409164" y="3810"/>
                  </a:moveTo>
                  <a:lnTo>
                    <a:pt x="1816100" y="3810"/>
                  </a:lnTo>
                  <a:lnTo>
                    <a:pt x="1816100" y="2540"/>
                  </a:lnTo>
                  <a:lnTo>
                    <a:pt x="1811020" y="2540"/>
                  </a:lnTo>
                  <a:lnTo>
                    <a:pt x="1811020" y="3810"/>
                  </a:lnTo>
                  <a:lnTo>
                    <a:pt x="1807197" y="3810"/>
                  </a:lnTo>
                  <a:lnTo>
                    <a:pt x="1807197" y="6350"/>
                  </a:lnTo>
                  <a:lnTo>
                    <a:pt x="2409164" y="6350"/>
                  </a:lnTo>
                  <a:lnTo>
                    <a:pt x="2409164" y="3810"/>
                  </a:lnTo>
                  <a:close/>
                </a:path>
                <a:path w="2409190" h="42544">
                  <a:moveTo>
                    <a:pt x="2409164" y="1270"/>
                  </a:moveTo>
                  <a:lnTo>
                    <a:pt x="1823720" y="1270"/>
                  </a:lnTo>
                  <a:lnTo>
                    <a:pt x="1823720" y="0"/>
                  </a:lnTo>
                  <a:lnTo>
                    <a:pt x="1819897" y="0"/>
                  </a:lnTo>
                  <a:lnTo>
                    <a:pt x="1819897" y="1270"/>
                  </a:lnTo>
                  <a:lnTo>
                    <a:pt x="1819897" y="2540"/>
                  </a:lnTo>
                  <a:lnTo>
                    <a:pt x="2409164" y="2540"/>
                  </a:lnTo>
                  <a:lnTo>
                    <a:pt x="2409164" y="1270"/>
                  </a:lnTo>
                  <a:close/>
                </a:path>
              </a:pathLst>
            </a:custGeom>
            <a:solidFill>
              <a:srgbClr val="AE4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7" name="object 267"/>
          <p:cNvSpPr/>
          <p:nvPr/>
        </p:nvSpPr>
        <p:spPr>
          <a:xfrm>
            <a:off x="5920738" y="1423669"/>
            <a:ext cx="3810" cy="1270"/>
          </a:xfrm>
          <a:custGeom>
            <a:avLst/>
            <a:gdLst/>
            <a:ahLst/>
            <a:cxnLst/>
            <a:rect l="l" t="t" r="r" b="b"/>
            <a:pathLst>
              <a:path w="3810" h="1269">
                <a:moveTo>
                  <a:pt x="0" y="0"/>
                </a:moveTo>
                <a:lnTo>
                  <a:pt x="3799" y="0"/>
                </a:lnTo>
                <a:lnTo>
                  <a:pt x="3799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AE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5854687" y="1423682"/>
            <a:ext cx="728980" cy="27940"/>
          </a:xfrm>
          <a:custGeom>
            <a:avLst/>
            <a:gdLst/>
            <a:ahLst/>
            <a:cxnLst/>
            <a:rect l="l" t="t" r="r" b="b"/>
            <a:pathLst>
              <a:path w="728979" h="27940">
                <a:moveTo>
                  <a:pt x="584187" y="0"/>
                </a:moveTo>
                <a:lnTo>
                  <a:pt x="575297" y="0"/>
                </a:lnTo>
                <a:lnTo>
                  <a:pt x="575297" y="1270"/>
                </a:lnTo>
                <a:lnTo>
                  <a:pt x="66040" y="1270"/>
                </a:lnTo>
                <a:lnTo>
                  <a:pt x="66040" y="2540"/>
                </a:lnTo>
                <a:lnTo>
                  <a:pt x="584187" y="2540"/>
                </a:lnTo>
                <a:lnTo>
                  <a:pt x="584187" y="1270"/>
                </a:lnTo>
                <a:lnTo>
                  <a:pt x="584187" y="0"/>
                </a:lnTo>
                <a:close/>
              </a:path>
              <a:path w="728979" h="27940">
                <a:moveTo>
                  <a:pt x="607047" y="3810"/>
                </a:moveTo>
                <a:lnTo>
                  <a:pt x="599440" y="3810"/>
                </a:lnTo>
                <a:lnTo>
                  <a:pt x="599440" y="2540"/>
                </a:lnTo>
                <a:lnTo>
                  <a:pt x="591820" y="2540"/>
                </a:lnTo>
                <a:lnTo>
                  <a:pt x="591820" y="3810"/>
                </a:lnTo>
                <a:lnTo>
                  <a:pt x="63500" y="3810"/>
                </a:lnTo>
                <a:lnTo>
                  <a:pt x="63500" y="2540"/>
                </a:lnTo>
                <a:lnTo>
                  <a:pt x="59690" y="2540"/>
                </a:lnTo>
                <a:lnTo>
                  <a:pt x="59690" y="3810"/>
                </a:lnTo>
                <a:lnTo>
                  <a:pt x="55867" y="3810"/>
                </a:lnTo>
                <a:lnTo>
                  <a:pt x="55867" y="6350"/>
                </a:lnTo>
                <a:lnTo>
                  <a:pt x="607047" y="6350"/>
                </a:lnTo>
                <a:lnTo>
                  <a:pt x="607047" y="3810"/>
                </a:lnTo>
                <a:close/>
              </a:path>
              <a:path w="728979" h="27940">
                <a:moveTo>
                  <a:pt x="622287" y="6350"/>
                </a:moveTo>
                <a:lnTo>
                  <a:pt x="614667" y="6350"/>
                </a:lnTo>
                <a:lnTo>
                  <a:pt x="614667" y="7620"/>
                </a:lnTo>
                <a:lnTo>
                  <a:pt x="53340" y="7620"/>
                </a:lnTo>
                <a:lnTo>
                  <a:pt x="53340" y="6350"/>
                </a:lnTo>
                <a:lnTo>
                  <a:pt x="49517" y="6350"/>
                </a:lnTo>
                <a:lnTo>
                  <a:pt x="49517" y="7620"/>
                </a:lnTo>
                <a:lnTo>
                  <a:pt x="49517" y="8890"/>
                </a:lnTo>
                <a:lnTo>
                  <a:pt x="622287" y="8890"/>
                </a:lnTo>
                <a:lnTo>
                  <a:pt x="622287" y="7620"/>
                </a:lnTo>
                <a:lnTo>
                  <a:pt x="622287" y="6350"/>
                </a:lnTo>
                <a:close/>
              </a:path>
              <a:path w="728979" h="27940">
                <a:moveTo>
                  <a:pt x="643890" y="10160"/>
                </a:moveTo>
                <a:lnTo>
                  <a:pt x="637540" y="10160"/>
                </a:lnTo>
                <a:lnTo>
                  <a:pt x="637540" y="8890"/>
                </a:lnTo>
                <a:lnTo>
                  <a:pt x="627367" y="8890"/>
                </a:lnTo>
                <a:lnTo>
                  <a:pt x="627367" y="10160"/>
                </a:lnTo>
                <a:lnTo>
                  <a:pt x="46990" y="10160"/>
                </a:lnTo>
                <a:lnTo>
                  <a:pt x="46990" y="8890"/>
                </a:lnTo>
                <a:lnTo>
                  <a:pt x="43167" y="8890"/>
                </a:lnTo>
                <a:lnTo>
                  <a:pt x="43167" y="10160"/>
                </a:lnTo>
                <a:lnTo>
                  <a:pt x="39370" y="10160"/>
                </a:lnTo>
                <a:lnTo>
                  <a:pt x="39370" y="12700"/>
                </a:lnTo>
                <a:lnTo>
                  <a:pt x="643890" y="12700"/>
                </a:lnTo>
                <a:lnTo>
                  <a:pt x="643890" y="10160"/>
                </a:lnTo>
                <a:close/>
              </a:path>
              <a:path w="728979" h="27940">
                <a:moveTo>
                  <a:pt x="657847" y="12700"/>
                </a:moveTo>
                <a:lnTo>
                  <a:pt x="651497" y="12700"/>
                </a:lnTo>
                <a:lnTo>
                  <a:pt x="651497" y="13970"/>
                </a:lnTo>
                <a:lnTo>
                  <a:pt x="36817" y="13970"/>
                </a:lnTo>
                <a:lnTo>
                  <a:pt x="36817" y="12700"/>
                </a:lnTo>
                <a:lnTo>
                  <a:pt x="33020" y="12700"/>
                </a:lnTo>
                <a:lnTo>
                  <a:pt x="33020" y="13970"/>
                </a:lnTo>
                <a:lnTo>
                  <a:pt x="33020" y="15240"/>
                </a:lnTo>
                <a:lnTo>
                  <a:pt x="657847" y="15240"/>
                </a:lnTo>
                <a:lnTo>
                  <a:pt x="657847" y="13970"/>
                </a:lnTo>
                <a:lnTo>
                  <a:pt x="657847" y="12700"/>
                </a:lnTo>
                <a:close/>
              </a:path>
              <a:path w="728979" h="27940">
                <a:moveTo>
                  <a:pt x="679437" y="16510"/>
                </a:moveTo>
                <a:lnTo>
                  <a:pt x="671817" y="16510"/>
                </a:lnTo>
                <a:lnTo>
                  <a:pt x="671817" y="15240"/>
                </a:lnTo>
                <a:lnTo>
                  <a:pt x="665467" y="15240"/>
                </a:lnTo>
                <a:lnTo>
                  <a:pt x="665467" y="16510"/>
                </a:lnTo>
                <a:lnTo>
                  <a:pt x="30467" y="16510"/>
                </a:lnTo>
                <a:lnTo>
                  <a:pt x="30467" y="15240"/>
                </a:lnTo>
                <a:lnTo>
                  <a:pt x="26670" y="15240"/>
                </a:lnTo>
                <a:lnTo>
                  <a:pt x="26670" y="16510"/>
                </a:lnTo>
                <a:lnTo>
                  <a:pt x="22847" y="16510"/>
                </a:lnTo>
                <a:lnTo>
                  <a:pt x="22847" y="19050"/>
                </a:lnTo>
                <a:lnTo>
                  <a:pt x="679437" y="19050"/>
                </a:lnTo>
                <a:lnTo>
                  <a:pt x="679437" y="16510"/>
                </a:lnTo>
                <a:close/>
              </a:path>
              <a:path w="728979" h="27940">
                <a:moveTo>
                  <a:pt x="693420" y="19050"/>
                </a:moveTo>
                <a:lnTo>
                  <a:pt x="687070" y="19050"/>
                </a:lnTo>
                <a:lnTo>
                  <a:pt x="687070" y="20320"/>
                </a:lnTo>
                <a:lnTo>
                  <a:pt x="20320" y="20320"/>
                </a:lnTo>
                <a:lnTo>
                  <a:pt x="20320" y="19050"/>
                </a:lnTo>
                <a:lnTo>
                  <a:pt x="16497" y="19050"/>
                </a:lnTo>
                <a:lnTo>
                  <a:pt x="16497" y="20320"/>
                </a:lnTo>
                <a:lnTo>
                  <a:pt x="16497" y="21590"/>
                </a:lnTo>
                <a:lnTo>
                  <a:pt x="693420" y="21590"/>
                </a:lnTo>
                <a:lnTo>
                  <a:pt x="693420" y="20320"/>
                </a:lnTo>
                <a:lnTo>
                  <a:pt x="693420" y="19050"/>
                </a:lnTo>
                <a:close/>
              </a:path>
              <a:path w="728979" h="27940">
                <a:moveTo>
                  <a:pt x="714997" y="22860"/>
                </a:moveTo>
                <a:lnTo>
                  <a:pt x="707390" y="22860"/>
                </a:lnTo>
                <a:lnTo>
                  <a:pt x="707390" y="21590"/>
                </a:lnTo>
                <a:lnTo>
                  <a:pt x="701040" y="21590"/>
                </a:lnTo>
                <a:lnTo>
                  <a:pt x="701040" y="22860"/>
                </a:lnTo>
                <a:lnTo>
                  <a:pt x="13970" y="22860"/>
                </a:lnTo>
                <a:lnTo>
                  <a:pt x="13970" y="21590"/>
                </a:lnTo>
                <a:lnTo>
                  <a:pt x="10147" y="21590"/>
                </a:lnTo>
                <a:lnTo>
                  <a:pt x="10147" y="22860"/>
                </a:lnTo>
                <a:lnTo>
                  <a:pt x="6350" y="22860"/>
                </a:lnTo>
                <a:lnTo>
                  <a:pt x="6350" y="25400"/>
                </a:lnTo>
                <a:lnTo>
                  <a:pt x="714997" y="25400"/>
                </a:lnTo>
                <a:lnTo>
                  <a:pt x="714997" y="22860"/>
                </a:lnTo>
                <a:close/>
              </a:path>
              <a:path w="728979" h="27940">
                <a:moveTo>
                  <a:pt x="728967" y="25400"/>
                </a:moveTo>
                <a:lnTo>
                  <a:pt x="721347" y="25400"/>
                </a:lnTo>
                <a:lnTo>
                  <a:pt x="721347" y="26670"/>
                </a:lnTo>
                <a:lnTo>
                  <a:pt x="3797" y="26670"/>
                </a:lnTo>
                <a:lnTo>
                  <a:pt x="3797" y="25400"/>
                </a:lnTo>
                <a:lnTo>
                  <a:pt x="0" y="25400"/>
                </a:lnTo>
                <a:lnTo>
                  <a:pt x="0" y="26670"/>
                </a:lnTo>
                <a:lnTo>
                  <a:pt x="0" y="27940"/>
                </a:lnTo>
                <a:lnTo>
                  <a:pt x="728967" y="27940"/>
                </a:lnTo>
                <a:lnTo>
                  <a:pt x="728967" y="26670"/>
                </a:lnTo>
                <a:lnTo>
                  <a:pt x="728967" y="25400"/>
                </a:lnTo>
                <a:close/>
              </a:path>
            </a:pathLst>
          </a:custGeom>
          <a:solidFill>
            <a:srgbClr val="AE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9" name="object 269"/>
          <p:cNvGrpSpPr/>
          <p:nvPr/>
        </p:nvGrpSpPr>
        <p:grpSpPr>
          <a:xfrm>
            <a:off x="5794988" y="1390647"/>
            <a:ext cx="3346450" cy="82550"/>
            <a:chOff x="5794988" y="1390647"/>
            <a:chExt cx="3346450" cy="82550"/>
          </a:xfrm>
        </p:grpSpPr>
        <p:sp>
          <p:nvSpPr>
            <p:cNvPr id="270" name="object 270"/>
            <p:cNvSpPr/>
            <p:nvPr/>
          </p:nvSpPr>
          <p:spPr>
            <a:xfrm>
              <a:off x="5794984" y="1390649"/>
              <a:ext cx="3346450" cy="83185"/>
            </a:xfrm>
            <a:custGeom>
              <a:avLst/>
              <a:gdLst/>
              <a:ahLst/>
              <a:cxnLst/>
              <a:rect l="l" t="t" r="r" b="b"/>
              <a:pathLst>
                <a:path w="3346450" h="83184">
                  <a:moveTo>
                    <a:pt x="146050" y="26682"/>
                  </a:moveTo>
                  <a:lnTo>
                    <a:pt x="142252" y="26682"/>
                  </a:lnTo>
                  <a:lnTo>
                    <a:pt x="142252" y="27952"/>
                  </a:lnTo>
                  <a:lnTo>
                    <a:pt x="146050" y="27952"/>
                  </a:lnTo>
                  <a:lnTo>
                    <a:pt x="146050" y="26682"/>
                  </a:lnTo>
                  <a:close/>
                </a:path>
                <a:path w="3346450" h="83184">
                  <a:moveTo>
                    <a:pt x="430542" y="0"/>
                  </a:moveTo>
                  <a:lnTo>
                    <a:pt x="214642" y="0"/>
                  </a:lnTo>
                  <a:lnTo>
                    <a:pt x="214642" y="1270"/>
                  </a:lnTo>
                  <a:lnTo>
                    <a:pt x="430542" y="1270"/>
                  </a:lnTo>
                  <a:lnTo>
                    <a:pt x="430542" y="0"/>
                  </a:lnTo>
                  <a:close/>
                </a:path>
                <a:path w="3346450" h="83184">
                  <a:moveTo>
                    <a:pt x="447052" y="1282"/>
                  </a:moveTo>
                  <a:lnTo>
                    <a:pt x="439420" y="1282"/>
                  </a:lnTo>
                  <a:lnTo>
                    <a:pt x="439420" y="2552"/>
                  </a:lnTo>
                  <a:lnTo>
                    <a:pt x="212102" y="2552"/>
                  </a:lnTo>
                  <a:lnTo>
                    <a:pt x="212102" y="1282"/>
                  </a:lnTo>
                  <a:lnTo>
                    <a:pt x="208292" y="1282"/>
                  </a:lnTo>
                  <a:lnTo>
                    <a:pt x="208292" y="2552"/>
                  </a:lnTo>
                  <a:lnTo>
                    <a:pt x="208292" y="3822"/>
                  </a:lnTo>
                  <a:lnTo>
                    <a:pt x="447052" y="3822"/>
                  </a:lnTo>
                  <a:lnTo>
                    <a:pt x="447052" y="2552"/>
                  </a:lnTo>
                  <a:lnTo>
                    <a:pt x="447052" y="1282"/>
                  </a:lnTo>
                  <a:close/>
                </a:path>
                <a:path w="3346450" h="83184">
                  <a:moveTo>
                    <a:pt x="469900" y="5092"/>
                  </a:moveTo>
                  <a:lnTo>
                    <a:pt x="462292" y="5092"/>
                  </a:lnTo>
                  <a:lnTo>
                    <a:pt x="462292" y="3822"/>
                  </a:lnTo>
                  <a:lnTo>
                    <a:pt x="454672" y="3822"/>
                  </a:lnTo>
                  <a:lnTo>
                    <a:pt x="454672" y="5092"/>
                  </a:lnTo>
                  <a:lnTo>
                    <a:pt x="205752" y="5092"/>
                  </a:lnTo>
                  <a:lnTo>
                    <a:pt x="205752" y="3822"/>
                  </a:lnTo>
                  <a:lnTo>
                    <a:pt x="201942" y="3822"/>
                  </a:lnTo>
                  <a:lnTo>
                    <a:pt x="201942" y="5092"/>
                  </a:lnTo>
                  <a:lnTo>
                    <a:pt x="198120" y="5092"/>
                  </a:lnTo>
                  <a:lnTo>
                    <a:pt x="198120" y="7632"/>
                  </a:lnTo>
                  <a:lnTo>
                    <a:pt x="469900" y="7632"/>
                  </a:lnTo>
                  <a:lnTo>
                    <a:pt x="469900" y="5092"/>
                  </a:lnTo>
                  <a:close/>
                </a:path>
                <a:path w="3346450" h="83184">
                  <a:moveTo>
                    <a:pt x="486397" y="7632"/>
                  </a:moveTo>
                  <a:lnTo>
                    <a:pt x="478802" y="7632"/>
                  </a:lnTo>
                  <a:lnTo>
                    <a:pt x="478802" y="8902"/>
                  </a:lnTo>
                  <a:lnTo>
                    <a:pt x="195592" y="8902"/>
                  </a:lnTo>
                  <a:lnTo>
                    <a:pt x="195592" y="7632"/>
                  </a:lnTo>
                  <a:lnTo>
                    <a:pt x="191770" y="7632"/>
                  </a:lnTo>
                  <a:lnTo>
                    <a:pt x="191770" y="8902"/>
                  </a:lnTo>
                  <a:lnTo>
                    <a:pt x="191770" y="10172"/>
                  </a:lnTo>
                  <a:lnTo>
                    <a:pt x="486397" y="10172"/>
                  </a:lnTo>
                  <a:lnTo>
                    <a:pt x="486397" y="8902"/>
                  </a:lnTo>
                  <a:lnTo>
                    <a:pt x="486397" y="7632"/>
                  </a:lnTo>
                  <a:close/>
                </a:path>
                <a:path w="3346450" h="83184">
                  <a:moveTo>
                    <a:pt x="509270" y="11442"/>
                  </a:moveTo>
                  <a:lnTo>
                    <a:pt x="501650" y="11442"/>
                  </a:lnTo>
                  <a:lnTo>
                    <a:pt x="501650" y="10172"/>
                  </a:lnTo>
                  <a:lnTo>
                    <a:pt x="494042" y="10172"/>
                  </a:lnTo>
                  <a:lnTo>
                    <a:pt x="494042" y="11442"/>
                  </a:lnTo>
                  <a:lnTo>
                    <a:pt x="189242" y="11442"/>
                  </a:lnTo>
                  <a:lnTo>
                    <a:pt x="189242" y="10172"/>
                  </a:lnTo>
                  <a:lnTo>
                    <a:pt x="185420" y="10172"/>
                  </a:lnTo>
                  <a:lnTo>
                    <a:pt x="185420" y="11442"/>
                  </a:lnTo>
                  <a:lnTo>
                    <a:pt x="181622" y="11442"/>
                  </a:lnTo>
                  <a:lnTo>
                    <a:pt x="181622" y="13982"/>
                  </a:lnTo>
                  <a:lnTo>
                    <a:pt x="509270" y="13982"/>
                  </a:lnTo>
                  <a:lnTo>
                    <a:pt x="509270" y="11442"/>
                  </a:lnTo>
                  <a:close/>
                </a:path>
                <a:path w="3346450" h="83184">
                  <a:moveTo>
                    <a:pt x="525792" y="13982"/>
                  </a:moveTo>
                  <a:lnTo>
                    <a:pt x="514350" y="13982"/>
                  </a:lnTo>
                  <a:lnTo>
                    <a:pt x="514350" y="15252"/>
                  </a:lnTo>
                  <a:lnTo>
                    <a:pt x="179070" y="15252"/>
                  </a:lnTo>
                  <a:lnTo>
                    <a:pt x="179070" y="13982"/>
                  </a:lnTo>
                  <a:lnTo>
                    <a:pt x="175272" y="13982"/>
                  </a:lnTo>
                  <a:lnTo>
                    <a:pt x="175272" y="15252"/>
                  </a:lnTo>
                  <a:lnTo>
                    <a:pt x="175272" y="16522"/>
                  </a:lnTo>
                  <a:lnTo>
                    <a:pt x="525792" y="16522"/>
                  </a:lnTo>
                  <a:lnTo>
                    <a:pt x="525792" y="15252"/>
                  </a:lnTo>
                  <a:lnTo>
                    <a:pt x="525792" y="13982"/>
                  </a:lnTo>
                  <a:close/>
                </a:path>
                <a:path w="3346450" h="83184">
                  <a:moveTo>
                    <a:pt x="548652" y="17792"/>
                  </a:moveTo>
                  <a:lnTo>
                    <a:pt x="541020" y="17792"/>
                  </a:lnTo>
                  <a:lnTo>
                    <a:pt x="541020" y="16522"/>
                  </a:lnTo>
                  <a:lnTo>
                    <a:pt x="533400" y="16522"/>
                  </a:lnTo>
                  <a:lnTo>
                    <a:pt x="533400" y="17792"/>
                  </a:lnTo>
                  <a:lnTo>
                    <a:pt x="172720" y="17792"/>
                  </a:lnTo>
                  <a:lnTo>
                    <a:pt x="172720" y="16522"/>
                  </a:lnTo>
                  <a:lnTo>
                    <a:pt x="168922" y="16522"/>
                  </a:lnTo>
                  <a:lnTo>
                    <a:pt x="168922" y="17792"/>
                  </a:lnTo>
                  <a:lnTo>
                    <a:pt x="165100" y="17792"/>
                  </a:lnTo>
                  <a:lnTo>
                    <a:pt x="165100" y="20332"/>
                  </a:lnTo>
                  <a:lnTo>
                    <a:pt x="548652" y="20332"/>
                  </a:lnTo>
                  <a:lnTo>
                    <a:pt x="548652" y="17792"/>
                  </a:lnTo>
                  <a:close/>
                </a:path>
                <a:path w="3346450" h="83184">
                  <a:moveTo>
                    <a:pt x="565150" y="20332"/>
                  </a:moveTo>
                  <a:lnTo>
                    <a:pt x="557542" y="20332"/>
                  </a:lnTo>
                  <a:lnTo>
                    <a:pt x="557542" y="21602"/>
                  </a:lnTo>
                  <a:lnTo>
                    <a:pt x="162572" y="21602"/>
                  </a:lnTo>
                  <a:lnTo>
                    <a:pt x="162572" y="20332"/>
                  </a:lnTo>
                  <a:lnTo>
                    <a:pt x="158750" y="20332"/>
                  </a:lnTo>
                  <a:lnTo>
                    <a:pt x="158750" y="21602"/>
                  </a:lnTo>
                  <a:lnTo>
                    <a:pt x="158750" y="22872"/>
                  </a:lnTo>
                  <a:lnTo>
                    <a:pt x="565150" y="22872"/>
                  </a:lnTo>
                  <a:lnTo>
                    <a:pt x="565150" y="21602"/>
                  </a:lnTo>
                  <a:lnTo>
                    <a:pt x="565150" y="20332"/>
                  </a:lnTo>
                  <a:close/>
                </a:path>
                <a:path w="3346450" h="83184">
                  <a:moveTo>
                    <a:pt x="588022" y="24142"/>
                  </a:moveTo>
                  <a:lnTo>
                    <a:pt x="580402" y="24142"/>
                  </a:lnTo>
                  <a:lnTo>
                    <a:pt x="580402" y="22872"/>
                  </a:lnTo>
                  <a:lnTo>
                    <a:pt x="572770" y="22872"/>
                  </a:lnTo>
                  <a:lnTo>
                    <a:pt x="572770" y="24142"/>
                  </a:lnTo>
                  <a:lnTo>
                    <a:pt x="156222" y="24142"/>
                  </a:lnTo>
                  <a:lnTo>
                    <a:pt x="156222" y="22872"/>
                  </a:lnTo>
                  <a:lnTo>
                    <a:pt x="152400" y="22872"/>
                  </a:lnTo>
                  <a:lnTo>
                    <a:pt x="152400" y="24142"/>
                  </a:lnTo>
                  <a:lnTo>
                    <a:pt x="148602" y="24142"/>
                  </a:lnTo>
                  <a:lnTo>
                    <a:pt x="148602" y="26682"/>
                  </a:lnTo>
                  <a:lnTo>
                    <a:pt x="588022" y="26682"/>
                  </a:lnTo>
                  <a:lnTo>
                    <a:pt x="588022" y="24142"/>
                  </a:lnTo>
                  <a:close/>
                </a:path>
                <a:path w="3346450" h="83184">
                  <a:moveTo>
                    <a:pt x="604520" y="26682"/>
                  </a:moveTo>
                  <a:lnTo>
                    <a:pt x="595642" y="26682"/>
                  </a:lnTo>
                  <a:lnTo>
                    <a:pt x="595642" y="27952"/>
                  </a:lnTo>
                  <a:lnTo>
                    <a:pt x="604520" y="27952"/>
                  </a:lnTo>
                  <a:lnTo>
                    <a:pt x="604520" y="26682"/>
                  </a:lnTo>
                  <a:close/>
                </a:path>
                <a:path w="3346450" h="83184">
                  <a:moveTo>
                    <a:pt x="3267710" y="81292"/>
                  </a:moveTo>
                  <a:lnTo>
                    <a:pt x="7620" y="81292"/>
                  </a:lnTo>
                  <a:lnTo>
                    <a:pt x="7620" y="80022"/>
                  </a:lnTo>
                  <a:lnTo>
                    <a:pt x="3822" y="80022"/>
                  </a:lnTo>
                  <a:lnTo>
                    <a:pt x="3822" y="81292"/>
                  </a:lnTo>
                  <a:lnTo>
                    <a:pt x="0" y="81292"/>
                  </a:lnTo>
                  <a:lnTo>
                    <a:pt x="0" y="82562"/>
                  </a:lnTo>
                  <a:lnTo>
                    <a:pt x="3267710" y="82562"/>
                  </a:lnTo>
                  <a:lnTo>
                    <a:pt x="3267710" y="81292"/>
                  </a:lnTo>
                  <a:close/>
                </a:path>
                <a:path w="3346450" h="83184">
                  <a:moveTo>
                    <a:pt x="3274060" y="78752"/>
                  </a:moveTo>
                  <a:lnTo>
                    <a:pt x="13970" y="78752"/>
                  </a:lnTo>
                  <a:lnTo>
                    <a:pt x="13970" y="77482"/>
                  </a:lnTo>
                  <a:lnTo>
                    <a:pt x="10172" y="77482"/>
                  </a:lnTo>
                  <a:lnTo>
                    <a:pt x="10172" y="78752"/>
                  </a:lnTo>
                  <a:lnTo>
                    <a:pt x="10172" y="80022"/>
                  </a:lnTo>
                  <a:lnTo>
                    <a:pt x="3268992" y="80022"/>
                  </a:lnTo>
                  <a:lnTo>
                    <a:pt x="3268992" y="81292"/>
                  </a:lnTo>
                  <a:lnTo>
                    <a:pt x="3271520" y="81292"/>
                  </a:lnTo>
                  <a:lnTo>
                    <a:pt x="3271520" y="80022"/>
                  </a:lnTo>
                  <a:lnTo>
                    <a:pt x="3274060" y="80022"/>
                  </a:lnTo>
                  <a:lnTo>
                    <a:pt x="3274060" y="78752"/>
                  </a:lnTo>
                  <a:close/>
                </a:path>
                <a:path w="3346450" h="83184">
                  <a:moveTo>
                    <a:pt x="3277870" y="74942"/>
                  </a:moveTo>
                  <a:lnTo>
                    <a:pt x="24142" y="74942"/>
                  </a:lnTo>
                  <a:lnTo>
                    <a:pt x="24142" y="73672"/>
                  </a:lnTo>
                  <a:lnTo>
                    <a:pt x="20320" y="73672"/>
                  </a:lnTo>
                  <a:lnTo>
                    <a:pt x="20320" y="74942"/>
                  </a:lnTo>
                  <a:lnTo>
                    <a:pt x="16522" y="74942"/>
                  </a:lnTo>
                  <a:lnTo>
                    <a:pt x="16522" y="77482"/>
                  </a:lnTo>
                  <a:lnTo>
                    <a:pt x="3274060" y="77482"/>
                  </a:lnTo>
                  <a:lnTo>
                    <a:pt x="3274060" y="78752"/>
                  </a:lnTo>
                  <a:lnTo>
                    <a:pt x="3275342" y="78752"/>
                  </a:lnTo>
                  <a:lnTo>
                    <a:pt x="3275342" y="77482"/>
                  </a:lnTo>
                  <a:lnTo>
                    <a:pt x="3277870" y="77482"/>
                  </a:lnTo>
                  <a:lnTo>
                    <a:pt x="3277870" y="74942"/>
                  </a:lnTo>
                  <a:close/>
                </a:path>
                <a:path w="3346450" h="83184">
                  <a:moveTo>
                    <a:pt x="3284220" y="72402"/>
                  </a:moveTo>
                  <a:lnTo>
                    <a:pt x="30492" y="72402"/>
                  </a:lnTo>
                  <a:lnTo>
                    <a:pt x="30492" y="71132"/>
                  </a:lnTo>
                  <a:lnTo>
                    <a:pt x="26670" y="71132"/>
                  </a:lnTo>
                  <a:lnTo>
                    <a:pt x="26670" y="72402"/>
                  </a:lnTo>
                  <a:lnTo>
                    <a:pt x="26670" y="73672"/>
                  </a:lnTo>
                  <a:lnTo>
                    <a:pt x="3279140" y="73672"/>
                  </a:lnTo>
                  <a:lnTo>
                    <a:pt x="3279140" y="74942"/>
                  </a:lnTo>
                  <a:lnTo>
                    <a:pt x="3281692" y="74942"/>
                  </a:lnTo>
                  <a:lnTo>
                    <a:pt x="3281692" y="73672"/>
                  </a:lnTo>
                  <a:lnTo>
                    <a:pt x="3284220" y="73672"/>
                  </a:lnTo>
                  <a:lnTo>
                    <a:pt x="3284220" y="72402"/>
                  </a:lnTo>
                  <a:close/>
                </a:path>
                <a:path w="3346450" h="83184">
                  <a:moveTo>
                    <a:pt x="3288042" y="68592"/>
                  </a:moveTo>
                  <a:lnTo>
                    <a:pt x="40652" y="68592"/>
                  </a:lnTo>
                  <a:lnTo>
                    <a:pt x="40652" y="67322"/>
                  </a:lnTo>
                  <a:lnTo>
                    <a:pt x="36842" y="67322"/>
                  </a:lnTo>
                  <a:lnTo>
                    <a:pt x="36842" y="68592"/>
                  </a:lnTo>
                  <a:lnTo>
                    <a:pt x="33020" y="68592"/>
                  </a:lnTo>
                  <a:lnTo>
                    <a:pt x="33020" y="71132"/>
                  </a:lnTo>
                  <a:lnTo>
                    <a:pt x="3284220" y="71132"/>
                  </a:lnTo>
                  <a:lnTo>
                    <a:pt x="3284220" y="72402"/>
                  </a:lnTo>
                  <a:lnTo>
                    <a:pt x="3285490" y="72402"/>
                  </a:lnTo>
                  <a:lnTo>
                    <a:pt x="3285490" y="71132"/>
                  </a:lnTo>
                  <a:lnTo>
                    <a:pt x="3288042" y="71132"/>
                  </a:lnTo>
                  <a:lnTo>
                    <a:pt x="3288042" y="68592"/>
                  </a:lnTo>
                  <a:close/>
                </a:path>
                <a:path w="3346450" h="83184">
                  <a:moveTo>
                    <a:pt x="3294392" y="66052"/>
                  </a:moveTo>
                  <a:lnTo>
                    <a:pt x="47002" y="66052"/>
                  </a:lnTo>
                  <a:lnTo>
                    <a:pt x="47002" y="64782"/>
                  </a:lnTo>
                  <a:lnTo>
                    <a:pt x="43192" y="64782"/>
                  </a:lnTo>
                  <a:lnTo>
                    <a:pt x="43192" y="66052"/>
                  </a:lnTo>
                  <a:lnTo>
                    <a:pt x="43192" y="67322"/>
                  </a:lnTo>
                  <a:lnTo>
                    <a:pt x="3289287" y="67322"/>
                  </a:lnTo>
                  <a:lnTo>
                    <a:pt x="3289287" y="68592"/>
                  </a:lnTo>
                  <a:lnTo>
                    <a:pt x="3291840" y="68592"/>
                  </a:lnTo>
                  <a:lnTo>
                    <a:pt x="3291840" y="67322"/>
                  </a:lnTo>
                  <a:lnTo>
                    <a:pt x="3294392" y="67322"/>
                  </a:lnTo>
                  <a:lnTo>
                    <a:pt x="3294392" y="66052"/>
                  </a:lnTo>
                  <a:close/>
                </a:path>
                <a:path w="3346450" h="83184">
                  <a:moveTo>
                    <a:pt x="3298190" y="62242"/>
                  </a:moveTo>
                  <a:lnTo>
                    <a:pt x="57150" y="62242"/>
                  </a:lnTo>
                  <a:lnTo>
                    <a:pt x="57150" y="60972"/>
                  </a:lnTo>
                  <a:lnTo>
                    <a:pt x="53352" y="60972"/>
                  </a:lnTo>
                  <a:lnTo>
                    <a:pt x="53352" y="62242"/>
                  </a:lnTo>
                  <a:lnTo>
                    <a:pt x="49542" y="62242"/>
                  </a:lnTo>
                  <a:lnTo>
                    <a:pt x="49542" y="64782"/>
                  </a:lnTo>
                  <a:lnTo>
                    <a:pt x="3294392" y="64782"/>
                  </a:lnTo>
                  <a:lnTo>
                    <a:pt x="3294392" y="66052"/>
                  </a:lnTo>
                  <a:lnTo>
                    <a:pt x="3295637" y="66052"/>
                  </a:lnTo>
                  <a:lnTo>
                    <a:pt x="3295637" y="64782"/>
                  </a:lnTo>
                  <a:lnTo>
                    <a:pt x="3298190" y="64782"/>
                  </a:lnTo>
                  <a:lnTo>
                    <a:pt x="3298190" y="62242"/>
                  </a:lnTo>
                  <a:close/>
                </a:path>
                <a:path w="3346450" h="83184">
                  <a:moveTo>
                    <a:pt x="3303270" y="59702"/>
                  </a:moveTo>
                  <a:lnTo>
                    <a:pt x="872490" y="59702"/>
                  </a:lnTo>
                  <a:lnTo>
                    <a:pt x="872490" y="58432"/>
                  </a:lnTo>
                  <a:lnTo>
                    <a:pt x="839470" y="58432"/>
                  </a:lnTo>
                  <a:lnTo>
                    <a:pt x="839470" y="59702"/>
                  </a:lnTo>
                  <a:lnTo>
                    <a:pt x="839470" y="60972"/>
                  </a:lnTo>
                  <a:lnTo>
                    <a:pt x="3299460" y="60972"/>
                  </a:lnTo>
                  <a:lnTo>
                    <a:pt x="3299460" y="62242"/>
                  </a:lnTo>
                  <a:lnTo>
                    <a:pt x="3301987" y="62242"/>
                  </a:lnTo>
                  <a:lnTo>
                    <a:pt x="3301987" y="60972"/>
                  </a:lnTo>
                  <a:lnTo>
                    <a:pt x="3303270" y="60972"/>
                  </a:lnTo>
                  <a:lnTo>
                    <a:pt x="3303270" y="59702"/>
                  </a:lnTo>
                  <a:close/>
                </a:path>
                <a:path w="3346450" h="83184">
                  <a:moveTo>
                    <a:pt x="3308337" y="55892"/>
                  </a:moveTo>
                  <a:lnTo>
                    <a:pt x="970292" y="55892"/>
                  </a:lnTo>
                  <a:lnTo>
                    <a:pt x="970292" y="54622"/>
                  </a:lnTo>
                  <a:lnTo>
                    <a:pt x="937272" y="54622"/>
                  </a:lnTo>
                  <a:lnTo>
                    <a:pt x="937272" y="55892"/>
                  </a:lnTo>
                  <a:lnTo>
                    <a:pt x="905522" y="55892"/>
                  </a:lnTo>
                  <a:lnTo>
                    <a:pt x="905522" y="58432"/>
                  </a:lnTo>
                  <a:lnTo>
                    <a:pt x="3303270" y="58432"/>
                  </a:lnTo>
                  <a:lnTo>
                    <a:pt x="3303270" y="59702"/>
                  </a:lnTo>
                  <a:lnTo>
                    <a:pt x="3305810" y="59702"/>
                  </a:lnTo>
                  <a:lnTo>
                    <a:pt x="3305810" y="58432"/>
                  </a:lnTo>
                  <a:lnTo>
                    <a:pt x="3308337" y="58432"/>
                  </a:lnTo>
                  <a:lnTo>
                    <a:pt x="3308337" y="55892"/>
                  </a:lnTo>
                  <a:close/>
                </a:path>
                <a:path w="3346450" h="83184">
                  <a:moveTo>
                    <a:pt x="3313417" y="53352"/>
                  </a:moveTo>
                  <a:lnTo>
                    <a:pt x="1019822" y="53352"/>
                  </a:lnTo>
                  <a:lnTo>
                    <a:pt x="1019822" y="52082"/>
                  </a:lnTo>
                  <a:lnTo>
                    <a:pt x="1003300" y="52082"/>
                  </a:lnTo>
                  <a:lnTo>
                    <a:pt x="1003300" y="53352"/>
                  </a:lnTo>
                  <a:lnTo>
                    <a:pt x="1003300" y="54622"/>
                  </a:lnTo>
                  <a:lnTo>
                    <a:pt x="3309620" y="54622"/>
                  </a:lnTo>
                  <a:lnTo>
                    <a:pt x="3309620" y="55892"/>
                  </a:lnTo>
                  <a:lnTo>
                    <a:pt x="3312160" y="55892"/>
                  </a:lnTo>
                  <a:lnTo>
                    <a:pt x="3312160" y="54622"/>
                  </a:lnTo>
                  <a:lnTo>
                    <a:pt x="3313417" y="54622"/>
                  </a:lnTo>
                  <a:lnTo>
                    <a:pt x="3313417" y="53352"/>
                  </a:lnTo>
                  <a:close/>
                </a:path>
                <a:path w="3346450" h="83184">
                  <a:moveTo>
                    <a:pt x="3318510" y="49542"/>
                  </a:moveTo>
                  <a:lnTo>
                    <a:pt x="1019822" y="49542"/>
                  </a:lnTo>
                  <a:lnTo>
                    <a:pt x="1019822" y="52082"/>
                  </a:lnTo>
                  <a:lnTo>
                    <a:pt x="3313417" y="52082"/>
                  </a:lnTo>
                  <a:lnTo>
                    <a:pt x="3313417" y="53352"/>
                  </a:lnTo>
                  <a:lnTo>
                    <a:pt x="3315970" y="53352"/>
                  </a:lnTo>
                  <a:lnTo>
                    <a:pt x="3315970" y="52082"/>
                  </a:lnTo>
                  <a:lnTo>
                    <a:pt x="3318510" y="52082"/>
                  </a:lnTo>
                  <a:lnTo>
                    <a:pt x="3318510" y="49542"/>
                  </a:lnTo>
                  <a:close/>
                </a:path>
                <a:path w="3346450" h="83184">
                  <a:moveTo>
                    <a:pt x="3323590" y="47002"/>
                  </a:moveTo>
                  <a:lnTo>
                    <a:pt x="1018540" y="47002"/>
                  </a:lnTo>
                  <a:lnTo>
                    <a:pt x="1018540" y="48272"/>
                  </a:lnTo>
                  <a:lnTo>
                    <a:pt x="3319792" y="48272"/>
                  </a:lnTo>
                  <a:lnTo>
                    <a:pt x="3319792" y="49542"/>
                  </a:lnTo>
                  <a:lnTo>
                    <a:pt x="3322320" y="49542"/>
                  </a:lnTo>
                  <a:lnTo>
                    <a:pt x="3322320" y="48272"/>
                  </a:lnTo>
                  <a:lnTo>
                    <a:pt x="3323590" y="48272"/>
                  </a:lnTo>
                  <a:lnTo>
                    <a:pt x="3323590" y="47002"/>
                  </a:lnTo>
                  <a:close/>
                </a:path>
                <a:path w="3346450" h="83184">
                  <a:moveTo>
                    <a:pt x="3327387" y="43192"/>
                  </a:moveTo>
                  <a:lnTo>
                    <a:pt x="1017270" y="43192"/>
                  </a:lnTo>
                  <a:lnTo>
                    <a:pt x="1017270" y="45732"/>
                  </a:lnTo>
                  <a:lnTo>
                    <a:pt x="1017270" y="47002"/>
                  </a:lnTo>
                  <a:lnTo>
                    <a:pt x="1018540" y="47002"/>
                  </a:lnTo>
                  <a:lnTo>
                    <a:pt x="1018540" y="45732"/>
                  </a:lnTo>
                  <a:lnTo>
                    <a:pt x="3323590" y="45732"/>
                  </a:lnTo>
                  <a:lnTo>
                    <a:pt x="3323590" y="47002"/>
                  </a:lnTo>
                  <a:lnTo>
                    <a:pt x="3326142" y="47002"/>
                  </a:lnTo>
                  <a:lnTo>
                    <a:pt x="3326142" y="45732"/>
                  </a:lnTo>
                  <a:lnTo>
                    <a:pt x="3327387" y="45732"/>
                  </a:lnTo>
                  <a:lnTo>
                    <a:pt x="3327387" y="43192"/>
                  </a:lnTo>
                  <a:close/>
                </a:path>
                <a:path w="3346450" h="83184">
                  <a:moveTo>
                    <a:pt x="3333737" y="40652"/>
                  </a:moveTo>
                  <a:lnTo>
                    <a:pt x="1016000" y="40652"/>
                  </a:lnTo>
                  <a:lnTo>
                    <a:pt x="1016000" y="41922"/>
                  </a:lnTo>
                  <a:lnTo>
                    <a:pt x="1016000" y="43192"/>
                  </a:lnTo>
                  <a:lnTo>
                    <a:pt x="1017270" y="43192"/>
                  </a:lnTo>
                  <a:lnTo>
                    <a:pt x="1017270" y="41922"/>
                  </a:lnTo>
                  <a:lnTo>
                    <a:pt x="3329940" y="41922"/>
                  </a:lnTo>
                  <a:lnTo>
                    <a:pt x="3329940" y="43192"/>
                  </a:lnTo>
                  <a:lnTo>
                    <a:pt x="3332467" y="43192"/>
                  </a:lnTo>
                  <a:lnTo>
                    <a:pt x="3332467" y="41922"/>
                  </a:lnTo>
                  <a:lnTo>
                    <a:pt x="3333737" y="41922"/>
                  </a:lnTo>
                  <a:lnTo>
                    <a:pt x="3333737" y="40652"/>
                  </a:lnTo>
                  <a:close/>
                </a:path>
                <a:path w="3346450" h="83184">
                  <a:moveTo>
                    <a:pt x="3337560" y="36842"/>
                  </a:moveTo>
                  <a:lnTo>
                    <a:pt x="1014742" y="36842"/>
                  </a:lnTo>
                  <a:lnTo>
                    <a:pt x="1014742" y="39382"/>
                  </a:lnTo>
                  <a:lnTo>
                    <a:pt x="3333737" y="39382"/>
                  </a:lnTo>
                  <a:lnTo>
                    <a:pt x="3333737" y="40652"/>
                  </a:lnTo>
                  <a:lnTo>
                    <a:pt x="3336290" y="40652"/>
                  </a:lnTo>
                  <a:lnTo>
                    <a:pt x="3336290" y="39382"/>
                  </a:lnTo>
                  <a:lnTo>
                    <a:pt x="3337560" y="39382"/>
                  </a:lnTo>
                  <a:lnTo>
                    <a:pt x="3337560" y="36842"/>
                  </a:lnTo>
                  <a:close/>
                </a:path>
                <a:path w="3346450" h="83184">
                  <a:moveTo>
                    <a:pt x="3343910" y="34302"/>
                  </a:moveTo>
                  <a:lnTo>
                    <a:pt x="1013472" y="34302"/>
                  </a:lnTo>
                  <a:lnTo>
                    <a:pt x="1013472" y="35572"/>
                  </a:lnTo>
                  <a:lnTo>
                    <a:pt x="3340087" y="35572"/>
                  </a:lnTo>
                  <a:lnTo>
                    <a:pt x="3340087" y="36842"/>
                  </a:lnTo>
                  <a:lnTo>
                    <a:pt x="3342640" y="36842"/>
                  </a:lnTo>
                  <a:lnTo>
                    <a:pt x="3342640" y="35572"/>
                  </a:lnTo>
                  <a:lnTo>
                    <a:pt x="3343910" y="35572"/>
                  </a:lnTo>
                  <a:lnTo>
                    <a:pt x="3343910" y="34302"/>
                  </a:lnTo>
                  <a:close/>
                </a:path>
                <a:path w="3346450" h="83184">
                  <a:moveTo>
                    <a:pt x="3346437" y="33020"/>
                  </a:moveTo>
                  <a:lnTo>
                    <a:pt x="3343910" y="33020"/>
                  </a:lnTo>
                  <a:lnTo>
                    <a:pt x="3343910" y="34290"/>
                  </a:lnTo>
                  <a:lnTo>
                    <a:pt x="3346437" y="34290"/>
                  </a:lnTo>
                  <a:lnTo>
                    <a:pt x="3346437" y="33020"/>
                  </a:lnTo>
                  <a:close/>
                </a:path>
              </a:pathLst>
            </a:custGeom>
            <a:solidFill>
              <a:srgbClr val="AE4D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5927077" y="1390662"/>
              <a:ext cx="3214370" cy="34290"/>
            </a:xfrm>
            <a:custGeom>
              <a:avLst/>
              <a:gdLst/>
              <a:ahLst/>
              <a:cxnLst/>
              <a:rect l="l" t="t" r="r" b="b"/>
              <a:pathLst>
                <a:path w="3214370" h="34290">
                  <a:moveTo>
                    <a:pt x="472427" y="26670"/>
                  </a:moveTo>
                  <a:lnTo>
                    <a:pt x="463550" y="26670"/>
                  </a:lnTo>
                  <a:lnTo>
                    <a:pt x="463550" y="27940"/>
                  </a:lnTo>
                  <a:lnTo>
                    <a:pt x="10160" y="27940"/>
                  </a:lnTo>
                  <a:lnTo>
                    <a:pt x="10160" y="29210"/>
                  </a:lnTo>
                  <a:lnTo>
                    <a:pt x="472427" y="29210"/>
                  </a:lnTo>
                  <a:lnTo>
                    <a:pt x="472427" y="27940"/>
                  </a:lnTo>
                  <a:lnTo>
                    <a:pt x="472427" y="26670"/>
                  </a:lnTo>
                  <a:close/>
                </a:path>
                <a:path w="3214370" h="34290">
                  <a:moveTo>
                    <a:pt x="495300" y="30480"/>
                  </a:moveTo>
                  <a:lnTo>
                    <a:pt x="487680" y="30480"/>
                  </a:lnTo>
                  <a:lnTo>
                    <a:pt x="487680" y="29210"/>
                  </a:lnTo>
                  <a:lnTo>
                    <a:pt x="480047" y="29210"/>
                  </a:lnTo>
                  <a:lnTo>
                    <a:pt x="480047" y="30480"/>
                  </a:lnTo>
                  <a:lnTo>
                    <a:pt x="7607" y="30480"/>
                  </a:lnTo>
                  <a:lnTo>
                    <a:pt x="7607" y="29210"/>
                  </a:lnTo>
                  <a:lnTo>
                    <a:pt x="3810" y="29210"/>
                  </a:lnTo>
                  <a:lnTo>
                    <a:pt x="3810" y="30480"/>
                  </a:lnTo>
                  <a:lnTo>
                    <a:pt x="0" y="30480"/>
                  </a:lnTo>
                  <a:lnTo>
                    <a:pt x="0" y="33020"/>
                  </a:lnTo>
                  <a:lnTo>
                    <a:pt x="495300" y="33020"/>
                  </a:lnTo>
                  <a:lnTo>
                    <a:pt x="495300" y="30480"/>
                  </a:lnTo>
                  <a:close/>
                </a:path>
                <a:path w="3214370" h="34290">
                  <a:moveTo>
                    <a:pt x="3214344" y="30480"/>
                  </a:moveTo>
                  <a:lnTo>
                    <a:pt x="881380" y="30480"/>
                  </a:lnTo>
                  <a:lnTo>
                    <a:pt x="881380" y="33020"/>
                  </a:lnTo>
                  <a:lnTo>
                    <a:pt x="3211817" y="33020"/>
                  </a:lnTo>
                  <a:lnTo>
                    <a:pt x="3211817" y="34290"/>
                  </a:lnTo>
                  <a:lnTo>
                    <a:pt x="3214344" y="34290"/>
                  </a:lnTo>
                  <a:lnTo>
                    <a:pt x="3214344" y="33020"/>
                  </a:lnTo>
                  <a:lnTo>
                    <a:pt x="3214344" y="30480"/>
                  </a:lnTo>
                  <a:close/>
                </a:path>
                <a:path w="3214370" h="34290">
                  <a:moveTo>
                    <a:pt x="3214344" y="24130"/>
                  </a:moveTo>
                  <a:lnTo>
                    <a:pt x="878827" y="24130"/>
                  </a:lnTo>
                  <a:lnTo>
                    <a:pt x="878827" y="26670"/>
                  </a:lnTo>
                  <a:lnTo>
                    <a:pt x="878827" y="27940"/>
                  </a:lnTo>
                  <a:lnTo>
                    <a:pt x="880097" y="27940"/>
                  </a:lnTo>
                  <a:lnTo>
                    <a:pt x="880097" y="29197"/>
                  </a:lnTo>
                  <a:lnTo>
                    <a:pt x="3214344" y="29197"/>
                  </a:lnTo>
                  <a:lnTo>
                    <a:pt x="3214344" y="27927"/>
                  </a:lnTo>
                  <a:lnTo>
                    <a:pt x="880097" y="27927"/>
                  </a:lnTo>
                  <a:lnTo>
                    <a:pt x="880097" y="26670"/>
                  </a:lnTo>
                  <a:lnTo>
                    <a:pt x="3214344" y="26670"/>
                  </a:lnTo>
                  <a:lnTo>
                    <a:pt x="3214344" y="24130"/>
                  </a:lnTo>
                  <a:close/>
                </a:path>
                <a:path w="3214370" h="34290">
                  <a:moveTo>
                    <a:pt x="3214344" y="21590"/>
                  </a:moveTo>
                  <a:lnTo>
                    <a:pt x="877557" y="21590"/>
                  </a:lnTo>
                  <a:lnTo>
                    <a:pt x="877557" y="22860"/>
                  </a:lnTo>
                  <a:lnTo>
                    <a:pt x="877557" y="24130"/>
                  </a:lnTo>
                  <a:lnTo>
                    <a:pt x="878827" y="24130"/>
                  </a:lnTo>
                  <a:lnTo>
                    <a:pt x="878827" y="22860"/>
                  </a:lnTo>
                  <a:lnTo>
                    <a:pt x="3214344" y="22860"/>
                  </a:lnTo>
                  <a:lnTo>
                    <a:pt x="3214344" y="21590"/>
                  </a:lnTo>
                  <a:close/>
                </a:path>
                <a:path w="3214370" h="34290">
                  <a:moveTo>
                    <a:pt x="3214344" y="17767"/>
                  </a:moveTo>
                  <a:lnTo>
                    <a:pt x="876300" y="17767"/>
                  </a:lnTo>
                  <a:lnTo>
                    <a:pt x="876300" y="20307"/>
                  </a:lnTo>
                  <a:lnTo>
                    <a:pt x="3214344" y="20307"/>
                  </a:lnTo>
                  <a:lnTo>
                    <a:pt x="3214344" y="17767"/>
                  </a:lnTo>
                  <a:close/>
                </a:path>
                <a:path w="3214370" h="34290">
                  <a:moveTo>
                    <a:pt x="3214344" y="15227"/>
                  </a:moveTo>
                  <a:lnTo>
                    <a:pt x="875030" y="15227"/>
                  </a:lnTo>
                  <a:lnTo>
                    <a:pt x="875030" y="16497"/>
                  </a:lnTo>
                  <a:lnTo>
                    <a:pt x="3214344" y="16497"/>
                  </a:lnTo>
                  <a:lnTo>
                    <a:pt x="3214344" y="15227"/>
                  </a:lnTo>
                  <a:close/>
                </a:path>
                <a:path w="3214370" h="34290">
                  <a:moveTo>
                    <a:pt x="3214344" y="11417"/>
                  </a:moveTo>
                  <a:lnTo>
                    <a:pt x="875030" y="11417"/>
                  </a:lnTo>
                  <a:lnTo>
                    <a:pt x="875030" y="13957"/>
                  </a:lnTo>
                  <a:lnTo>
                    <a:pt x="3214344" y="13957"/>
                  </a:lnTo>
                  <a:lnTo>
                    <a:pt x="3214344" y="11417"/>
                  </a:lnTo>
                  <a:close/>
                </a:path>
                <a:path w="3214370" h="34290">
                  <a:moveTo>
                    <a:pt x="3214344" y="5080"/>
                  </a:moveTo>
                  <a:lnTo>
                    <a:pt x="872477" y="5080"/>
                  </a:lnTo>
                  <a:lnTo>
                    <a:pt x="872477" y="7620"/>
                  </a:lnTo>
                  <a:lnTo>
                    <a:pt x="872477" y="8890"/>
                  </a:lnTo>
                  <a:lnTo>
                    <a:pt x="873747" y="8890"/>
                  </a:lnTo>
                  <a:lnTo>
                    <a:pt x="873747" y="10147"/>
                  </a:lnTo>
                  <a:lnTo>
                    <a:pt x="3214344" y="10147"/>
                  </a:lnTo>
                  <a:lnTo>
                    <a:pt x="3214344" y="8877"/>
                  </a:lnTo>
                  <a:lnTo>
                    <a:pt x="873747" y="8877"/>
                  </a:lnTo>
                  <a:lnTo>
                    <a:pt x="873747" y="7620"/>
                  </a:lnTo>
                  <a:lnTo>
                    <a:pt x="3214344" y="7620"/>
                  </a:lnTo>
                  <a:lnTo>
                    <a:pt x="3214344" y="5080"/>
                  </a:lnTo>
                  <a:close/>
                </a:path>
                <a:path w="3214370" h="34290">
                  <a:moveTo>
                    <a:pt x="3214344" y="0"/>
                  </a:moveTo>
                  <a:lnTo>
                    <a:pt x="869950" y="0"/>
                  </a:lnTo>
                  <a:lnTo>
                    <a:pt x="869950" y="1270"/>
                  </a:lnTo>
                  <a:lnTo>
                    <a:pt x="869950" y="2540"/>
                  </a:lnTo>
                  <a:lnTo>
                    <a:pt x="871207" y="2540"/>
                  </a:lnTo>
                  <a:lnTo>
                    <a:pt x="871207" y="3797"/>
                  </a:lnTo>
                  <a:lnTo>
                    <a:pt x="3214344" y="3797"/>
                  </a:lnTo>
                  <a:lnTo>
                    <a:pt x="3214344" y="2527"/>
                  </a:lnTo>
                  <a:lnTo>
                    <a:pt x="871207" y="2527"/>
                  </a:lnTo>
                  <a:lnTo>
                    <a:pt x="871207" y="1270"/>
                  </a:lnTo>
                  <a:lnTo>
                    <a:pt x="3214344" y="1270"/>
                  </a:lnTo>
                  <a:lnTo>
                    <a:pt x="3214344" y="0"/>
                  </a:lnTo>
                  <a:close/>
                </a:path>
              </a:pathLst>
            </a:custGeom>
            <a:solidFill>
              <a:srgbClr val="AE4D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2" name="object 272"/>
          <p:cNvGrpSpPr/>
          <p:nvPr/>
        </p:nvGrpSpPr>
        <p:grpSpPr>
          <a:xfrm>
            <a:off x="5656563" y="1473200"/>
            <a:ext cx="3406140" cy="81280"/>
            <a:chOff x="5656563" y="1473200"/>
            <a:chExt cx="3406140" cy="81280"/>
          </a:xfrm>
        </p:grpSpPr>
        <p:sp>
          <p:nvSpPr>
            <p:cNvPr id="273" name="object 273"/>
            <p:cNvSpPr/>
            <p:nvPr/>
          </p:nvSpPr>
          <p:spPr>
            <a:xfrm>
              <a:off x="5656554" y="1480832"/>
              <a:ext cx="3393440" cy="73660"/>
            </a:xfrm>
            <a:custGeom>
              <a:avLst/>
              <a:gdLst/>
              <a:ahLst/>
              <a:cxnLst/>
              <a:rect l="l" t="t" r="r" b="b"/>
              <a:pathLst>
                <a:path w="3393440" h="73659">
                  <a:moveTo>
                    <a:pt x="2552" y="72377"/>
                  </a:moveTo>
                  <a:lnTo>
                    <a:pt x="0" y="72377"/>
                  </a:lnTo>
                  <a:lnTo>
                    <a:pt x="0" y="73647"/>
                  </a:lnTo>
                  <a:lnTo>
                    <a:pt x="2552" y="73647"/>
                  </a:lnTo>
                  <a:lnTo>
                    <a:pt x="2552" y="72377"/>
                  </a:lnTo>
                  <a:close/>
                </a:path>
                <a:path w="3393440" h="73659">
                  <a:moveTo>
                    <a:pt x="3281667" y="71120"/>
                  </a:moveTo>
                  <a:lnTo>
                    <a:pt x="6350" y="71120"/>
                  </a:lnTo>
                  <a:lnTo>
                    <a:pt x="6350" y="69850"/>
                  </a:lnTo>
                  <a:lnTo>
                    <a:pt x="3822" y="69850"/>
                  </a:lnTo>
                  <a:lnTo>
                    <a:pt x="3822" y="71120"/>
                  </a:lnTo>
                  <a:lnTo>
                    <a:pt x="3822" y="72390"/>
                  </a:lnTo>
                  <a:lnTo>
                    <a:pt x="3277870" y="72390"/>
                  </a:lnTo>
                  <a:lnTo>
                    <a:pt x="3277870" y="73660"/>
                  </a:lnTo>
                  <a:lnTo>
                    <a:pt x="3279140" y="73660"/>
                  </a:lnTo>
                  <a:lnTo>
                    <a:pt x="3279140" y="72390"/>
                  </a:lnTo>
                  <a:lnTo>
                    <a:pt x="3281667" y="72390"/>
                  </a:lnTo>
                  <a:lnTo>
                    <a:pt x="3281667" y="71120"/>
                  </a:lnTo>
                  <a:close/>
                </a:path>
                <a:path w="3393440" h="73659">
                  <a:moveTo>
                    <a:pt x="3285490" y="67310"/>
                  </a:moveTo>
                  <a:lnTo>
                    <a:pt x="12700" y="67310"/>
                  </a:lnTo>
                  <a:lnTo>
                    <a:pt x="12700" y="66040"/>
                  </a:lnTo>
                  <a:lnTo>
                    <a:pt x="10172" y="66040"/>
                  </a:lnTo>
                  <a:lnTo>
                    <a:pt x="10172" y="67310"/>
                  </a:lnTo>
                  <a:lnTo>
                    <a:pt x="8902" y="67310"/>
                  </a:lnTo>
                  <a:lnTo>
                    <a:pt x="8902" y="69850"/>
                  </a:lnTo>
                  <a:lnTo>
                    <a:pt x="3281667" y="69850"/>
                  </a:lnTo>
                  <a:lnTo>
                    <a:pt x="3281667" y="71120"/>
                  </a:lnTo>
                  <a:lnTo>
                    <a:pt x="3282950" y="71120"/>
                  </a:lnTo>
                  <a:lnTo>
                    <a:pt x="3282950" y="69850"/>
                  </a:lnTo>
                  <a:lnTo>
                    <a:pt x="3285490" y="69850"/>
                  </a:lnTo>
                  <a:lnTo>
                    <a:pt x="3285490" y="67310"/>
                  </a:lnTo>
                  <a:close/>
                </a:path>
                <a:path w="3393440" h="73659">
                  <a:moveTo>
                    <a:pt x="3291840" y="64770"/>
                  </a:moveTo>
                  <a:lnTo>
                    <a:pt x="16522" y="64770"/>
                  </a:lnTo>
                  <a:lnTo>
                    <a:pt x="16522" y="63500"/>
                  </a:lnTo>
                  <a:lnTo>
                    <a:pt x="13982" y="63500"/>
                  </a:lnTo>
                  <a:lnTo>
                    <a:pt x="13982" y="64770"/>
                  </a:lnTo>
                  <a:lnTo>
                    <a:pt x="13982" y="66040"/>
                  </a:lnTo>
                  <a:lnTo>
                    <a:pt x="3286772" y="66040"/>
                  </a:lnTo>
                  <a:lnTo>
                    <a:pt x="3286772" y="67310"/>
                  </a:lnTo>
                  <a:lnTo>
                    <a:pt x="3289300" y="67310"/>
                  </a:lnTo>
                  <a:lnTo>
                    <a:pt x="3289300" y="66040"/>
                  </a:lnTo>
                  <a:lnTo>
                    <a:pt x="3291840" y="66040"/>
                  </a:lnTo>
                  <a:lnTo>
                    <a:pt x="3291840" y="64770"/>
                  </a:lnTo>
                  <a:close/>
                </a:path>
                <a:path w="3393440" h="73659">
                  <a:moveTo>
                    <a:pt x="3295650" y="60960"/>
                  </a:moveTo>
                  <a:lnTo>
                    <a:pt x="22872" y="60960"/>
                  </a:lnTo>
                  <a:lnTo>
                    <a:pt x="22872" y="59690"/>
                  </a:lnTo>
                  <a:lnTo>
                    <a:pt x="20332" y="59690"/>
                  </a:lnTo>
                  <a:lnTo>
                    <a:pt x="20332" y="60960"/>
                  </a:lnTo>
                  <a:lnTo>
                    <a:pt x="19050" y="60960"/>
                  </a:lnTo>
                  <a:lnTo>
                    <a:pt x="19050" y="63500"/>
                  </a:lnTo>
                  <a:lnTo>
                    <a:pt x="3291840" y="63500"/>
                  </a:lnTo>
                  <a:lnTo>
                    <a:pt x="3291840" y="64770"/>
                  </a:lnTo>
                  <a:lnTo>
                    <a:pt x="3293122" y="64770"/>
                  </a:lnTo>
                  <a:lnTo>
                    <a:pt x="3293122" y="63500"/>
                  </a:lnTo>
                  <a:lnTo>
                    <a:pt x="3295650" y="63500"/>
                  </a:lnTo>
                  <a:lnTo>
                    <a:pt x="3295650" y="60960"/>
                  </a:lnTo>
                  <a:close/>
                </a:path>
                <a:path w="3393440" h="73659">
                  <a:moveTo>
                    <a:pt x="3302000" y="58420"/>
                  </a:moveTo>
                  <a:lnTo>
                    <a:pt x="26682" y="58420"/>
                  </a:lnTo>
                  <a:lnTo>
                    <a:pt x="26682" y="57150"/>
                  </a:lnTo>
                  <a:lnTo>
                    <a:pt x="24130" y="57150"/>
                  </a:lnTo>
                  <a:lnTo>
                    <a:pt x="24130" y="58420"/>
                  </a:lnTo>
                  <a:lnTo>
                    <a:pt x="24130" y="59690"/>
                  </a:lnTo>
                  <a:lnTo>
                    <a:pt x="3296920" y="59690"/>
                  </a:lnTo>
                  <a:lnTo>
                    <a:pt x="3296920" y="60960"/>
                  </a:lnTo>
                  <a:lnTo>
                    <a:pt x="3299472" y="60960"/>
                  </a:lnTo>
                  <a:lnTo>
                    <a:pt x="3299472" y="59690"/>
                  </a:lnTo>
                  <a:lnTo>
                    <a:pt x="3302000" y="59690"/>
                  </a:lnTo>
                  <a:lnTo>
                    <a:pt x="3302000" y="58420"/>
                  </a:lnTo>
                  <a:close/>
                </a:path>
                <a:path w="3393440" h="73659">
                  <a:moveTo>
                    <a:pt x="3305822" y="54610"/>
                  </a:moveTo>
                  <a:lnTo>
                    <a:pt x="33032" y="54610"/>
                  </a:lnTo>
                  <a:lnTo>
                    <a:pt x="33032" y="53340"/>
                  </a:lnTo>
                  <a:lnTo>
                    <a:pt x="30480" y="53340"/>
                  </a:lnTo>
                  <a:lnTo>
                    <a:pt x="30480" y="54610"/>
                  </a:lnTo>
                  <a:lnTo>
                    <a:pt x="29222" y="54610"/>
                  </a:lnTo>
                  <a:lnTo>
                    <a:pt x="29222" y="57150"/>
                  </a:lnTo>
                  <a:lnTo>
                    <a:pt x="3302000" y="57150"/>
                  </a:lnTo>
                  <a:lnTo>
                    <a:pt x="3302000" y="58420"/>
                  </a:lnTo>
                  <a:lnTo>
                    <a:pt x="3303270" y="58420"/>
                  </a:lnTo>
                  <a:lnTo>
                    <a:pt x="3303270" y="57150"/>
                  </a:lnTo>
                  <a:lnTo>
                    <a:pt x="3305822" y="57150"/>
                  </a:lnTo>
                  <a:lnTo>
                    <a:pt x="3305822" y="54610"/>
                  </a:lnTo>
                  <a:close/>
                </a:path>
                <a:path w="3393440" h="73659">
                  <a:moveTo>
                    <a:pt x="3310890" y="52070"/>
                  </a:moveTo>
                  <a:lnTo>
                    <a:pt x="36830" y="52070"/>
                  </a:lnTo>
                  <a:lnTo>
                    <a:pt x="36830" y="50800"/>
                  </a:lnTo>
                  <a:lnTo>
                    <a:pt x="34302" y="50800"/>
                  </a:lnTo>
                  <a:lnTo>
                    <a:pt x="34302" y="52070"/>
                  </a:lnTo>
                  <a:lnTo>
                    <a:pt x="34302" y="53340"/>
                  </a:lnTo>
                  <a:lnTo>
                    <a:pt x="3307067" y="53340"/>
                  </a:lnTo>
                  <a:lnTo>
                    <a:pt x="3307067" y="54610"/>
                  </a:lnTo>
                  <a:lnTo>
                    <a:pt x="3309620" y="54610"/>
                  </a:lnTo>
                  <a:lnTo>
                    <a:pt x="3309620" y="53340"/>
                  </a:lnTo>
                  <a:lnTo>
                    <a:pt x="3310890" y="53340"/>
                  </a:lnTo>
                  <a:lnTo>
                    <a:pt x="3310890" y="52070"/>
                  </a:lnTo>
                  <a:close/>
                </a:path>
                <a:path w="3393440" h="73659">
                  <a:moveTo>
                    <a:pt x="3315970" y="48260"/>
                  </a:moveTo>
                  <a:lnTo>
                    <a:pt x="43180" y="48260"/>
                  </a:lnTo>
                  <a:lnTo>
                    <a:pt x="43180" y="46990"/>
                  </a:lnTo>
                  <a:lnTo>
                    <a:pt x="40652" y="46990"/>
                  </a:lnTo>
                  <a:lnTo>
                    <a:pt x="40652" y="48260"/>
                  </a:lnTo>
                  <a:lnTo>
                    <a:pt x="39382" y="48260"/>
                  </a:lnTo>
                  <a:lnTo>
                    <a:pt x="39382" y="50800"/>
                  </a:lnTo>
                  <a:lnTo>
                    <a:pt x="3310890" y="50800"/>
                  </a:lnTo>
                  <a:lnTo>
                    <a:pt x="3310890" y="52070"/>
                  </a:lnTo>
                  <a:lnTo>
                    <a:pt x="3313417" y="52070"/>
                  </a:lnTo>
                  <a:lnTo>
                    <a:pt x="3313417" y="50800"/>
                  </a:lnTo>
                  <a:lnTo>
                    <a:pt x="3315970" y="50800"/>
                  </a:lnTo>
                  <a:lnTo>
                    <a:pt x="3315970" y="48260"/>
                  </a:lnTo>
                  <a:close/>
                </a:path>
                <a:path w="3393440" h="73659">
                  <a:moveTo>
                    <a:pt x="3321050" y="45720"/>
                  </a:moveTo>
                  <a:lnTo>
                    <a:pt x="47002" y="45720"/>
                  </a:lnTo>
                  <a:lnTo>
                    <a:pt x="47002" y="44450"/>
                  </a:lnTo>
                  <a:lnTo>
                    <a:pt x="44450" y="44450"/>
                  </a:lnTo>
                  <a:lnTo>
                    <a:pt x="44450" y="45720"/>
                  </a:lnTo>
                  <a:lnTo>
                    <a:pt x="44450" y="46990"/>
                  </a:lnTo>
                  <a:lnTo>
                    <a:pt x="3317240" y="46990"/>
                  </a:lnTo>
                  <a:lnTo>
                    <a:pt x="3317240" y="48260"/>
                  </a:lnTo>
                  <a:lnTo>
                    <a:pt x="3319767" y="48260"/>
                  </a:lnTo>
                  <a:lnTo>
                    <a:pt x="3319767" y="46990"/>
                  </a:lnTo>
                  <a:lnTo>
                    <a:pt x="3321050" y="46990"/>
                  </a:lnTo>
                  <a:lnTo>
                    <a:pt x="3321050" y="45720"/>
                  </a:lnTo>
                  <a:close/>
                </a:path>
                <a:path w="3393440" h="73659">
                  <a:moveTo>
                    <a:pt x="3326117" y="41910"/>
                  </a:moveTo>
                  <a:lnTo>
                    <a:pt x="53352" y="41910"/>
                  </a:lnTo>
                  <a:lnTo>
                    <a:pt x="53352" y="40640"/>
                  </a:lnTo>
                  <a:lnTo>
                    <a:pt x="50800" y="40640"/>
                  </a:lnTo>
                  <a:lnTo>
                    <a:pt x="50800" y="41910"/>
                  </a:lnTo>
                  <a:lnTo>
                    <a:pt x="49530" y="41910"/>
                  </a:lnTo>
                  <a:lnTo>
                    <a:pt x="49530" y="44450"/>
                  </a:lnTo>
                  <a:lnTo>
                    <a:pt x="3321050" y="44450"/>
                  </a:lnTo>
                  <a:lnTo>
                    <a:pt x="3321050" y="45720"/>
                  </a:lnTo>
                  <a:lnTo>
                    <a:pt x="3323590" y="45720"/>
                  </a:lnTo>
                  <a:lnTo>
                    <a:pt x="3323590" y="44450"/>
                  </a:lnTo>
                  <a:lnTo>
                    <a:pt x="3326117" y="44450"/>
                  </a:lnTo>
                  <a:lnTo>
                    <a:pt x="3326117" y="41910"/>
                  </a:lnTo>
                  <a:close/>
                </a:path>
                <a:path w="3393440" h="73659">
                  <a:moveTo>
                    <a:pt x="3331222" y="39370"/>
                  </a:moveTo>
                  <a:lnTo>
                    <a:pt x="57150" y="39370"/>
                  </a:lnTo>
                  <a:lnTo>
                    <a:pt x="57150" y="38100"/>
                  </a:lnTo>
                  <a:lnTo>
                    <a:pt x="54622" y="38100"/>
                  </a:lnTo>
                  <a:lnTo>
                    <a:pt x="54622" y="39370"/>
                  </a:lnTo>
                  <a:lnTo>
                    <a:pt x="54622" y="40640"/>
                  </a:lnTo>
                  <a:lnTo>
                    <a:pt x="3327400" y="40640"/>
                  </a:lnTo>
                  <a:lnTo>
                    <a:pt x="3327400" y="41910"/>
                  </a:lnTo>
                  <a:lnTo>
                    <a:pt x="3329940" y="41910"/>
                  </a:lnTo>
                  <a:lnTo>
                    <a:pt x="3329940" y="40640"/>
                  </a:lnTo>
                  <a:lnTo>
                    <a:pt x="3331222" y="40640"/>
                  </a:lnTo>
                  <a:lnTo>
                    <a:pt x="3331222" y="39370"/>
                  </a:lnTo>
                  <a:close/>
                </a:path>
                <a:path w="3393440" h="73659">
                  <a:moveTo>
                    <a:pt x="3335020" y="35560"/>
                  </a:moveTo>
                  <a:lnTo>
                    <a:pt x="63500" y="35560"/>
                  </a:lnTo>
                  <a:lnTo>
                    <a:pt x="63500" y="34290"/>
                  </a:lnTo>
                  <a:lnTo>
                    <a:pt x="60972" y="34290"/>
                  </a:lnTo>
                  <a:lnTo>
                    <a:pt x="60972" y="35560"/>
                  </a:lnTo>
                  <a:lnTo>
                    <a:pt x="59702" y="35560"/>
                  </a:lnTo>
                  <a:lnTo>
                    <a:pt x="59702" y="38100"/>
                  </a:lnTo>
                  <a:lnTo>
                    <a:pt x="3331222" y="38100"/>
                  </a:lnTo>
                  <a:lnTo>
                    <a:pt x="3331222" y="39370"/>
                  </a:lnTo>
                  <a:lnTo>
                    <a:pt x="3333750" y="39370"/>
                  </a:lnTo>
                  <a:lnTo>
                    <a:pt x="3333750" y="38100"/>
                  </a:lnTo>
                  <a:lnTo>
                    <a:pt x="3335020" y="38100"/>
                  </a:lnTo>
                  <a:lnTo>
                    <a:pt x="3335020" y="35560"/>
                  </a:lnTo>
                  <a:close/>
                </a:path>
                <a:path w="3393440" h="73659">
                  <a:moveTo>
                    <a:pt x="3341370" y="33020"/>
                  </a:moveTo>
                  <a:lnTo>
                    <a:pt x="67322" y="33020"/>
                  </a:lnTo>
                  <a:lnTo>
                    <a:pt x="67322" y="31750"/>
                  </a:lnTo>
                  <a:lnTo>
                    <a:pt x="66052" y="31750"/>
                  </a:lnTo>
                  <a:lnTo>
                    <a:pt x="66052" y="33020"/>
                  </a:lnTo>
                  <a:lnTo>
                    <a:pt x="66052" y="34290"/>
                  </a:lnTo>
                  <a:lnTo>
                    <a:pt x="3337572" y="34290"/>
                  </a:lnTo>
                  <a:lnTo>
                    <a:pt x="3337572" y="35560"/>
                  </a:lnTo>
                  <a:lnTo>
                    <a:pt x="3340100" y="35560"/>
                  </a:lnTo>
                  <a:lnTo>
                    <a:pt x="3340100" y="34290"/>
                  </a:lnTo>
                  <a:lnTo>
                    <a:pt x="3341370" y="34290"/>
                  </a:lnTo>
                  <a:lnTo>
                    <a:pt x="3341370" y="33020"/>
                  </a:lnTo>
                  <a:close/>
                </a:path>
                <a:path w="3393440" h="73659">
                  <a:moveTo>
                    <a:pt x="3345167" y="29210"/>
                  </a:moveTo>
                  <a:lnTo>
                    <a:pt x="73672" y="29210"/>
                  </a:lnTo>
                  <a:lnTo>
                    <a:pt x="73672" y="27940"/>
                  </a:lnTo>
                  <a:lnTo>
                    <a:pt x="71132" y="27940"/>
                  </a:lnTo>
                  <a:lnTo>
                    <a:pt x="71132" y="29210"/>
                  </a:lnTo>
                  <a:lnTo>
                    <a:pt x="69850" y="29210"/>
                  </a:lnTo>
                  <a:lnTo>
                    <a:pt x="69850" y="31750"/>
                  </a:lnTo>
                  <a:lnTo>
                    <a:pt x="3341370" y="31750"/>
                  </a:lnTo>
                  <a:lnTo>
                    <a:pt x="3341370" y="33020"/>
                  </a:lnTo>
                  <a:lnTo>
                    <a:pt x="3343922" y="33020"/>
                  </a:lnTo>
                  <a:lnTo>
                    <a:pt x="3343922" y="31750"/>
                  </a:lnTo>
                  <a:lnTo>
                    <a:pt x="3345167" y="31750"/>
                  </a:lnTo>
                  <a:lnTo>
                    <a:pt x="3345167" y="29210"/>
                  </a:lnTo>
                  <a:close/>
                </a:path>
                <a:path w="3393440" h="73659">
                  <a:moveTo>
                    <a:pt x="3351517" y="26670"/>
                  </a:moveTo>
                  <a:lnTo>
                    <a:pt x="77482" y="26670"/>
                  </a:lnTo>
                  <a:lnTo>
                    <a:pt x="77482" y="25400"/>
                  </a:lnTo>
                  <a:lnTo>
                    <a:pt x="76200" y="25400"/>
                  </a:lnTo>
                  <a:lnTo>
                    <a:pt x="76200" y="26670"/>
                  </a:lnTo>
                  <a:lnTo>
                    <a:pt x="76200" y="27940"/>
                  </a:lnTo>
                  <a:lnTo>
                    <a:pt x="3347720" y="27940"/>
                  </a:lnTo>
                  <a:lnTo>
                    <a:pt x="3347720" y="29210"/>
                  </a:lnTo>
                  <a:lnTo>
                    <a:pt x="3350272" y="29210"/>
                  </a:lnTo>
                  <a:lnTo>
                    <a:pt x="3350272" y="27940"/>
                  </a:lnTo>
                  <a:lnTo>
                    <a:pt x="3351517" y="27940"/>
                  </a:lnTo>
                  <a:lnTo>
                    <a:pt x="3351517" y="26670"/>
                  </a:lnTo>
                  <a:close/>
                </a:path>
                <a:path w="3393440" h="73659">
                  <a:moveTo>
                    <a:pt x="3355327" y="22860"/>
                  </a:moveTo>
                  <a:lnTo>
                    <a:pt x="83832" y="22860"/>
                  </a:lnTo>
                  <a:lnTo>
                    <a:pt x="83832" y="21590"/>
                  </a:lnTo>
                  <a:lnTo>
                    <a:pt x="81280" y="21590"/>
                  </a:lnTo>
                  <a:lnTo>
                    <a:pt x="81280" y="22860"/>
                  </a:lnTo>
                  <a:lnTo>
                    <a:pt x="80022" y="22860"/>
                  </a:lnTo>
                  <a:lnTo>
                    <a:pt x="80022" y="25400"/>
                  </a:lnTo>
                  <a:lnTo>
                    <a:pt x="3351517" y="25400"/>
                  </a:lnTo>
                  <a:lnTo>
                    <a:pt x="3351517" y="26670"/>
                  </a:lnTo>
                  <a:lnTo>
                    <a:pt x="3354070" y="26670"/>
                  </a:lnTo>
                  <a:lnTo>
                    <a:pt x="3354070" y="25400"/>
                  </a:lnTo>
                  <a:lnTo>
                    <a:pt x="3355327" y="25400"/>
                  </a:lnTo>
                  <a:lnTo>
                    <a:pt x="3355327" y="22860"/>
                  </a:lnTo>
                  <a:close/>
                </a:path>
                <a:path w="3393440" h="73659">
                  <a:moveTo>
                    <a:pt x="3361677" y="20320"/>
                  </a:moveTo>
                  <a:lnTo>
                    <a:pt x="87630" y="20320"/>
                  </a:lnTo>
                  <a:lnTo>
                    <a:pt x="87630" y="19050"/>
                  </a:lnTo>
                  <a:lnTo>
                    <a:pt x="86372" y="19050"/>
                  </a:lnTo>
                  <a:lnTo>
                    <a:pt x="86372" y="20320"/>
                  </a:lnTo>
                  <a:lnTo>
                    <a:pt x="86372" y="21590"/>
                  </a:lnTo>
                  <a:lnTo>
                    <a:pt x="3357867" y="21590"/>
                  </a:lnTo>
                  <a:lnTo>
                    <a:pt x="3357867" y="22860"/>
                  </a:lnTo>
                  <a:lnTo>
                    <a:pt x="3359150" y="22860"/>
                  </a:lnTo>
                  <a:lnTo>
                    <a:pt x="3359150" y="21590"/>
                  </a:lnTo>
                  <a:lnTo>
                    <a:pt x="3361677" y="21590"/>
                  </a:lnTo>
                  <a:lnTo>
                    <a:pt x="3361677" y="20320"/>
                  </a:lnTo>
                  <a:close/>
                </a:path>
                <a:path w="3393440" h="73659">
                  <a:moveTo>
                    <a:pt x="3365500" y="16510"/>
                  </a:moveTo>
                  <a:lnTo>
                    <a:pt x="93980" y="16510"/>
                  </a:lnTo>
                  <a:lnTo>
                    <a:pt x="93980" y="15240"/>
                  </a:lnTo>
                  <a:lnTo>
                    <a:pt x="91452" y="15240"/>
                  </a:lnTo>
                  <a:lnTo>
                    <a:pt x="91452" y="16510"/>
                  </a:lnTo>
                  <a:lnTo>
                    <a:pt x="90182" y="16510"/>
                  </a:lnTo>
                  <a:lnTo>
                    <a:pt x="90182" y="19050"/>
                  </a:lnTo>
                  <a:lnTo>
                    <a:pt x="3361677" y="19050"/>
                  </a:lnTo>
                  <a:lnTo>
                    <a:pt x="3361677" y="20320"/>
                  </a:lnTo>
                  <a:lnTo>
                    <a:pt x="3364217" y="20320"/>
                  </a:lnTo>
                  <a:lnTo>
                    <a:pt x="3364217" y="19050"/>
                  </a:lnTo>
                  <a:lnTo>
                    <a:pt x="3365500" y="19050"/>
                  </a:lnTo>
                  <a:lnTo>
                    <a:pt x="3365500" y="16510"/>
                  </a:lnTo>
                  <a:close/>
                </a:path>
                <a:path w="3393440" h="73659">
                  <a:moveTo>
                    <a:pt x="3371850" y="13970"/>
                  </a:moveTo>
                  <a:lnTo>
                    <a:pt x="97802" y="13970"/>
                  </a:lnTo>
                  <a:lnTo>
                    <a:pt x="97802" y="12700"/>
                  </a:lnTo>
                  <a:lnTo>
                    <a:pt x="96532" y="12700"/>
                  </a:lnTo>
                  <a:lnTo>
                    <a:pt x="96532" y="13970"/>
                  </a:lnTo>
                  <a:lnTo>
                    <a:pt x="96532" y="15240"/>
                  </a:lnTo>
                  <a:lnTo>
                    <a:pt x="3368040" y="15240"/>
                  </a:lnTo>
                  <a:lnTo>
                    <a:pt x="3368040" y="16510"/>
                  </a:lnTo>
                  <a:lnTo>
                    <a:pt x="3369322" y="16510"/>
                  </a:lnTo>
                  <a:lnTo>
                    <a:pt x="3369322" y="15240"/>
                  </a:lnTo>
                  <a:lnTo>
                    <a:pt x="3371850" y="15240"/>
                  </a:lnTo>
                  <a:lnTo>
                    <a:pt x="3371850" y="13970"/>
                  </a:lnTo>
                  <a:close/>
                </a:path>
                <a:path w="3393440" h="73659">
                  <a:moveTo>
                    <a:pt x="3375672" y="10160"/>
                  </a:moveTo>
                  <a:lnTo>
                    <a:pt x="104152" y="10160"/>
                  </a:lnTo>
                  <a:lnTo>
                    <a:pt x="104152" y="8890"/>
                  </a:lnTo>
                  <a:lnTo>
                    <a:pt x="101600" y="8890"/>
                  </a:lnTo>
                  <a:lnTo>
                    <a:pt x="101600" y="10160"/>
                  </a:lnTo>
                  <a:lnTo>
                    <a:pt x="100330" y="10160"/>
                  </a:lnTo>
                  <a:lnTo>
                    <a:pt x="100330" y="12700"/>
                  </a:lnTo>
                  <a:lnTo>
                    <a:pt x="3371850" y="12700"/>
                  </a:lnTo>
                  <a:lnTo>
                    <a:pt x="3371850" y="13970"/>
                  </a:lnTo>
                  <a:lnTo>
                    <a:pt x="3374390" y="13970"/>
                  </a:lnTo>
                  <a:lnTo>
                    <a:pt x="3374390" y="12700"/>
                  </a:lnTo>
                  <a:lnTo>
                    <a:pt x="3375672" y="12700"/>
                  </a:lnTo>
                  <a:lnTo>
                    <a:pt x="3375672" y="10160"/>
                  </a:lnTo>
                  <a:close/>
                </a:path>
                <a:path w="3393440" h="73659">
                  <a:moveTo>
                    <a:pt x="3382022" y="7620"/>
                  </a:moveTo>
                  <a:lnTo>
                    <a:pt x="107950" y="7620"/>
                  </a:lnTo>
                  <a:lnTo>
                    <a:pt x="107950" y="6350"/>
                  </a:lnTo>
                  <a:lnTo>
                    <a:pt x="106680" y="6350"/>
                  </a:lnTo>
                  <a:lnTo>
                    <a:pt x="106680" y="7620"/>
                  </a:lnTo>
                  <a:lnTo>
                    <a:pt x="106680" y="8890"/>
                  </a:lnTo>
                  <a:lnTo>
                    <a:pt x="3378200" y="8890"/>
                  </a:lnTo>
                  <a:lnTo>
                    <a:pt x="3378200" y="10160"/>
                  </a:lnTo>
                  <a:lnTo>
                    <a:pt x="3379470" y="10160"/>
                  </a:lnTo>
                  <a:lnTo>
                    <a:pt x="3379470" y="8890"/>
                  </a:lnTo>
                  <a:lnTo>
                    <a:pt x="3382022" y="8890"/>
                  </a:lnTo>
                  <a:lnTo>
                    <a:pt x="3382022" y="7620"/>
                  </a:lnTo>
                  <a:close/>
                </a:path>
                <a:path w="3393440" h="73659">
                  <a:moveTo>
                    <a:pt x="3385820" y="3810"/>
                  </a:moveTo>
                  <a:lnTo>
                    <a:pt x="114300" y="3810"/>
                  </a:lnTo>
                  <a:lnTo>
                    <a:pt x="114300" y="2540"/>
                  </a:lnTo>
                  <a:lnTo>
                    <a:pt x="111772" y="2540"/>
                  </a:lnTo>
                  <a:lnTo>
                    <a:pt x="111772" y="3810"/>
                  </a:lnTo>
                  <a:lnTo>
                    <a:pt x="110502" y="3810"/>
                  </a:lnTo>
                  <a:lnTo>
                    <a:pt x="110502" y="6350"/>
                  </a:lnTo>
                  <a:lnTo>
                    <a:pt x="3382022" y="6350"/>
                  </a:lnTo>
                  <a:lnTo>
                    <a:pt x="3382022" y="7620"/>
                  </a:lnTo>
                  <a:lnTo>
                    <a:pt x="3383267" y="7620"/>
                  </a:lnTo>
                  <a:lnTo>
                    <a:pt x="3383267" y="6350"/>
                  </a:lnTo>
                  <a:lnTo>
                    <a:pt x="3385820" y="6350"/>
                  </a:lnTo>
                  <a:lnTo>
                    <a:pt x="3385820" y="3810"/>
                  </a:lnTo>
                  <a:close/>
                </a:path>
                <a:path w="3393440" h="73659">
                  <a:moveTo>
                    <a:pt x="3392170" y="1270"/>
                  </a:moveTo>
                  <a:lnTo>
                    <a:pt x="118122" y="1270"/>
                  </a:lnTo>
                  <a:lnTo>
                    <a:pt x="118122" y="0"/>
                  </a:lnTo>
                  <a:lnTo>
                    <a:pt x="116852" y="0"/>
                  </a:lnTo>
                  <a:lnTo>
                    <a:pt x="116852" y="1270"/>
                  </a:lnTo>
                  <a:lnTo>
                    <a:pt x="116852" y="2540"/>
                  </a:lnTo>
                  <a:lnTo>
                    <a:pt x="3388372" y="2540"/>
                  </a:lnTo>
                  <a:lnTo>
                    <a:pt x="3388372" y="3810"/>
                  </a:lnTo>
                  <a:lnTo>
                    <a:pt x="3389617" y="3810"/>
                  </a:lnTo>
                  <a:lnTo>
                    <a:pt x="3389617" y="2540"/>
                  </a:lnTo>
                  <a:lnTo>
                    <a:pt x="3392170" y="2540"/>
                  </a:lnTo>
                  <a:lnTo>
                    <a:pt x="3392170" y="1270"/>
                  </a:lnTo>
                  <a:close/>
                </a:path>
                <a:path w="3393440" h="73659">
                  <a:moveTo>
                    <a:pt x="3393427" y="0"/>
                  </a:moveTo>
                  <a:lnTo>
                    <a:pt x="3392170" y="0"/>
                  </a:lnTo>
                  <a:lnTo>
                    <a:pt x="3392170" y="1270"/>
                  </a:lnTo>
                  <a:lnTo>
                    <a:pt x="3393427" y="1270"/>
                  </a:lnTo>
                  <a:lnTo>
                    <a:pt x="3393427" y="0"/>
                  </a:lnTo>
                  <a:close/>
                </a:path>
              </a:pathLst>
            </a:custGeom>
            <a:solidFill>
              <a:srgbClr val="AC4D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5778487" y="1473212"/>
              <a:ext cx="3284220" cy="11430"/>
            </a:xfrm>
            <a:custGeom>
              <a:avLst/>
              <a:gdLst/>
              <a:ahLst/>
              <a:cxnLst/>
              <a:rect l="l" t="t" r="r" b="b"/>
              <a:pathLst>
                <a:path w="3284220" h="11430">
                  <a:moveTo>
                    <a:pt x="3267684" y="10160"/>
                  </a:moveTo>
                  <a:lnTo>
                    <a:pt x="3266440" y="10160"/>
                  </a:lnTo>
                  <a:lnTo>
                    <a:pt x="3266440" y="11430"/>
                  </a:lnTo>
                  <a:lnTo>
                    <a:pt x="3267684" y="11430"/>
                  </a:lnTo>
                  <a:lnTo>
                    <a:pt x="3267684" y="10160"/>
                  </a:lnTo>
                  <a:close/>
                </a:path>
                <a:path w="3284220" h="11430">
                  <a:moveTo>
                    <a:pt x="3274034" y="5080"/>
                  </a:moveTo>
                  <a:lnTo>
                    <a:pt x="7620" y="5080"/>
                  </a:lnTo>
                  <a:lnTo>
                    <a:pt x="7620" y="3810"/>
                  </a:lnTo>
                  <a:lnTo>
                    <a:pt x="3797" y="3810"/>
                  </a:lnTo>
                  <a:lnTo>
                    <a:pt x="3797" y="508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3270237" y="7620"/>
                  </a:lnTo>
                  <a:lnTo>
                    <a:pt x="3270237" y="8890"/>
                  </a:lnTo>
                  <a:lnTo>
                    <a:pt x="3271494" y="8890"/>
                  </a:lnTo>
                  <a:lnTo>
                    <a:pt x="3271494" y="7620"/>
                  </a:lnTo>
                  <a:lnTo>
                    <a:pt x="3274034" y="7620"/>
                  </a:lnTo>
                  <a:lnTo>
                    <a:pt x="3274034" y="5080"/>
                  </a:lnTo>
                  <a:close/>
                </a:path>
                <a:path w="3284220" h="11430">
                  <a:moveTo>
                    <a:pt x="3280384" y="2540"/>
                  </a:moveTo>
                  <a:lnTo>
                    <a:pt x="13970" y="2540"/>
                  </a:lnTo>
                  <a:lnTo>
                    <a:pt x="13970" y="1270"/>
                  </a:lnTo>
                  <a:lnTo>
                    <a:pt x="10147" y="1270"/>
                  </a:lnTo>
                  <a:lnTo>
                    <a:pt x="10147" y="2540"/>
                  </a:lnTo>
                  <a:lnTo>
                    <a:pt x="10147" y="3810"/>
                  </a:lnTo>
                  <a:lnTo>
                    <a:pt x="3276587" y="3810"/>
                  </a:lnTo>
                  <a:lnTo>
                    <a:pt x="3276587" y="5080"/>
                  </a:lnTo>
                  <a:lnTo>
                    <a:pt x="3277857" y="5080"/>
                  </a:lnTo>
                  <a:lnTo>
                    <a:pt x="3277857" y="3810"/>
                  </a:lnTo>
                  <a:lnTo>
                    <a:pt x="3280384" y="3810"/>
                  </a:lnTo>
                  <a:lnTo>
                    <a:pt x="3280384" y="2540"/>
                  </a:lnTo>
                  <a:close/>
                </a:path>
                <a:path w="3284220" h="11430">
                  <a:moveTo>
                    <a:pt x="3284207" y="0"/>
                  </a:moveTo>
                  <a:lnTo>
                    <a:pt x="16497" y="0"/>
                  </a:lnTo>
                  <a:lnTo>
                    <a:pt x="16497" y="1270"/>
                  </a:lnTo>
                  <a:lnTo>
                    <a:pt x="3280384" y="1270"/>
                  </a:lnTo>
                  <a:lnTo>
                    <a:pt x="3280384" y="2540"/>
                  </a:lnTo>
                  <a:lnTo>
                    <a:pt x="3281667" y="2540"/>
                  </a:lnTo>
                  <a:lnTo>
                    <a:pt x="3281667" y="1270"/>
                  </a:lnTo>
                  <a:lnTo>
                    <a:pt x="3284207" y="1270"/>
                  </a:lnTo>
                  <a:lnTo>
                    <a:pt x="3284207" y="0"/>
                  </a:lnTo>
                  <a:close/>
                </a:path>
              </a:pathLst>
            </a:custGeom>
            <a:solidFill>
              <a:srgbClr val="AC4D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5" name="object 275"/>
          <p:cNvGrpSpPr/>
          <p:nvPr/>
        </p:nvGrpSpPr>
        <p:grpSpPr>
          <a:xfrm>
            <a:off x="5506713" y="1554480"/>
            <a:ext cx="3425190" cy="82550"/>
            <a:chOff x="5506713" y="1554480"/>
            <a:chExt cx="3425190" cy="82550"/>
          </a:xfrm>
        </p:grpSpPr>
        <p:sp>
          <p:nvSpPr>
            <p:cNvPr id="276" name="object 276"/>
            <p:cNvSpPr/>
            <p:nvPr/>
          </p:nvSpPr>
          <p:spPr>
            <a:xfrm>
              <a:off x="5506707" y="1563382"/>
              <a:ext cx="3412490" cy="73660"/>
            </a:xfrm>
            <a:custGeom>
              <a:avLst/>
              <a:gdLst/>
              <a:ahLst/>
              <a:cxnLst/>
              <a:rect l="l" t="t" r="r" b="b"/>
              <a:pathLst>
                <a:path w="3412490" h="73660">
                  <a:moveTo>
                    <a:pt x="3797" y="72377"/>
                  </a:moveTo>
                  <a:lnTo>
                    <a:pt x="0" y="72377"/>
                  </a:lnTo>
                  <a:lnTo>
                    <a:pt x="0" y="73647"/>
                  </a:lnTo>
                  <a:lnTo>
                    <a:pt x="3797" y="73647"/>
                  </a:lnTo>
                  <a:lnTo>
                    <a:pt x="3797" y="72377"/>
                  </a:lnTo>
                  <a:close/>
                </a:path>
                <a:path w="3412490" h="73660">
                  <a:moveTo>
                    <a:pt x="3315970" y="71120"/>
                  </a:moveTo>
                  <a:lnTo>
                    <a:pt x="11430" y="71120"/>
                  </a:lnTo>
                  <a:lnTo>
                    <a:pt x="11430" y="69850"/>
                  </a:lnTo>
                  <a:lnTo>
                    <a:pt x="7620" y="69850"/>
                  </a:lnTo>
                  <a:lnTo>
                    <a:pt x="7620" y="71120"/>
                  </a:lnTo>
                  <a:lnTo>
                    <a:pt x="7620" y="72390"/>
                  </a:lnTo>
                  <a:lnTo>
                    <a:pt x="3313417" y="72390"/>
                  </a:lnTo>
                  <a:lnTo>
                    <a:pt x="3313417" y="73660"/>
                  </a:lnTo>
                  <a:lnTo>
                    <a:pt x="3314674" y="73660"/>
                  </a:lnTo>
                  <a:lnTo>
                    <a:pt x="3314674" y="72390"/>
                  </a:lnTo>
                  <a:lnTo>
                    <a:pt x="3315970" y="72390"/>
                  </a:lnTo>
                  <a:lnTo>
                    <a:pt x="3315970" y="71120"/>
                  </a:lnTo>
                  <a:close/>
                </a:path>
                <a:path w="3412490" h="73660">
                  <a:moveTo>
                    <a:pt x="3318497" y="67310"/>
                  </a:moveTo>
                  <a:lnTo>
                    <a:pt x="22847" y="67310"/>
                  </a:lnTo>
                  <a:lnTo>
                    <a:pt x="22847" y="66040"/>
                  </a:lnTo>
                  <a:lnTo>
                    <a:pt x="19050" y="66040"/>
                  </a:lnTo>
                  <a:lnTo>
                    <a:pt x="19050" y="67310"/>
                  </a:lnTo>
                  <a:lnTo>
                    <a:pt x="15227" y="67310"/>
                  </a:lnTo>
                  <a:lnTo>
                    <a:pt x="15227" y="69850"/>
                  </a:lnTo>
                  <a:lnTo>
                    <a:pt x="3315970" y="69850"/>
                  </a:lnTo>
                  <a:lnTo>
                    <a:pt x="3315970" y="71120"/>
                  </a:lnTo>
                  <a:lnTo>
                    <a:pt x="3317214" y="71120"/>
                  </a:lnTo>
                  <a:lnTo>
                    <a:pt x="3317214" y="69850"/>
                  </a:lnTo>
                  <a:lnTo>
                    <a:pt x="3318497" y="69850"/>
                  </a:lnTo>
                  <a:lnTo>
                    <a:pt x="3318497" y="67310"/>
                  </a:lnTo>
                  <a:close/>
                </a:path>
                <a:path w="3412490" h="73660">
                  <a:moveTo>
                    <a:pt x="3322320" y="64770"/>
                  </a:moveTo>
                  <a:lnTo>
                    <a:pt x="29197" y="64770"/>
                  </a:lnTo>
                  <a:lnTo>
                    <a:pt x="29197" y="63500"/>
                  </a:lnTo>
                  <a:lnTo>
                    <a:pt x="25400" y="63500"/>
                  </a:lnTo>
                  <a:lnTo>
                    <a:pt x="25400" y="64770"/>
                  </a:lnTo>
                  <a:lnTo>
                    <a:pt x="25400" y="66040"/>
                  </a:lnTo>
                  <a:lnTo>
                    <a:pt x="3319767" y="66040"/>
                  </a:lnTo>
                  <a:lnTo>
                    <a:pt x="3319767" y="67310"/>
                  </a:lnTo>
                  <a:lnTo>
                    <a:pt x="3321024" y="67310"/>
                  </a:lnTo>
                  <a:lnTo>
                    <a:pt x="3321024" y="66040"/>
                  </a:lnTo>
                  <a:lnTo>
                    <a:pt x="3322320" y="66040"/>
                  </a:lnTo>
                  <a:lnTo>
                    <a:pt x="3322320" y="64770"/>
                  </a:lnTo>
                  <a:close/>
                </a:path>
                <a:path w="3412490" h="73660">
                  <a:moveTo>
                    <a:pt x="3326117" y="60960"/>
                  </a:moveTo>
                  <a:lnTo>
                    <a:pt x="39370" y="60960"/>
                  </a:lnTo>
                  <a:lnTo>
                    <a:pt x="39370" y="59690"/>
                  </a:lnTo>
                  <a:lnTo>
                    <a:pt x="36830" y="59690"/>
                  </a:lnTo>
                  <a:lnTo>
                    <a:pt x="36830" y="60960"/>
                  </a:lnTo>
                  <a:lnTo>
                    <a:pt x="33020" y="60960"/>
                  </a:lnTo>
                  <a:lnTo>
                    <a:pt x="33020" y="63500"/>
                  </a:lnTo>
                  <a:lnTo>
                    <a:pt x="3322320" y="63500"/>
                  </a:lnTo>
                  <a:lnTo>
                    <a:pt x="3322320" y="64770"/>
                  </a:lnTo>
                  <a:lnTo>
                    <a:pt x="3323564" y="64770"/>
                  </a:lnTo>
                  <a:lnTo>
                    <a:pt x="3323564" y="63500"/>
                  </a:lnTo>
                  <a:lnTo>
                    <a:pt x="3326117" y="63500"/>
                  </a:lnTo>
                  <a:lnTo>
                    <a:pt x="3326117" y="60960"/>
                  </a:lnTo>
                  <a:close/>
                </a:path>
                <a:path w="3412490" h="73660">
                  <a:moveTo>
                    <a:pt x="3329914" y="58420"/>
                  </a:moveTo>
                  <a:lnTo>
                    <a:pt x="44450" y="58420"/>
                  </a:lnTo>
                  <a:lnTo>
                    <a:pt x="44450" y="57150"/>
                  </a:lnTo>
                  <a:lnTo>
                    <a:pt x="41897" y="57150"/>
                  </a:lnTo>
                  <a:lnTo>
                    <a:pt x="41897" y="58420"/>
                  </a:lnTo>
                  <a:lnTo>
                    <a:pt x="41897" y="59690"/>
                  </a:lnTo>
                  <a:lnTo>
                    <a:pt x="3327400" y="59690"/>
                  </a:lnTo>
                  <a:lnTo>
                    <a:pt x="3327400" y="60960"/>
                  </a:lnTo>
                  <a:lnTo>
                    <a:pt x="3328670" y="60960"/>
                  </a:lnTo>
                  <a:lnTo>
                    <a:pt x="3328670" y="59690"/>
                  </a:lnTo>
                  <a:lnTo>
                    <a:pt x="3329914" y="59690"/>
                  </a:lnTo>
                  <a:lnTo>
                    <a:pt x="3329914" y="58420"/>
                  </a:lnTo>
                  <a:close/>
                </a:path>
                <a:path w="3412490" h="73660">
                  <a:moveTo>
                    <a:pt x="3332467" y="54610"/>
                  </a:moveTo>
                  <a:lnTo>
                    <a:pt x="49530" y="54610"/>
                  </a:lnTo>
                  <a:lnTo>
                    <a:pt x="49530" y="53340"/>
                  </a:lnTo>
                  <a:lnTo>
                    <a:pt x="48247" y="53340"/>
                  </a:lnTo>
                  <a:lnTo>
                    <a:pt x="48247" y="54610"/>
                  </a:lnTo>
                  <a:lnTo>
                    <a:pt x="45720" y="54610"/>
                  </a:lnTo>
                  <a:lnTo>
                    <a:pt x="45720" y="57150"/>
                  </a:lnTo>
                  <a:lnTo>
                    <a:pt x="3329914" y="57150"/>
                  </a:lnTo>
                  <a:lnTo>
                    <a:pt x="3329914" y="58420"/>
                  </a:lnTo>
                  <a:lnTo>
                    <a:pt x="3331197" y="58420"/>
                  </a:lnTo>
                  <a:lnTo>
                    <a:pt x="3331197" y="57150"/>
                  </a:lnTo>
                  <a:lnTo>
                    <a:pt x="3332467" y="57150"/>
                  </a:lnTo>
                  <a:lnTo>
                    <a:pt x="3332467" y="54610"/>
                  </a:lnTo>
                  <a:close/>
                </a:path>
                <a:path w="3412490" h="73660">
                  <a:moveTo>
                    <a:pt x="3336264" y="52070"/>
                  </a:moveTo>
                  <a:lnTo>
                    <a:pt x="54597" y="52070"/>
                  </a:lnTo>
                  <a:lnTo>
                    <a:pt x="54597" y="50800"/>
                  </a:lnTo>
                  <a:lnTo>
                    <a:pt x="52070" y="50800"/>
                  </a:lnTo>
                  <a:lnTo>
                    <a:pt x="52070" y="52070"/>
                  </a:lnTo>
                  <a:lnTo>
                    <a:pt x="52070" y="53340"/>
                  </a:lnTo>
                  <a:lnTo>
                    <a:pt x="3333724" y="53340"/>
                  </a:lnTo>
                  <a:lnTo>
                    <a:pt x="3333724" y="54610"/>
                  </a:lnTo>
                  <a:lnTo>
                    <a:pt x="3335020" y="54610"/>
                  </a:lnTo>
                  <a:lnTo>
                    <a:pt x="3335020" y="53340"/>
                  </a:lnTo>
                  <a:lnTo>
                    <a:pt x="3336264" y="53340"/>
                  </a:lnTo>
                  <a:lnTo>
                    <a:pt x="3336264" y="52070"/>
                  </a:lnTo>
                  <a:close/>
                </a:path>
                <a:path w="3412490" h="73660">
                  <a:moveTo>
                    <a:pt x="3338817" y="48260"/>
                  </a:moveTo>
                  <a:lnTo>
                    <a:pt x="59677" y="48260"/>
                  </a:lnTo>
                  <a:lnTo>
                    <a:pt x="59677" y="46990"/>
                  </a:lnTo>
                  <a:lnTo>
                    <a:pt x="58420" y="46990"/>
                  </a:lnTo>
                  <a:lnTo>
                    <a:pt x="58420" y="48260"/>
                  </a:lnTo>
                  <a:lnTo>
                    <a:pt x="55880" y="48260"/>
                  </a:lnTo>
                  <a:lnTo>
                    <a:pt x="55880" y="50800"/>
                  </a:lnTo>
                  <a:lnTo>
                    <a:pt x="3336264" y="50800"/>
                  </a:lnTo>
                  <a:lnTo>
                    <a:pt x="3336264" y="52070"/>
                  </a:lnTo>
                  <a:lnTo>
                    <a:pt x="3337547" y="52070"/>
                  </a:lnTo>
                  <a:lnTo>
                    <a:pt x="3337547" y="50800"/>
                  </a:lnTo>
                  <a:lnTo>
                    <a:pt x="3338817" y="50800"/>
                  </a:lnTo>
                  <a:lnTo>
                    <a:pt x="3338817" y="48260"/>
                  </a:lnTo>
                  <a:close/>
                </a:path>
                <a:path w="3412490" h="73660">
                  <a:moveTo>
                    <a:pt x="3343897" y="45720"/>
                  </a:moveTo>
                  <a:lnTo>
                    <a:pt x="64770" y="45720"/>
                  </a:lnTo>
                  <a:lnTo>
                    <a:pt x="64770" y="44450"/>
                  </a:lnTo>
                  <a:lnTo>
                    <a:pt x="62230" y="44450"/>
                  </a:lnTo>
                  <a:lnTo>
                    <a:pt x="62230" y="45720"/>
                  </a:lnTo>
                  <a:lnTo>
                    <a:pt x="62230" y="46990"/>
                  </a:lnTo>
                  <a:lnTo>
                    <a:pt x="3340074" y="46990"/>
                  </a:lnTo>
                  <a:lnTo>
                    <a:pt x="3340074" y="48260"/>
                  </a:lnTo>
                  <a:lnTo>
                    <a:pt x="3342614" y="48260"/>
                  </a:lnTo>
                  <a:lnTo>
                    <a:pt x="3342614" y="46990"/>
                  </a:lnTo>
                  <a:lnTo>
                    <a:pt x="3343897" y="46990"/>
                  </a:lnTo>
                  <a:lnTo>
                    <a:pt x="3343897" y="45720"/>
                  </a:lnTo>
                  <a:close/>
                </a:path>
                <a:path w="3412490" h="73660">
                  <a:moveTo>
                    <a:pt x="3346450" y="41910"/>
                  </a:moveTo>
                  <a:lnTo>
                    <a:pt x="69850" y="41910"/>
                  </a:lnTo>
                  <a:lnTo>
                    <a:pt x="69850" y="40640"/>
                  </a:lnTo>
                  <a:lnTo>
                    <a:pt x="68580" y="40640"/>
                  </a:lnTo>
                  <a:lnTo>
                    <a:pt x="68580" y="41910"/>
                  </a:lnTo>
                  <a:lnTo>
                    <a:pt x="66027" y="41910"/>
                  </a:lnTo>
                  <a:lnTo>
                    <a:pt x="66027" y="44450"/>
                  </a:lnTo>
                  <a:lnTo>
                    <a:pt x="3343897" y="44450"/>
                  </a:lnTo>
                  <a:lnTo>
                    <a:pt x="3343897" y="45720"/>
                  </a:lnTo>
                  <a:lnTo>
                    <a:pt x="3345167" y="45720"/>
                  </a:lnTo>
                  <a:lnTo>
                    <a:pt x="3345167" y="44450"/>
                  </a:lnTo>
                  <a:lnTo>
                    <a:pt x="3346450" y="44450"/>
                  </a:lnTo>
                  <a:lnTo>
                    <a:pt x="3346450" y="41910"/>
                  </a:lnTo>
                  <a:close/>
                </a:path>
                <a:path w="3412490" h="73660">
                  <a:moveTo>
                    <a:pt x="3350247" y="39370"/>
                  </a:moveTo>
                  <a:lnTo>
                    <a:pt x="74930" y="39370"/>
                  </a:lnTo>
                  <a:lnTo>
                    <a:pt x="74930" y="38100"/>
                  </a:lnTo>
                  <a:lnTo>
                    <a:pt x="72377" y="38100"/>
                  </a:lnTo>
                  <a:lnTo>
                    <a:pt x="72377" y="39370"/>
                  </a:lnTo>
                  <a:lnTo>
                    <a:pt x="72377" y="40640"/>
                  </a:lnTo>
                  <a:lnTo>
                    <a:pt x="3347720" y="40640"/>
                  </a:lnTo>
                  <a:lnTo>
                    <a:pt x="3347720" y="41910"/>
                  </a:lnTo>
                  <a:lnTo>
                    <a:pt x="3348964" y="41910"/>
                  </a:lnTo>
                  <a:lnTo>
                    <a:pt x="3348964" y="40640"/>
                  </a:lnTo>
                  <a:lnTo>
                    <a:pt x="3350247" y="40640"/>
                  </a:lnTo>
                  <a:lnTo>
                    <a:pt x="3350247" y="39370"/>
                  </a:lnTo>
                  <a:close/>
                </a:path>
                <a:path w="3412490" h="73660">
                  <a:moveTo>
                    <a:pt x="3354070" y="35560"/>
                  </a:moveTo>
                  <a:lnTo>
                    <a:pt x="79997" y="35560"/>
                  </a:lnTo>
                  <a:lnTo>
                    <a:pt x="79997" y="34290"/>
                  </a:lnTo>
                  <a:lnTo>
                    <a:pt x="78727" y="34290"/>
                  </a:lnTo>
                  <a:lnTo>
                    <a:pt x="78727" y="35560"/>
                  </a:lnTo>
                  <a:lnTo>
                    <a:pt x="76200" y="35560"/>
                  </a:lnTo>
                  <a:lnTo>
                    <a:pt x="76200" y="38100"/>
                  </a:lnTo>
                  <a:lnTo>
                    <a:pt x="3350247" y="38100"/>
                  </a:lnTo>
                  <a:lnTo>
                    <a:pt x="3350247" y="39370"/>
                  </a:lnTo>
                  <a:lnTo>
                    <a:pt x="3352800" y="39370"/>
                  </a:lnTo>
                  <a:lnTo>
                    <a:pt x="3352800" y="38100"/>
                  </a:lnTo>
                  <a:lnTo>
                    <a:pt x="3354070" y="38100"/>
                  </a:lnTo>
                  <a:lnTo>
                    <a:pt x="3354070" y="35560"/>
                  </a:lnTo>
                  <a:close/>
                </a:path>
                <a:path w="3412490" h="73660">
                  <a:moveTo>
                    <a:pt x="3360420" y="33020"/>
                  </a:moveTo>
                  <a:lnTo>
                    <a:pt x="85077" y="33020"/>
                  </a:lnTo>
                  <a:lnTo>
                    <a:pt x="85077" y="31750"/>
                  </a:lnTo>
                  <a:lnTo>
                    <a:pt x="82550" y="31750"/>
                  </a:lnTo>
                  <a:lnTo>
                    <a:pt x="82550" y="33020"/>
                  </a:lnTo>
                  <a:lnTo>
                    <a:pt x="82550" y="34290"/>
                  </a:lnTo>
                  <a:lnTo>
                    <a:pt x="3356597" y="34290"/>
                  </a:lnTo>
                  <a:lnTo>
                    <a:pt x="3356597" y="35560"/>
                  </a:lnTo>
                  <a:lnTo>
                    <a:pt x="3359124" y="35560"/>
                  </a:lnTo>
                  <a:lnTo>
                    <a:pt x="3359124" y="34290"/>
                  </a:lnTo>
                  <a:lnTo>
                    <a:pt x="3360420" y="34290"/>
                  </a:lnTo>
                  <a:lnTo>
                    <a:pt x="3360420" y="33020"/>
                  </a:lnTo>
                  <a:close/>
                </a:path>
                <a:path w="3412490" h="73660">
                  <a:moveTo>
                    <a:pt x="3364217" y="29210"/>
                  </a:moveTo>
                  <a:lnTo>
                    <a:pt x="90170" y="29210"/>
                  </a:lnTo>
                  <a:lnTo>
                    <a:pt x="90170" y="27940"/>
                  </a:lnTo>
                  <a:lnTo>
                    <a:pt x="88900" y="27940"/>
                  </a:lnTo>
                  <a:lnTo>
                    <a:pt x="88900" y="29210"/>
                  </a:lnTo>
                  <a:lnTo>
                    <a:pt x="86347" y="29210"/>
                  </a:lnTo>
                  <a:lnTo>
                    <a:pt x="86347" y="31750"/>
                  </a:lnTo>
                  <a:lnTo>
                    <a:pt x="3360420" y="31750"/>
                  </a:lnTo>
                  <a:lnTo>
                    <a:pt x="3360420" y="33020"/>
                  </a:lnTo>
                  <a:lnTo>
                    <a:pt x="3362947" y="33020"/>
                  </a:lnTo>
                  <a:lnTo>
                    <a:pt x="3362947" y="31750"/>
                  </a:lnTo>
                  <a:lnTo>
                    <a:pt x="3364217" y="31750"/>
                  </a:lnTo>
                  <a:lnTo>
                    <a:pt x="3364217" y="29210"/>
                  </a:lnTo>
                  <a:close/>
                </a:path>
                <a:path w="3412490" h="73660">
                  <a:moveTo>
                    <a:pt x="3370567" y="26670"/>
                  </a:moveTo>
                  <a:lnTo>
                    <a:pt x="95250" y="26670"/>
                  </a:lnTo>
                  <a:lnTo>
                    <a:pt x="95250" y="25400"/>
                  </a:lnTo>
                  <a:lnTo>
                    <a:pt x="92697" y="25400"/>
                  </a:lnTo>
                  <a:lnTo>
                    <a:pt x="92697" y="26670"/>
                  </a:lnTo>
                  <a:lnTo>
                    <a:pt x="92697" y="27940"/>
                  </a:lnTo>
                  <a:lnTo>
                    <a:pt x="3366770" y="27940"/>
                  </a:lnTo>
                  <a:lnTo>
                    <a:pt x="3366770" y="29210"/>
                  </a:lnTo>
                  <a:lnTo>
                    <a:pt x="3369297" y="29210"/>
                  </a:lnTo>
                  <a:lnTo>
                    <a:pt x="3369297" y="27940"/>
                  </a:lnTo>
                  <a:lnTo>
                    <a:pt x="3370567" y="27940"/>
                  </a:lnTo>
                  <a:lnTo>
                    <a:pt x="3370567" y="26670"/>
                  </a:lnTo>
                  <a:close/>
                </a:path>
                <a:path w="3412490" h="73660">
                  <a:moveTo>
                    <a:pt x="3374364" y="22860"/>
                  </a:moveTo>
                  <a:lnTo>
                    <a:pt x="101600" y="22860"/>
                  </a:lnTo>
                  <a:lnTo>
                    <a:pt x="101600" y="21590"/>
                  </a:lnTo>
                  <a:lnTo>
                    <a:pt x="99047" y="21590"/>
                  </a:lnTo>
                  <a:lnTo>
                    <a:pt x="99047" y="22860"/>
                  </a:lnTo>
                  <a:lnTo>
                    <a:pt x="96520" y="22860"/>
                  </a:lnTo>
                  <a:lnTo>
                    <a:pt x="96520" y="25400"/>
                  </a:lnTo>
                  <a:lnTo>
                    <a:pt x="3370567" y="25400"/>
                  </a:lnTo>
                  <a:lnTo>
                    <a:pt x="3370567" y="26670"/>
                  </a:lnTo>
                  <a:lnTo>
                    <a:pt x="3373120" y="26670"/>
                  </a:lnTo>
                  <a:lnTo>
                    <a:pt x="3373120" y="25400"/>
                  </a:lnTo>
                  <a:lnTo>
                    <a:pt x="3374364" y="25400"/>
                  </a:lnTo>
                  <a:lnTo>
                    <a:pt x="3374364" y="22860"/>
                  </a:lnTo>
                  <a:close/>
                </a:path>
                <a:path w="3412490" h="73660">
                  <a:moveTo>
                    <a:pt x="3380714" y="20320"/>
                  </a:moveTo>
                  <a:lnTo>
                    <a:pt x="105397" y="20320"/>
                  </a:lnTo>
                  <a:lnTo>
                    <a:pt x="105397" y="19050"/>
                  </a:lnTo>
                  <a:lnTo>
                    <a:pt x="102870" y="19050"/>
                  </a:lnTo>
                  <a:lnTo>
                    <a:pt x="102870" y="20320"/>
                  </a:lnTo>
                  <a:lnTo>
                    <a:pt x="102870" y="21590"/>
                  </a:lnTo>
                  <a:lnTo>
                    <a:pt x="3376917" y="21590"/>
                  </a:lnTo>
                  <a:lnTo>
                    <a:pt x="3376917" y="22860"/>
                  </a:lnTo>
                  <a:lnTo>
                    <a:pt x="3378200" y="22860"/>
                  </a:lnTo>
                  <a:lnTo>
                    <a:pt x="3378200" y="21590"/>
                  </a:lnTo>
                  <a:lnTo>
                    <a:pt x="3380714" y="21590"/>
                  </a:lnTo>
                  <a:lnTo>
                    <a:pt x="3380714" y="20320"/>
                  </a:lnTo>
                  <a:close/>
                </a:path>
                <a:path w="3412490" h="73660">
                  <a:moveTo>
                    <a:pt x="3384537" y="16510"/>
                  </a:moveTo>
                  <a:lnTo>
                    <a:pt x="111747" y="16510"/>
                  </a:lnTo>
                  <a:lnTo>
                    <a:pt x="111747" y="15240"/>
                  </a:lnTo>
                  <a:lnTo>
                    <a:pt x="109220" y="15240"/>
                  </a:lnTo>
                  <a:lnTo>
                    <a:pt x="109220" y="16510"/>
                  </a:lnTo>
                  <a:lnTo>
                    <a:pt x="106680" y="16510"/>
                  </a:lnTo>
                  <a:lnTo>
                    <a:pt x="106680" y="19050"/>
                  </a:lnTo>
                  <a:lnTo>
                    <a:pt x="3380714" y="19050"/>
                  </a:lnTo>
                  <a:lnTo>
                    <a:pt x="3380714" y="20320"/>
                  </a:lnTo>
                  <a:lnTo>
                    <a:pt x="3383267" y="20320"/>
                  </a:lnTo>
                  <a:lnTo>
                    <a:pt x="3383267" y="19050"/>
                  </a:lnTo>
                  <a:lnTo>
                    <a:pt x="3384537" y="19050"/>
                  </a:lnTo>
                  <a:lnTo>
                    <a:pt x="3384537" y="16510"/>
                  </a:lnTo>
                  <a:close/>
                </a:path>
                <a:path w="3412490" h="73660">
                  <a:moveTo>
                    <a:pt x="3390887" y="13970"/>
                  </a:moveTo>
                  <a:lnTo>
                    <a:pt x="115570" y="13970"/>
                  </a:lnTo>
                  <a:lnTo>
                    <a:pt x="115570" y="12700"/>
                  </a:lnTo>
                  <a:lnTo>
                    <a:pt x="113030" y="12700"/>
                  </a:lnTo>
                  <a:lnTo>
                    <a:pt x="113030" y="13970"/>
                  </a:lnTo>
                  <a:lnTo>
                    <a:pt x="113030" y="15240"/>
                  </a:lnTo>
                  <a:lnTo>
                    <a:pt x="3387064" y="15240"/>
                  </a:lnTo>
                  <a:lnTo>
                    <a:pt x="3387064" y="16510"/>
                  </a:lnTo>
                  <a:lnTo>
                    <a:pt x="3388347" y="16510"/>
                  </a:lnTo>
                  <a:lnTo>
                    <a:pt x="3388347" y="15240"/>
                  </a:lnTo>
                  <a:lnTo>
                    <a:pt x="3390887" y="15240"/>
                  </a:lnTo>
                  <a:lnTo>
                    <a:pt x="3390887" y="13970"/>
                  </a:lnTo>
                  <a:close/>
                </a:path>
                <a:path w="3412490" h="73660">
                  <a:moveTo>
                    <a:pt x="3394697" y="10160"/>
                  </a:moveTo>
                  <a:lnTo>
                    <a:pt x="121920" y="10160"/>
                  </a:lnTo>
                  <a:lnTo>
                    <a:pt x="121920" y="8890"/>
                  </a:lnTo>
                  <a:lnTo>
                    <a:pt x="119380" y="8890"/>
                  </a:lnTo>
                  <a:lnTo>
                    <a:pt x="119380" y="10160"/>
                  </a:lnTo>
                  <a:lnTo>
                    <a:pt x="116827" y="10160"/>
                  </a:lnTo>
                  <a:lnTo>
                    <a:pt x="116827" y="12700"/>
                  </a:lnTo>
                  <a:lnTo>
                    <a:pt x="3390887" y="12700"/>
                  </a:lnTo>
                  <a:lnTo>
                    <a:pt x="3390887" y="13970"/>
                  </a:lnTo>
                  <a:lnTo>
                    <a:pt x="3393414" y="13970"/>
                  </a:lnTo>
                  <a:lnTo>
                    <a:pt x="3393414" y="12700"/>
                  </a:lnTo>
                  <a:lnTo>
                    <a:pt x="3394697" y="12700"/>
                  </a:lnTo>
                  <a:lnTo>
                    <a:pt x="3394697" y="10160"/>
                  </a:lnTo>
                  <a:close/>
                </a:path>
                <a:path w="3412490" h="73660">
                  <a:moveTo>
                    <a:pt x="3401047" y="7620"/>
                  </a:moveTo>
                  <a:lnTo>
                    <a:pt x="125730" y="7620"/>
                  </a:lnTo>
                  <a:lnTo>
                    <a:pt x="125730" y="6350"/>
                  </a:lnTo>
                  <a:lnTo>
                    <a:pt x="123177" y="6350"/>
                  </a:lnTo>
                  <a:lnTo>
                    <a:pt x="123177" y="7620"/>
                  </a:lnTo>
                  <a:lnTo>
                    <a:pt x="123177" y="8890"/>
                  </a:lnTo>
                  <a:lnTo>
                    <a:pt x="3397237" y="8890"/>
                  </a:lnTo>
                  <a:lnTo>
                    <a:pt x="3397237" y="10160"/>
                  </a:lnTo>
                  <a:lnTo>
                    <a:pt x="3398520" y="10160"/>
                  </a:lnTo>
                  <a:lnTo>
                    <a:pt x="3398520" y="8890"/>
                  </a:lnTo>
                  <a:lnTo>
                    <a:pt x="3401047" y="8890"/>
                  </a:lnTo>
                  <a:lnTo>
                    <a:pt x="3401047" y="7620"/>
                  </a:lnTo>
                  <a:close/>
                </a:path>
                <a:path w="3412490" h="73660">
                  <a:moveTo>
                    <a:pt x="3404870" y="3810"/>
                  </a:moveTo>
                  <a:lnTo>
                    <a:pt x="132080" y="3810"/>
                  </a:lnTo>
                  <a:lnTo>
                    <a:pt x="132080" y="2540"/>
                  </a:lnTo>
                  <a:lnTo>
                    <a:pt x="129527" y="2540"/>
                  </a:lnTo>
                  <a:lnTo>
                    <a:pt x="129527" y="3810"/>
                  </a:lnTo>
                  <a:lnTo>
                    <a:pt x="127000" y="3810"/>
                  </a:lnTo>
                  <a:lnTo>
                    <a:pt x="127000" y="6350"/>
                  </a:lnTo>
                  <a:lnTo>
                    <a:pt x="3401047" y="6350"/>
                  </a:lnTo>
                  <a:lnTo>
                    <a:pt x="3401047" y="7620"/>
                  </a:lnTo>
                  <a:lnTo>
                    <a:pt x="3402317" y="7620"/>
                  </a:lnTo>
                  <a:lnTo>
                    <a:pt x="3402317" y="6350"/>
                  </a:lnTo>
                  <a:lnTo>
                    <a:pt x="3404870" y="6350"/>
                  </a:lnTo>
                  <a:lnTo>
                    <a:pt x="3404870" y="3810"/>
                  </a:lnTo>
                  <a:close/>
                </a:path>
                <a:path w="3412490" h="73660">
                  <a:moveTo>
                    <a:pt x="3411220" y="1270"/>
                  </a:moveTo>
                  <a:lnTo>
                    <a:pt x="135877" y="1270"/>
                  </a:lnTo>
                  <a:lnTo>
                    <a:pt x="135877" y="0"/>
                  </a:lnTo>
                  <a:lnTo>
                    <a:pt x="133350" y="0"/>
                  </a:lnTo>
                  <a:lnTo>
                    <a:pt x="133350" y="1270"/>
                  </a:lnTo>
                  <a:lnTo>
                    <a:pt x="133350" y="2540"/>
                  </a:lnTo>
                  <a:lnTo>
                    <a:pt x="3407397" y="2540"/>
                  </a:lnTo>
                  <a:lnTo>
                    <a:pt x="3407397" y="3810"/>
                  </a:lnTo>
                  <a:lnTo>
                    <a:pt x="3408667" y="3810"/>
                  </a:lnTo>
                  <a:lnTo>
                    <a:pt x="3408667" y="2540"/>
                  </a:lnTo>
                  <a:lnTo>
                    <a:pt x="3411220" y="2540"/>
                  </a:lnTo>
                  <a:lnTo>
                    <a:pt x="3411220" y="1270"/>
                  </a:lnTo>
                  <a:close/>
                </a:path>
                <a:path w="3412490" h="73660">
                  <a:moveTo>
                    <a:pt x="3412464" y="0"/>
                  </a:moveTo>
                  <a:lnTo>
                    <a:pt x="3411220" y="0"/>
                  </a:lnTo>
                  <a:lnTo>
                    <a:pt x="3411220" y="1270"/>
                  </a:lnTo>
                  <a:lnTo>
                    <a:pt x="3412464" y="1270"/>
                  </a:lnTo>
                  <a:lnTo>
                    <a:pt x="3412464" y="0"/>
                  </a:lnTo>
                  <a:close/>
                </a:path>
              </a:pathLst>
            </a:custGeom>
            <a:solidFill>
              <a:srgbClr val="AC4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5643854" y="1554492"/>
              <a:ext cx="3288029" cy="12700"/>
            </a:xfrm>
            <a:custGeom>
              <a:avLst/>
              <a:gdLst/>
              <a:ahLst/>
              <a:cxnLst/>
              <a:rect l="l" t="t" r="r" b="b"/>
              <a:pathLst>
                <a:path w="3288029" h="12700">
                  <a:moveTo>
                    <a:pt x="3271520" y="11430"/>
                  </a:moveTo>
                  <a:lnTo>
                    <a:pt x="3270250" y="11430"/>
                  </a:lnTo>
                  <a:lnTo>
                    <a:pt x="3270250" y="12700"/>
                  </a:lnTo>
                  <a:lnTo>
                    <a:pt x="3271520" y="12700"/>
                  </a:lnTo>
                  <a:lnTo>
                    <a:pt x="3271520" y="11430"/>
                  </a:lnTo>
                  <a:close/>
                </a:path>
                <a:path w="3288029" h="12700">
                  <a:moveTo>
                    <a:pt x="3277870" y="6350"/>
                  </a:moveTo>
                  <a:lnTo>
                    <a:pt x="5080" y="6350"/>
                  </a:lnTo>
                  <a:lnTo>
                    <a:pt x="5080" y="5080"/>
                  </a:lnTo>
                  <a:lnTo>
                    <a:pt x="2552" y="5080"/>
                  </a:lnTo>
                  <a:lnTo>
                    <a:pt x="2552" y="6350"/>
                  </a:lnTo>
                  <a:lnTo>
                    <a:pt x="0" y="6350"/>
                  </a:lnTo>
                  <a:lnTo>
                    <a:pt x="0" y="8890"/>
                  </a:lnTo>
                  <a:lnTo>
                    <a:pt x="3274072" y="8890"/>
                  </a:lnTo>
                  <a:lnTo>
                    <a:pt x="3274072" y="10160"/>
                  </a:lnTo>
                  <a:lnTo>
                    <a:pt x="3275317" y="10160"/>
                  </a:lnTo>
                  <a:lnTo>
                    <a:pt x="3275317" y="8890"/>
                  </a:lnTo>
                  <a:lnTo>
                    <a:pt x="3277870" y="8890"/>
                  </a:lnTo>
                  <a:lnTo>
                    <a:pt x="3277870" y="6350"/>
                  </a:lnTo>
                  <a:close/>
                </a:path>
                <a:path w="3288029" h="12700">
                  <a:moveTo>
                    <a:pt x="3284220" y="3810"/>
                  </a:moveTo>
                  <a:lnTo>
                    <a:pt x="8902" y="3810"/>
                  </a:lnTo>
                  <a:lnTo>
                    <a:pt x="8902" y="2540"/>
                  </a:lnTo>
                  <a:lnTo>
                    <a:pt x="6350" y="2540"/>
                  </a:lnTo>
                  <a:lnTo>
                    <a:pt x="6350" y="3810"/>
                  </a:lnTo>
                  <a:lnTo>
                    <a:pt x="6350" y="5080"/>
                  </a:lnTo>
                  <a:lnTo>
                    <a:pt x="3280422" y="5080"/>
                  </a:lnTo>
                  <a:lnTo>
                    <a:pt x="3280422" y="6350"/>
                  </a:lnTo>
                  <a:lnTo>
                    <a:pt x="3281667" y="6350"/>
                  </a:lnTo>
                  <a:lnTo>
                    <a:pt x="3281667" y="5080"/>
                  </a:lnTo>
                  <a:lnTo>
                    <a:pt x="3284220" y="5080"/>
                  </a:lnTo>
                  <a:lnTo>
                    <a:pt x="3284220" y="3810"/>
                  </a:lnTo>
                  <a:close/>
                </a:path>
                <a:path w="3288029" h="12700">
                  <a:moveTo>
                    <a:pt x="3288017" y="0"/>
                  </a:moveTo>
                  <a:lnTo>
                    <a:pt x="10172" y="0"/>
                  </a:lnTo>
                  <a:lnTo>
                    <a:pt x="10172" y="2540"/>
                  </a:lnTo>
                  <a:lnTo>
                    <a:pt x="3284220" y="2540"/>
                  </a:lnTo>
                  <a:lnTo>
                    <a:pt x="3284220" y="3810"/>
                  </a:lnTo>
                  <a:lnTo>
                    <a:pt x="3285490" y="3810"/>
                  </a:lnTo>
                  <a:lnTo>
                    <a:pt x="3285490" y="2540"/>
                  </a:lnTo>
                  <a:lnTo>
                    <a:pt x="3288017" y="2540"/>
                  </a:lnTo>
                  <a:lnTo>
                    <a:pt x="3288017" y="0"/>
                  </a:lnTo>
                  <a:close/>
                </a:path>
              </a:pathLst>
            </a:custGeom>
            <a:solidFill>
              <a:srgbClr val="AC4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8" name="object 278"/>
          <p:cNvGrpSpPr/>
          <p:nvPr/>
        </p:nvGrpSpPr>
        <p:grpSpPr>
          <a:xfrm>
            <a:off x="5284464" y="1637029"/>
            <a:ext cx="3534410" cy="81280"/>
            <a:chOff x="5284464" y="1637029"/>
            <a:chExt cx="3534410" cy="81280"/>
          </a:xfrm>
        </p:grpSpPr>
        <p:sp>
          <p:nvSpPr>
            <p:cNvPr id="279" name="object 279"/>
            <p:cNvSpPr/>
            <p:nvPr/>
          </p:nvSpPr>
          <p:spPr>
            <a:xfrm>
              <a:off x="5284457" y="1642122"/>
              <a:ext cx="3526790" cy="76200"/>
            </a:xfrm>
            <a:custGeom>
              <a:avLst/>
              <a:gdLst/>
              <a:ahLst/>
              <a:cxnLst/>
              <a:rect l="l" t="t" r="r" b="b"/>
              <a:pathLst>
                <a:path w="3526790" h="76200">
                  <a:moveTo>
                    <a:pt x="3407397" y="74930"/>
                  </a:moveTo>
                  <a:lnTo>
                    <a:pt x="2527" y="74930"/>
                  </a:lnTo>
                  <a:lnTo>
                    <a:pt x="2527" y="73660"/>
                  </a:lnTo>
                  <a:lnTo>
                    <a:pt x="0" y="73660"/>
                  </a:lnTo>
                  <a:lnTo>
                    <a:pt x="0" y="74930"/>
                  </a:lnTo>
                  <a:lnTo>
                    <a:pt x="0" y="76200"/>
                  </a:lnTo>
                  <a:lnTo>
                    <a:pt x="3407397" y="76200"/>
                  </a:lnTo>
                  <a:lnTo>
                    <a:pt x="3407397" y="74930"/>
                  </a:lnTo>
                  <a:close/>
                </a:path>
                <a:path w="3526790" h="76200">
                  <a:moveTo>
                    <a:pt x="3422650" y="71120"/>
                  </a:moveTo>
                  <a:lnTo>
                    <a:pt x="10147" y="71120"/>
                  </a:lnTo>
                  <a:lnTo>
                    <a:pt x="10147" y="69850"/>
                  </a:lnTo>
                  <a:lnTo>
                    <a:pt x="7620" y="69850"/>
                  </a:lnTo>
                  <a:lnTo>
                    <a:pt x="7620" y="71120"/>
                  </a:lnTo>
                  <a:lnTo>
                    <a:pt x="5080" y="71120"/>
                  </a:lnTo>
                  <a:lnTo>
                    <a:pt x="5080" y="73660"/>
                  </a:lnTo>
                  <a:lnTo>
                    <a:pt x="3407397" y="73660"/>
                  </a:lnTo>
                  <a:lnTo>
                    <a:pt x="3407397" y="74930"/>
                  </a:lnTo>
                  <a:lnTo>
                    <a:pt x="3415017" y="74930"/>
                  </a:lnTo>
                  <a:lnTo>
                    <a:pt x="3415017" y="73660"/>
                  </a:lnTo>
                  <a:lnTo>
                    <a:pt x="3422650" y="73660"/>
                  </a:lnTo>
                  <a:lnTo>
                    <a:pt x="3422650" y="71120"/>
                  </a:lnTo>
                  <a:close/>
                </a:path>
                <a:path w="3526790" h="76200">
                  <a:moveTo>
                    <a:pt x="3445497" y="68580"/>
                  </a:moveTo>
                  <a:lnTo>
                    <a:pt x="13970" y="68580"/>
                  </a:lnTo>
                  <a:lnTo>
                    <a:pt x="13970" y="67310"/>
                  </a:lnTo>
                  <a:lnTo>
                    <a:pt x="12700" y="67310"/>
                  </a:lnTo>
                  <a:lnTo>
                    <a:pt x="12700" y="68580"/>
                  </a:lnTo>
                  <a:lnTo>
                    <a:pt x="12700" y="69850"/>
                  </a:lnTo>
                  <a:lnTo>
                    <a:pt x="3430270" y="69850"/>
                  </a:lnTo>
                  <a:lnTo>
                    <a:pt x="3430270" y="71120"/>
                  </a:lnTo>
                  <a:lnTo>
                    <a:pt x="3437864" y="71120"/>
                  </a:lnTo>
                  <a:lnTo>
                    <a:pt x="3437864" y="69850"/>
                  </a:lnTo>
                  <a:lnTo>
                    <a:pt x="3445497" y="69850"/>
                  </a:lnTo>
                  <a:lnTo>
                    <a:pt x="3445497" y="68580"/>
                  </a:lnTo>
                  <a:close/>
                </a:path>
                <a:path w="3526790" h="76200">
                  <a:moveTo>
                    <a:pt x="3458197" y="64770"/>
                  </a:moveTo>
                  <a:lnTo>
                    <a:pt x="26670" y="64770"/>
                  </a:lnTo>
                  <a:lnTo>
                    <a:pt x="26670" y="63500"/>
                  </a:lnTo>
                  <a:lnTo>
                    <a:pt x="22847" y="63500"/>
                  </a:lnTo>
                  <a:lnTo>
                    <a:pt x="22847" y="64770"/>
                  </a:lnTo>
                  <a:lnTo>
                    <a:pt x="19050" y="64770"/>
                  </a:lnTo>
                  <a:lnTo>
                    <a:pt x="19050" y="67310"/>
                  </a:lnTo>
                  <a:lnTo>
                    <a:pt x="3445497" y="67310"/>
                  </a:lnTo>
                  <a:lnTo>
                    <a:pt x="3445497" y="68580"/>
                  </a:lnTo>
                  <a:lnTo>
                    <a:pt x="3456914" y="68580"/>
                  </a:lnTo>
                  <a:lnTo>
                    <a:pt x="3456914" y="67310"/>
                  </a:lnTo>
                  <a:lnTo>
                    <a:pt x="3458197" y="67310"/>
                  </a:lnTo>
                  <a:lnTo>
                    <a:pt x="3458197" y="64770"/>
                  </a:lnTo>
                  <a:close/>
                </a:path>
                <a:path w="3526790" h="76200">
                  <a:moveTo>
                    <a:pt x="3462020" y="62230"/>
                  </a:moveTo>
                  <a:lnTo>
                    <a:pt x="33020" y="62230"/>
                  </a:lnTo>
                  <a:lnTo>
                    <a:pt x="33020" y="60960"/>
                  </a:lnTo>
                  <a:lnTo>
                    <a:pt x="29197" y="60960"/>
                  </a:lnTo>
                  <a:lnTo>
                    <a:pt x="29197" y="62230"/>
                  </a:lnTo>
                  <a:lnTo>
                    <a:pt x="29197" y="63500"/>
                  </a:lnTo>
                  <a:lnTo>
                    <a:pt x="3459467" y="63500"/>
                  </a:lnTo>
                  <a:lnTo>
                    <a:pt x="3459467" y="64770"/>
                  </a:lnTo>
                  <a:lnTo>
                    <a:pt x="3460724" y="64770"/>
                  </a:lnTo>
                  <a:lnTo>
                    <a:pt x="3460724" y="63500"/>
                  </a:lnTo>
                  <a:lnTo>
                    <a:pt x="3462020" y="63500"/>
                  </a:lnTo>
                  <a:lnTo>
                    <a:pt x="3462020" y="62230"/>
                  </a:lnTo>
                  <a:close/>
                </a:path>
                <a:path w="3526790" h="76200">
                  <a:moveTo>
                    <a:pt x="3464547" y="58420"/>
                  </a:moveTo>
                  <a:lnTo>
                    <a:pt x="44450" y="58420"/>
                  </a:lnTo>
                  <a:lnTo>
                    <a:pt x="44450" y="57150"/>
                  </a:lnTo>
                  <a:lnTo>
                    <a:pt x="40627" y="57150"/>
                  </a:lnTo>
                  <a:lnTo>
                    <a:pt x="40627" y="58420"/>
                  </a:lnTo>
                  <a:lnTo>
                    <a:pt x="36830" y="58420"/>
                  </a:lnTo>
                  <a:lnTo>
                    <a:pt x="36830" y="60960"/>
                  </a:lnTo>
                  <a:lnTo>
                    <a:pt x="3462020" y="60960"/>
                  </a:lnTo>
                  <a:lnTo>
                    <a:pt x="3462020" y="62230"/>
                  </a:lnTo>
                  <a:lnTo>
                    <a:pt x="3463264" y="62230"/>
                  </a:lnTo>
                  <a:lnTo>
                    <a:pt x="3463264" y="60960"/>
                  </a:lnTo>
                  <a:lnTo>
                    <a:pt x="3464547" y="60960"/>
                  </a:lnTo>
                  <a:lnTo>
                    <a:pt x="3464547" y="58420"/>
                  </a:lnTo>
                  <a:close/>
                </a:path>
                <a:path w="3526790" h="76200">
                  <a:moveTo>
                    <a:pt x="3469614" y="55880"/>
                  </a:moveTo>
                  <a:lnTo>
                    <a:pt x="52070" y="55880"/>
                  </a:lnTo>
                  <a:lnTo>
                    <a:pt x="52070" y="54610"/>
                  </a:lnTo>
                  <a:lnTo>
                    <a:pt x="48247" y="54610"/>
                  </a:lnTo>
                  <a:lnTo>
                    <a:pt x="48247" y="55880"/>
                  </a:lnTo>
                  <a:lnTo>
                    <a:pt x="48247" y="57150"/>
                  </a:lnTo>
                  <a:lnTo>
                    <a:pt x="3467100" y="57150"/>
                  </a:lnTo>
                  <a:lnTo>
                    <a:pt x="3467100" y="58420"/>
                  </a:lnTo>
                  <a:lnTo>
                    <a:pt x="3468370" y="58420"/>
                  </a:lnTo>
                  <a:lnTo>
                    <a:pt x="3468370" y="57150"/>
                  </a:lnTo>
                  <a:lnTo>
                    <a:pt x="3469614" y="57150"/>
                  </a:lnTo>
                  <a:lnTo>
                    <a:pt x="3469614" y="55880"/>
                  </a:lnTo>
                  <a:close/>
                </a:path>
                <a:path w="3526790" h="76200">
                  <a:moveTo>
                    <a:pt x="3472167" y="52070"/>
                  </a:moveTo>
                  <a:lnTo>
                    <a:pt x="62230" y="52070"/>
                  </a:lnTo>
                  <a:lnTo>
                    <a:pt x="62230" y="50800"/>
                  </a:lnTo>
                  <a:lnTo>
                    <a:pt x="58420" y="50800"/>
                  </a:lnTo>
                  <a:lnTo>
                    <a:pt x="58420" y="52070"/>
                  </a:lnTo>
                  <a:lnTo>
                    <a:pt x="54597" y="52070"/>
                  </a:lnTo>
                  <a:lnTo>
                    <a:pt x="54597" y="54610"/>
                  </a:lnTo>
                  <a:lnTo>
                    <a:pt x="3469614" y="54610"/>
                  </a:lnTo>
                  <a:lnTo>
                    <a:pt x="3469614" y="55880"/>
                  </a:lnTo>
                  <a:lnTo>
                    <a:pt x="3470897" y="55880"/>
                  </a:lnTo>
                  <a:lnTo>
                    <a:pt x="3470897" y="54610"/>
                  </a:lnTo>
                  <a:lnTo>
                    <a:pt x="3472167" y="54610"/>
                  </a:lnTo>
                  <a:lnTo>
                    <a:pt x="3472167" y="52070"/>
                  </a:lnTo>
                  <a:close/>
                </a:path>
                <a:path w="3526790" h="76200">
                  <a:moveTo>
                    <a:pt x="3475964" y="49530"/>
                  </a:moveTo>
                  <a:lnTo>
                    <a:pt x="69850" y="49530"/>
                  </a:lnTo>
                  <a:lnTo>
                    <a:pt x="69850" y="48260"/>
                  </a:lnTo>
                  <a:lnTo>
                    <a:pt x="66027" y="48260"/>
                  </a:lnTo>
                  <a:lnTo>
                    <a:pt x="66027" y="49530"/>
                  </a:lnTo>
                  <a:lnTo>
                    <a:pt x="66027" y="50800"/>
                  </a:lnTo>
                  <a:lnTo>
                    <a:pt x="3473424" y="50800"/>
                  </a:lnTo>
                  <a:lnTo>
                    <a:pt x="3473424" y="52070"/>
                  </a:lnTo>
                  <a:lnTo>
                    <a:pt x="3474720" y="52070"/>
                  </a:lnTo>
                  <a:lnTo>
                    <a:pt x="3474720" y="50800"/>
                  </a:lnTo>
                  <a:lnTo>
                    <a:pt x="3475964" y="50800"/>
                  </a:lnTo>
                  <a:lnTo>
                    <a:pt x="3475964" y="49530"/>
                  </a:lnTo>
                  <a:close/>
                </a:path>
                <a:path w="3526790" h="76200">
                  <a:moveTo>
                    <a:pt x="3478517" y="45720"/>
                  </a:moveTo>
                  <a:lnTo>
                    <a:pt x="81280" y="45720"/>
                  </a:lnTo>
                  <a:lnTo>
                    <a:pt x="81280" y="44450"/>
                  </a:lnTo>
                  <a:lnTo>
                    <a:pt x="77470" y="44450"/>
                  </a:lnTo>
                  <a:lnTo>
                    <a:pt x="77470" y="45720"/>
                  </a:lnTo>
                  <a:lnTo>
                    <a:pt x="73647" y="45720"/>
                  </a:lnTo>
                  <a:lnTo>
                    <a:pt x="73647" y="48260"/>
                  </a:lnTo>
                  <a:lnTo>
                    <a:pt x="3475964" y="48260"/>
                  </a:lnTo>
                  <a:lnTo>
                    <a:pt x="3475964" y="49530"/>
                  </a:lnTo>
                  <a:lnTo>
                    <a:pt x="3477247" y="49530"/>
                  </a:lnTo>
                  <a:lnTo>
                    <a:pt x="3477247" y="48260"/>
                  </a:lnTo>
                  <a:lnTo>
                    <a:pt x="3478517" y="48260"/>
                  </a:lnTo>
                  <a:lnTo>
                    <a:pt x="3478517" y="45720"/>
                  </a:lnTo>
                  <a:close/>
                </a:path>
                <a:path w="3526790" h="76200">
                  <a:moveTo>
                    <a:pt x="3483597" y="43180"/>
                  </a:moveTo>
                  <a:lnTo>
                    <a:pt x="87630" y="43180"/>
                  </a:lnTo>
                  <a:lnTo>
                    <a:pt x="87630" y="41910"/>
                  </a:lnTo>
                  <a:lnTo>
                    <a:pt x="83820" y="41910"/>
                  </a:lnTo>
                  <a:lnTo>
                    <a:pt x="83820" y="43180"/>
                  </a:lnTo>
                  <a:lnTo>
                    <a:pt x="83820" y="44450"/>
                  </a:lnTo>
                  <a:lnTo>
                    <a:pt x="3479774" y="44450"/>
                  </a:lnTo>
                  <a:lnTo>
                    <a:pt x="3479774" y="45720"/>
                  </a:lnTo>
                  <a:lnTo>
                    <a:pt x="3481070" y="45720"/>
                  </a:lnTo>
                  <a:lnTo>
                    <a:pt x="3481070" y="44450"/>
                  </a:lnTo>
                  <a:lnTo>
                    <a:pt x="3483597" y="44450"/>
                  </a:lnTo>
                  <a:lnTo>
                    <a:pt x="3483597" y="43180"/>
                  </a:lnTo>
                  <a:close/>
                </a:path>
                <a:path w="3526790" h="76200">
                  <a:moveTo>
                    <a:pt x="3486150" y="39370"/>
                  </a:moveTo>
                  <a:lnTo>
                    <a:pt x="99047" y="39370"/>
                  </a:lnTo>
                  <a:lnTo>
                    <a:pt x="99047" y="38100"/>
                  </a:lnTo>
                  <a:lnTo>
                    <a:pt x="95250" y="38100"/>
                  </a:lnTo>
                  <a:lnTo>
                    <a:pt x="95250" y="39370"/>
                  </a:lnTo>
                  <a:lnTo>
                    <a:pt x="91427" y="39370"/>
                  </a:lnTo>
                  <a:lnTo>
                    <a:pt x="91427" y="41910"/>
                  </a:lnTo>
                  <a:lnTo>
                    <a:pt x="3483597" y="41910"/>
                  </a:lnTo>
                  <a:lnTo>
                    <a:pt x="3483597" y="43180"/>
                  </a:lnTo>
                  <a:lnTo>
                    <a:pt x="3484867" y="43180"/>
                  </a:lnTo>
                  <a:lnTo>
                    <a:pt x="3484867" y="41910"/>
                  </a:lnTo>
                  <a:lnTo>
                    <a:pt x="3486150" y="41910"/>
                  </a:lnTo>
                  <a:lnTo>
                    <a:pt x="3486150" y="39370"/>
                  </a:lnTo>
                  <a:close/>
                </a:path>
                <a:path w="3526790" h="76200">
                  <a:moveTo>
                    <a:pt x="3489947" y="36830"/>
                  </a:moveTo>
                  <a:lnTo>
                    <a:pt x="106680" y="36830"/>
                  </a:lnTo>
                  <a:lnTo>
                    <a:pt x="106680" y="35560"/>
                  </a:lnTo>
                  <a:lnTo>
                    <a:pt x="102870" y="35560"/>
                  </a:lnTo>
                  <a:lnTo>
                    <a:pt x="102870" y="36830"/>
                  </a:lnTo>
                  <a:lnTo>
                    <a:pt x="102870" y="38100"/>
                  </a:lnTo>
                  <a:lnTo>
                    <a:pt x="3487420" y="38100"/>
                  </a:lnTo>
                  <a:lnTo>
                    <a:pt x="3487420" y="39370"/>
                  </a:lnTo>
                  <a:lnTo>
                    <a:pt x="3488664" y="39370"/>
                  </a:lnTo>
                  <a:lnTo>
                    <a:pt x="3488664" y="38100"/>
                  </a:lnTo>
                  <a:lnTo>
                    <a:pt x="3489947" y="38100"/>
                  </a:lnTo>
                  <a:lnTo>
                    <a:pt x="3489947" y="36830"/>
                  </a:lnTo>
                  <a:close/>
                </a:path>
                <a:path w="3526790" h="76200">
                  <a:moveTo>
                    <a:pt x="3492474" y="33020"/>
                  </a:moveTo>
                  <a:lnTo>
                    <a:pt x="116827" y="33020"/>
                  </a:lnTo>
                  <a:lnTo>
                    <a:pt x="116827" y="31750"/>
                  </a:lnTo>
                  <a:lnTo>
                    <a:pt x="113030" y="31750"/>
                  </a:lnTo>
                  <a:lnTo>
                    <a:pt x="113030" y="33020"/>
                  </a:lnTo>
                  <a:lnTo>
                    <a:pt x="109220" y="33020"/>
                  </a:lnTo>
                  <a:lnTo>
                    <a:pt x="109220" y="35560"/>
                  </a:lnTo>
                  <a:lnTo>
                    <a:pt x="3489947" y="35560"/>
                  </a:lnTo>
                  <a:lnTo>
                    <a:pt x="3489947" y="36830"/>
                  </a:lnTo>
                  <a:lnTo>
                    <a:pt x="3491217" y="36830"/>
                  </a:lnTo>
                  <a:lnTo>
                    <a:pt x="3491217" y="35560"/>
                  </a:lnTo>
                  <a:lnTo>
                    <a:pt x="3492474" y="35560"/>
                  </a:lnTo>
                  <a:lnTo>
                    <a:pt x="3492474" y="33020"/>
                  </a:lnTo>
                  <a:close/>
                </a:path>
                <a:path w="3526790" h="76200">
                  <a:moveTo>
                    <a:pt x="3496297" y="30480"/>
                  </a:moveTo>
                  <a:lnTo>
                    <a:pt x="124447" y="30480"/>
                  </a:lnTo>
                  <a:lnTo>
                    <a:pt x="124447" y="29210"/>
                  </a:lnTo>
                  <a:lnTo>
                    <a:pt x="120650" y="29210"/>
                  </a:lnTo>
                  <a:lnTo>
                    <a:pt x="120650" y="30480"/>
                  </a:lnTo>
                  <a:lnTo>
                    <a:pt x="120650" y="31750"/>
                  </a:lnTo>
                  <a:lnTo>
                    <a:pt x="3493770" y="31750"/>
                  </a:lnTo>
                  <a:lnTo>
                    <a:pt x="3493770" y="33020"/>
                  </a:lnTo>
                  <a:lnTo>
                    <a:pt x="3495014" y="33020"/>
                  </a:lnTo>
                  <a:lnTo>
                    <a:pt x="3495014" y="31750"/>
                  </a:lnTo>
                  <a:lnTo>
                    <a:pt x="3496297" y="31750"/>
                  </a:lnTo>
                  <a:lnTo>
                    <a:pt x="3496297" y="30480"/>
                  </a:lnTo>
                  <a:close/>
                </a:path>
                <a:path w="3526790" h="76200">
                  <a:moveTo>
                    <a:pt x="3500120" y="26670"/>
                  </a:moveTo>
                  <a:lnTo>
                    <a:pt x="135877" y="26670"/>
                  </a:lnTo>
                  <a:lnTo>
                    <a:pt x="135877" y="25400"/>
                  </a:lnTo>
                  <a:lnTo>
                    <a:pt x="132080" y="25400"/>
                  </a:lnTo>
                  <a:lnTo>
                    <a:pt x="132080" y="26670"/>
                  </a:lnTo>
                  <a:lnTo>
                    <a:pt x="128270" y="26670"/>
                  </a:lnTo>
                  <a:lnTo>
                    <a:pt x="128270" y="29210"/>
                  </a:lnTo>
                  <a:lnTo>
                    <a:pt x="3496297" y="29210"/>
                  </a:lnTo>
                  <a:lnTo>
                    <a:pt x="3496297" y="30480"/>
                  </a:lnTo>
                  <a:lnTo>
                    <a:pt x="3497567" y="30480"/>
                  </a:lnTo>
                  <a:lnTo>
                    <a:pt x="3497567" y="29210"/>
                  </a:lnTo>
                  <a:lnTo>
                    <a:pt x="3500120" y="29210"/>
                  </a:lnTo>
                  <a:lnTo>
                    <a:pt x="3500120" y="26670"/>
                  </a:lnTo>
                  <a:close/>
                </a:path>
                <a:path w="3526790" h="76200">
                  <a:moveTo>
                    <a:pt x="3503917" y="24130"/>
                  </a:moveTo>
                  <a:lnTo>
                    <a:pt x="142227" y="24130"/>
                  </a:lnTo>
                  <a:lnTo>
                    <a:pt x="142227" y="22860"/>
                  </a:lnTo>
                  <a:lnTo>
                    <a:pt x="138430" y="22860"/>
                  </a:lnTo>
                  <a:lnTo>
                    <a:pt x="138430" y="24130"/>
                  </a:lnTo>
                  <a:lnTo>
                    <a:pt x="138430" y="25400"/>
                  </a:lnTo>
                  <a:lnTo>
                    <a:pt x="3501364" y="25400"/>
                  </a:lnTo>
                  <a:lnTo>
                    <a:pt x="3501364" y="26670"/>
                  </a:lnTo>
                  <a:lnTo>
                    <a:pt x="3502647" y="26670"/>
                  </a:lnTo>
                  <a:lnTo>
                    <a:pt x="3502647" y="25400"/>
                  </a:lnTo>
                  <a:lnTo>
                    <a:pt x="3503917" y="25400"/>
                  </a:lnTo>
                  <a:lnTo>
                    <a:pt x="3503917" y="24130"/>
                  </a:lnTo>
                  <a:close/>
                </a:path>
                <a:path w="3526790" h="76200">
                  <a:moveTo>
                    <a:pt x="3506470" y="20320"/>
                  </a:moveTo>
                  <a:lnTo>
                    <a:pt x="153670" y="20320"/>
                  </a:lnTo>
                  <a:lnTo>
                    <a:pt x="153670" y="19050"/>
                  </a:lnTo>
                  <a:lnTo>
                    <a:pt x="149847" y="19050"/>
                  </a:lnTo>
                  <a:lnTo>
                    <a:pt x="149847" y="20320"/>
                  </a:lnTo>
                  <a:lnTo>
                    <a:pt x="146050" y="20320"/>
                  </a:lnTo>
                  <a:lnTo>
                    <a:pt x="146050" y="22860"/>
                  </a:lnTo>
                  <a:lnTo>
                    <a:pt x="3503917" y="22860"/>
                  </a:lnTo>
                  <a:lnTo>
                    <a:pt x="3503917" y="24130"/>
                  </a:lnTo>
                  <a:lnTo>
                    <a:pt x="3505200" y="24130"/>
                  </a:lnTo>
                  <a:lnTo>
                    <a:pt x="3505200" y="22860"/>
                  </a:lnTo>
                  <a:lnTo>
                    <a:pt x="3506470" y="22860"/>
                  </a:lnTo>
                  <a:lnTo>
                    <a:pt x="3506470" y="20320"/>
                  </a:lnTo>
                  <a:close/>
                </a:path>
                <a:path w="3526790" h="76200">
                  <a:moveTo>
                    <a:pt x="3510267" y="17780"/>
                  </a:moveTo>
                  <a:lnTo>
                    <a:pt x="161277" y="17780"/>
                  </a:lnTo>
                  <a:lnTo>
                    <a:pt x="161277" y="16510"/>
                  </a:lnTo>
                  <a:lnTo>
                    <a:pt x="157480" y="16510"/>
                  </a:lnTo>
                  <a:lnTo>
                    <a:pt x="157480" y="17780"/>
                  </a:lnTo>
                  <a:lnTo>
                    <a:pt x="157480" y="19050"/>
                  </a:lnTo>
                  <a:lnTo>
                    <a:pt x="3507714" y="19050"/>
                  </a:lnTo>
                  <a:lnTo>
                    <a:pt x="3507714" y="20320"/>
                  </a:lnTo>
                  <a:lnTo>
                    <a:pt x="3508997" y="20320"/>
                  </a:lnTo>
                  <a:lnTo>
                    <a:pt x="3508997" y="19050"/>
                  </a:lnTo>
                  <a:lnTo>
                    <a:pt x="3510267" y="19050"/>
                  </a:lnTo>
                  <a:lnTo>
                    <a:pt x="3510267" y="17780"/>
                  </a:lnTo>
                  <a:close/>
                </a:path>
                <a:path w="3526790" h="76200">
                  <a:moveTo>
                    <a:pt x="3512820" y="13970"/>
                  </a:moveTo>
                  <a:lnTo>
                    <a:pt x="171450" y="13970"/>
                  </a:lnTo>
                  <a:lnTo>
                    <a:pt x="171450" y="12700"/>
                  </a:lnTo>
                  <a:lnTo>
                    <a:pt x="167627" y="12700"/>
                  </a:lnTo>
                  <a:lnTo>
                    <a:pt x="167627" y="13970"/>
                  </a:lnTo>
                  <a:lnTo>
                    <a:pt x="165100" y="13970"/>
                  </a:lnTo>
                  <a:lnTo>
                    <a:pt x="165100" y="16510"/>
                  </a:lnTo>
                  <a:lnTo>
                    <a:pt x="3510267" y="16510"/>
                  </a:lnTo>
                  <a:lnTo>
                    <a:pt x="3510267" y="17780"/>
                  </a:lnTo>
                  <a:lnTo>
                    <a:pt x="3511550" y="17780"/>
                  </a:lnTo>
                  <a:lnTo>
                    <a:pt x="3511550" y="16510"/>
                  </a:lnTo>
                  <a:lnTo>
                    <a:pt x="3512820" y="16510"/>
                  </a:lnTo>
                  <a:lnTo>
                    <a:pt x="3512820" y="13970"/>
                  </a:lnTo>
                  <a:close/>
                </a:path>
                <a:path w="3526790" h="76200">
                  <a:moveTo>
                    <a:pt x="3517874" y="11430"/>
                  </a:moveTo>
                  <a:lnTo>
                    <a:pt x="179070" y="11430"/>
                  </a:lnTo>
                  <a:lnTo>
                    <a:pt x="179070" y="10160"/>
                  </a:lnTo>
                  <a:lnTo>
                    <a:pt x="175247" y="10160"/>
                  </a:lnTo>
                  <a:lnTo>
                    <a:pt x="175247" y="11430"/>
                  </a:lnTo>
                  <a:lnTo>
                    <a:pt x="175247" y="12700"/>
                  </a:lnTo>
                  <a:lnTo>
                    <a:pt x="3514064" y="12700"/>
                  </a:lnTo>
                  <a:lnTo>
                    <a:pt x="3514064" y="13970"/>
                  </a:lnTo>
                  <a:lnTo>
                    <a:pt x="3516617" y="13970"/>
                  </a:lnTo>
                  <a:lnTo>
                    <a:pt x="3516617" y="12700"/>
                  </a:lnTo>
                  <a:lnTo>
                    <a:pt x="3517874" y="12700"/>
                  </a:lnTo>
                  <a:lnTo>
                    <a:pt x="3517874" y="11430"/>
                  </a:lnTo>
                  <a:close/>
                </a:path>
                <a:path w="3526790" h="76200">
                  <a:moveTo>
                    <a:pt x="3520414" y="7620"/>
                  </a:moveTo>
                  <a:lnTo>
                    <a:pt x="190500" y="7620"/>
                  </a:lnTo>
                  <a:lnTo>
                    <a:pt x="190500" y="6350"/>
                  </a:lnTo>
                  <a:lnTo>
                    <a:pt x="186677" y="6350"/>
                  </a:lnTo>
                  <a:lnTo>
                    <a:pt x="186677" y="7620"/>
                  </a:lnTo>
                  <a:lnTo>
                    <a:pt x="182880" y="7620"/>
                  </a:lnTo>
                  <a:lnTo>
                    <a:pt x="182880" y="10160"/>
                  </a:lnTo>
                  <a:lnTo>
                    <a:pt x="3517874" y="10160"/>
                  </a:lnTo>
                  <a:lnTo>
                    <a:pt x="3517874" y="11430"/>
                  </a:lnTo>
                  <a:lnTo>
                    <a:pt x="3519170" y="11430"/>
                  </a:lnTo>
                  <a:lnTo>
                    <a:pt x="3519170" y="10160"/>
                  </a:lnTo>
                  <a:lnTo>
                    <a:pt x="3520414" y="10160"/>
                  </a:lnTo>
                  <a:lnTo>
                    <a:pt x="3520414" y="7620"/>
                  </a:lnTo>
                  <a:close/>
                </a:path>
                <a:path w="3526790" h="76200">
                  <a:moveTo>
                    <a:pt x="3524250" y="5080"/>
                  </a:moveTo>
                  <a:lnTo>
                    <a:pt x="196850" y="5080"/>
                  </a:lnTo>
                  <a:lnTo>
                    <a:pt x="196850" y="3810"/>
                  </a:lnTo>
                  <a:lnTo>
                    <a:pt x="193027" y="3810"/>
                  </a:lnTo>
                  <a:lnTo>
                    <a:pt x="193027" y="5080"/>
                  </a:lnTo>
                  <a:lnTo>
                    <a:pt x="193027" y="6350"/>
                  </a:lnTo>
                  <a:lnTo>
                    <a:pt x="3521697" y="6350"/>
                  </a:lnTo>
                  <a:lnTo>
                    <a:pt x="3521697" y="7620"/>
                  </a:lnTo>
                  <a:lnTo>
                    <a:pt x="3522967" y="7620"/>
                  </a:lnTo>
                  <a:lnTo>
                    <a:pt x="3522967" y="6350"/>
                  </a:lnTo>
                  <a:lnTo>
                    <a:pt x="3524250" y="6350"/>
                  </a:lnTo>
                  <a:lnTo>
                    <a:pt x="3524250" y="5080"/>
                  </a:lnTo>
                  <a:close/>
                </a:path>
                <a:path w="3526790" h="76200">
                  <a:moveTo>
                    <a:pt x="3526764" y="1270"/>
                  </a:moveTo>
                  <a:lnTo>
                    <a:pt x="208280" y="1270"/>
                  </a:lnTo>
                  <a:lnTo>
                    <a:pt x="208280" y="0"/>
                  </a:lnTo>
                  <a:lnTo>
                    <a:pt x="204470" y="0"/>
                  </a:lnTo>
                  <a:lnTo>
                    <a:pt x="204470" y="1270"/>
                  </a:lnTo>
                  <a:lnTo>
                    <a:pt x="200647" y="1270"/>
                  </a:lnTo>
                  <a:lnTo>
                    <a:pt x="200647" y="3810"/>
                  </a:lnTo>
                  <a:lnTo>
                    <a:pt x="3524250" y="3810"/>
                  </a:lnTo>
                  <a:lnTo>
                    <a:pt x="3524250" y="5080"/>
                  </a:lnTo>
                  <a:lnTo>
                    <a:pt x="3525520" y="5080"/>
                  </a:lnTo>
                  <a:lnTo>
                    <a:pt x="3525520" y="3810"/>
                  </a:lnTo>
                  <a:lnTo>
                    <a:pt x="3526764" y="3810"/>
                  </a:lnTo>
                  <a:lnTo>
                    <a:pt x="3526764" y="1270"/>
                  </a:lnTo>
                  <a:close/>
                </a:path>
              </a:pathLst>
            </a:custGeom>
            <a:solidFill>
              <a:srgbClr val="AA4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5488927" y="1637042"/>
              <a:ext cx="3329940" cy="10160"/>
            </a:xfrm>
            <a:custGeom>
              <a:avLst/>
              <a:gdLst/>
              <a:ahLst/>
              <a:cxnLst/>
              <a:rect l="l" t="t" r="r" b="b"/>
              <a:pathLst>
                <a:path w="3329940" h="10160">
                  <a:moveTo>
                    <a:pt x="3810" y="5067"/>
                  </a:moveTo>
                  <a:lnTo>
                    <a:pt x="0" y="5067"/>
                  </a:lnTo>
                  <a:lnTo>
                    <a:pt x="0" y="6350"/>
                  </a:lnTo>
                  <a:lnTo>
                    <a:pt x="3810" y="6350"/>
                  </a:lnTo>
                  <a:lnTo>
                    <a:pt x="3810" y="5067"/>
                  </a:lnTo>
                  <a:close/>
                </a:path>
                <a:path w="3329940" h="10160">
                  <a:moveTo>
                    <a:pt x="3321050" y="8890"/>
                  </a:moveTo>
                  <a:lnTo>
                    <a:pt x="3319780" y="8890"/>
                  </a:lnTo>
                  <a:lnTo>
                    <a:pt x="3319780" y="10160"/>
                  </a:lnTo>
                  <a:lnTo>
                    <a:pt x="3321050" y="10160"/>
                  </a:lnTo>
                  <a:lnTo>
                    <a:pt x="3321050" y="8890"/>
                  </a:lnTo>
                  <a:close/>
                </a:path>
                <a:path w="3329940" h="10160">
                  <a:moveTo>
                    <a:pt x="3327400" y="3810"/>
                  </a:moveTo>
                  <a:lnTo>
                    <a:pt x="11430" y="3810"/>
                  </a:lnTo>
                  <a:lnTo>
                    <a:pt x="11430" y="2540"/>
                  </a:lnTo>
                  <a:lnTo>
                    <a:pt x="7607" y="2540"/>
                  </a:lnTo>
                  <a:lnTo>
                    <a:pt x="7607" y="3810"/>
                  </a:lnTo>
                  <a:lnTo>
                    <a:pt x="7607" y="5080"/>
                  </a:lnTo>
                  <a:lnTo>
                    <a:pt x="3323577" y="5080"/>
                  </a:lnTo>
                  <a:lnTo>
                    <a:pt x="3323577" y="6350"/>
                  </a:lnTo>
                  <a:lnTo>
                    <a:pt x="3324847" y="6350"/>
                  </a:lnTo>
                  <a:lnTo>
                    <a:pt x="3324847" y="5080"/>
                  </a:lnTo>
                  <a:lnTo>
                    <a:pt x="3327400" y="5080"/>
                  </a:lnTo>
                  <a:lnTo>
                    <a:pt x="3327400" y="3810"/>
                  </a:lnTo>
                  <a:close/>
                </a:path>
                <a:path w="3329940" h="10160">
                  <a:moveTo>
                    <a:pt x="3329927" y="0"/>
                  </a:moveTo>
                  <a:lnTo>
                    <a:pt x="15227" y="0"/>
                  </a:lnTo>
                  <a:lnTo>
                    <a:pt x="15227" y="2540"/>
                  </a:lnTo>
                  <a:lnTo>
                    <a:pt x="3327400" y="2540"/>
                  </a:lnTo>
                  <a:lnTo>
                    <a:pt x="3327400" y="3810"/>
                  </a:lnTo>
                  <a:lnTo>
                    <a:pt x="3328644" y="3810"/>
                  </a:lnTo>
                  <a:lnTo>
                    <a:pt x="3328644" y="2540"/>
                  </a:lnTo>
                  <a:lnTo>
                    <a:pt x="3329927" y="2540"/>
                  </a:lnTo>
                  <a:lnTo>
                    <a:pt x="3329927" y="0"/>
                  </a:lnTo>
                  <a:close/>
                </a:path>
              </a:pathLst>
            </a:custGeom>
            <a:solidFill>
              <a:srgbClr val="AA4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4" name="object 284"/>
          <p:cNvGrpSpPr/>
          <p:nvPr/>
        </p:nvGrpSpPr>
        <p:grpSpPr>
          <a:xfrm>
            <a:off x="5060939" y="1799589"/>
            <a:ext cx="3138170" cy="88900"/>
            <a:chOff x="5060939" y="1799589"/>
            <a:chExt cx="3138170" cy="88900"/>
          </a:xfrm>
        </p:grpSpPr>
        <p:sp>
          <p:nvSpPr>
            <p:cNvPr id="285" name="object 285"/>
            <p:cNvSpPr/>
            <p:nvPr/>
          </p:nvSpPr>
          <p:spPr>
            <a:xfrm>
              <a:off x="5060937" y="1799602"/>
              <a:ext cx="3138170" cy="81280"/>
            </a:xfrm>
            <a:custGeom>
              <a:avLst/>
              <a:gdLst/>
              <a:ahLst/>
              <a:cxnLst/>
              <a:rect l="l" t="t" r="r" b="b"/>
              <a:pathLst>
                <a:path w="3138170" h="81280">
                  <a:moveTo>
                    <a:pt x="5067" y="33020"/>
                  </a:moveTo>
                  <a:lnTo>
                    <a:pt x="0" y="33020"/>
                  </a:lnTo>
                  <a:lnTo>
                    <a:pt x="0" y="34290"/>
                  </a:lnTo>
                  <a:lnTo>
                    <a:pt x="5067" y="34290"/>
                  </a:lnTo>
                  <a:lnTo>
                    <a:pt x="5067" y="33020"/>
                  </a:lnTo>
                  <a:close/>
                </a:path>
                <a:path w="3138170" h="81280">
                  <a:moveTo>
                    <a:pt x="5067" y="30480"/>
                  </a:moveTo>
                  <a:lnTo>
                    <a:pt x="2540" y="30480"/>
                  </a:lnTo>
                  <a:lnTo>
                    <a:pt x="2540" y="31750"/>
                  </a:lnTo>
                  <a:lnTo>
                    <a:pt x="5067" y="31750"/>
                  </a:lnTo>
                  <a:lnTo>
                    <a:pt x="5067" y="30480"/>
                  </a:lnTo>
                  <a:close/>
                </a:path>
                <a:path w="3138170" h="81280">
                  <a:moveTo>
                    <a:pt x="29197" y="36830"/>
                  </a:moveTo>
                  <a:lnTo>
                    <a:pt x="21590" y="36830"/>
                  </a:lnTo>
                  <a:lnTo>
                    <a:pt x="21590" y="38100"/>
                  </a:lnTo>
                  <a:lnTo>
                    <a:pt x="29197" y="38100"/>
                  </a:lnTo>
                  <a:lnTo>
                    <a:pt x="29197" y="36830"/>
                  </a:lnTo>
                  <a:close/>
                </a:path>
                <a:path w="3138170" h="81280">
                  <a:moveTo>
                    <a:pt x="49517" y="7620"/>
                  </a:moveTo>
                  <a:lnTo>
                    <a:pt x="46990" y="7620"/>
                  </a:lnTo>
                  <a:lnTo>
                    <a:pt x="46990" y="8890"/>
                  </a:lnTo>
                  <a:lnTo>
                    <a:pt x="49517" y="8890"/>
                  </a:lnTo>
                  <a:lnTo>
                    <a:pt x="49517" y="7620"/>
                  </a:lnTo>
                  <a:close/>
                </a:path>
                <a:path w="3138170" h="81280">
                  <a:moveTo>
                    <a:pt x="2435974" y="78727"/>
                  </a:moveTo>
                  <a:lnTo>
                    <a:pt x="2334399" y="78727"/>
                  </a:lnTo>
                  <a:lnTo>
                    <a:pt x="2334399" y="81267"/>
                  </a:lnTo>
                  <a:lnTo>
                    <a:pt x="2435974" y="81267"/>
                  </a:lnTo>
                  <a:lnTo>
                    <a:pt x="2435974" y="78727"/>
                  </a:lnTo>
                  <a:close/>
                </a:path>
                <a:path w="3138170" h="81280">
                  <a:moveTo>
                    <a:pt x="2435974" y="76200"/>
                  </a:moveTo>
                  <a:lnTo>
                    <a:pt x="2334399" y="76200"/>
                  </a:lnTo>
                  <a:lnTo>
                    <a:pt x="2334399" y="77457"/>
                  </a:lnTo>
                  <a:lnTo>
                    <a:pt x="2435974" y="77457"/>
                  </a:lnTo>
                  <a:lnTo>
                    <a:pt x="2435974" y="76200"/>
                  </a:lnTo>
                  <a:close/>
                </a:path>
                <a:path w="3138170" h="81280">
                  <a:moveTo>
                    <a:pt x="2435974" y="72377"/>
                  </a:moveTo>
                  <a:lnTo>
                    <a:pt x="2334399" y="72377"/>
                  </a:lnTo>
                  <a:lnTo>
                    <a:pt x="2334399" y="74917"/>
                  </a:lnTo>
                  <a:lnTo>
                    <a:pt x="2435974" y="74917"/>
                  </a:lnTo>
                  <a:lnTo>
                    <a:pt x="2435974" y="72377"/>
                  </a:lnTo>
                  <a:close/>
                </a:path>
                <a:path w="3138170" h="81280">
                  <a:moveTo>
                    <a:pt x="2435974" y="69850"/>
                  </a:moveTo>
                  <a:lnTo>
                    <a:pt x="2334399" y="69850"/>
                  </a:lnTo>
                  <a:lnTo>
                    <a:pt x="2334399" y="71107"/>
                  </a:lnTo>
                  <a:lnTo>
                    <a:pt x="2435974" y="71107"/>
                  </a:lnTo>
                  <a:lnTo>
                    <a:pt x="2435974" y="69850"/>
                  </a:lnTo>
                  <a:close/>
                </a:path>
                <a:path w="3138170" h="81280">
                  <a:moveTo>
                    <a:pt x="2435974" y="66027"/>
                  </a:moveTo>
                  <a:lnTo>
                    <a:pt x="2334399" y="66027"/>
                  </a:lnTo>
                  <a:lnTo>
                    <a:pt x="2334399" y="68567"/>
                  </a:lnTo>
                  <a:lnTo>
                    <a:pt x="2435974" y="68567"/>
                  </a:lnTo>
                  <a:lnTo>
                    <a:pt x="2435974" y="66027"/>
                  </a:lnTo>
                  <a:close/>
                </a:path>
                <a:path w="3138170" h="81280">
                  <a:moveTo>
                    <a:pt x="2435974" y="63500"/>
                  </a:moveTo>
                  <a:lnTo>
                    <a:pt x="2334399" y="63500"/>
                  </a:lnTo>
                  <a:lnTo>
                    <a:pt x="2334399" y="64757"/>
                  </a:lnTo>
                  <a:lnTo>
                    <a:pt x="2435974" y="64757"/>
                  </a:lnTo>
                  <a:lnTo>
                    <a:pt x="2435974" y="63500"/>
                  </a:lnTo>
                  <a:close/>
                </a:path>
                <a:path w="3138170" h="81280">
                  <a:moveTo>
                    <a:pt x="2435974" y="59677"/>
                  </a:moveTo>
                  <a:lnTo>
                    <a:pt x="2334399" y="59677"/>
                  </a:lnTo>
                  <a:lnTo>
                    <a:pt x="2334399" y="62217"/>
                  </a:lnTo>
                  <a:lnTo>
                    <a:pt x="2435974" y="62217"/>
                  </a:lnTo>
                  <a:lnTo>
                    <a:pt x="2435974" y="59677"/>
                  </a:lnTo>
                  <a:close/>
                </a:path>
                <a:path w="3138170" h="81280">
                  <a:moveTo>
                    <a:pt x="2435974" y="57137"/>
                  </a:moveTo>
                  <a:lnTo>
                    <a:pt x="2334399" y="57137"/>
                  </a:lnTo>
                  <a:lnTo>
                    <a:pt x="2334399" y="58407"/>
                  </a:lnTo>
                  <a:lnTo>
                    <a:pt x="2435974" y="58407"/>
                  </a:lnTo>
                  <a:lnTo>
                    <a:pt x="2435974" y="57137"/>
                  </a:lnTo>
                  <a:close/>
                </a:path>
                <a:path w="3138170" h="81280">
                  <a:moveTo>
                    <a:pt x="2435974" y="53327"/>
                  </a:moveTo>
                  <a:lnTo>
                    <a:pt x="2334399" y="53327"/>
                  </a:lnTo>
                  <a:lnTo>
                    <a:pt x="2334399" y="55867"/>
                  </a:lnTo>
                  <a:lnTo>
                    <a:pt x="2435974" y="55867"/>
                  </a:lnTo>
                  <a:lnTo>
                    <a:pt x="2435974" y="53327"/>
                  </a:lnTo>
                  <a:close/>
                </a:path>
                <a:path w="3138170" h="81280">
                  <a:moveTo>
                    <a:pt x="2966720" y="46990"/>
                  </a:moveTo>
                  <a:lnTo>
                    <a:pt x="2957817" y="46990"/>
                  </a:lnTo>
                  <a:lnTo>
                    <a:pt x="2957817" y="49530"/>
                  </a:lnTo>
                  <a:lnTo>
                    <a:pt x="2957817" y="50787"/>
                  </a:lnTo>
                  <a:lnTo>
                    <a:pt x="111747" y="50787"/>
                  </a:lnTo>
                  <a:lnTo>
                    <a:pt x="111747" y="49530"/>
                  </a:lnTo>
                  <a:lnTo>
                    <a:pt x="2957817" y="49530"/>
                  </a:lnTo>
                  <a:lnTo>
                    <a:pt x="2957817" y="46990"/>
                  </a:lnTo>
                  <a:lnTo>
                    <a:pt x="95250" y="46990"/>
                  </a:lnTo>
                  <a:lnTo>
                    <a:pt x="95250" y="49530"/>
                  </a:lnTo>
                  <a:lnTo>
                    <a:pt x="102870" y="49530"/>
                  </a:lnTo>
                  <a:lnTo>
                    <a:pt x="102870" y="50800"/>
                  </a:lnTo>
                  <a:lnTo>
                    <a:pt x="111747" y="50800"/>
                  </a:lnTo>
                  <a:lnTo>
                    <a:pt x="111747" y="51168"/>
                  </a:lnTo>
                  <a:lnTo>
                    <a:pt x="111747" y="52057"/>
                  </a:lnTo>
                  <a:lnTo>
                    <a:pt x="2435974" y="52057"/>
                  </a:lnTo>
                  <a:lnTo>
                    <a:pt x="2435974" y="51168"/>
                  </a:lnTo>
                  <a:lnTo>
                    <a:pt x="2957817" y="51168"/>
                  </a:lnTo>
                  <a:lnTo>
                    <a:pt x="2957817" y="50800"/>
                  </a:lnTo>
                  <a:lnTo>
                    <a:pt x="2962884" y="50800"/>
                  </a:lnTo>
                  <a:lnTo>
                    <a:pt x="2962884" y="49530"/>
                  </a:lnTo>
                  <a:lnTo>
                    <a:pt x="2966720" y="49530"/>
                  </a:lnTo>
                  <a:lnTo>
                    <a:pt x="2966720" y="46990"/>
                  </a:lnTo>
                  <a:close/>
                </a:path>
                <a:path w="3138170" h="81280">
                  <a:moveTo>
                    <a:pt x="2980690" y="44450"/>
                  </a:moveTo>
                  <a:lnTo>
                    <a:pt x="69850" y="44450"/>
                  </a:lnTo>
                  <a:lnTo>
                    <a:pt x="69850" y="45720"/>
                  </a:lnTo>
                  <a:lnTo>
                    <a:pt x="78740" y="45720"/>
                  </a:lnTo>
                  <a:lnTo>
                    <a:pt x="78740" y="46990"/>
                  </a:lnTo>
                  <a:lnTo>
                    <a:pt x="86347" y="46990"/>
                  </a:lnTo>
                  <a:lnTo>
                    <a:pt x="86347" y="45720"/>
                  </a:lnTo>
                  <a:lnTo>
                    <a:pt x="2971787" y="45720"/>
                  </a:lnTo>
                  <a:lnTo>
                    <a:pt x="2971787" y="46990"/>
                  </a:lnTo>
                  <a:lnTo>
                    <a:pt x="2975584" y="46990"/>
                  </a:lnTo>
                  <a:lnTo>
                    <a:pt x="2975584" y="45720"/>
                  </a:lnTo>
                  <a:lnTo>
                    <a:pt x="2980690" y="45720"/>
                  </a:lnTo>
                  <a:lnTo>
                    <a:pt x="2980690" y="44450"/>
                  </a:lnTo>
                  <a:close/>
                </a:path>
                <a:path w="3138170" h="81280">
                  <a:moveTo>
                    <a:pt x="2984487" y="43167"/>
                  </a:moveTo>
                  <a:lnTo>
                    <a:pt x="2980690" y="43167"/>
                  </a:lnTo>
                  <a:lnTo>
                    <a:pt x="2980690" y="44437"/>
                  </a:lnTo>
                  <a:lnTo>
                    <a:pt x="2984487" y="44437"/>
                  </a:lnTo>
                  <a:lnTo>
                    <a:pt x="2984487" y="43167"/>
                  </a:lnTo>
                  <a:close/>
                </a:path>
                <a:path w="3138170" h="81280">
                  <a:moveTo>
                    <a:pt x="3007334" y="36830"/>
                  </a:moveTo>
                  <a:lnTo>
                    <a:pt x="3003537" y="36830"/>
                  </a:lnTo>
                  <a:lnTo>
                    <a:pt x="3003537" y="38100"/>
                  </a:lnTo>
                  <a:lnTo>
                    <a:pt x="3007334" y="38100"/>
                  </a:lnTo>
                  <a:lnTo>
                    <a:pt x="3007334" y="36830"/>
                  </a:lnTo>
                  <a:close/>
                </a:path>
                <a:path w="3138170" h="81280">
                  <a:moveTo>
                    <a:pt x="3034017" y="27940"/>
                  </a:moveTo>
                  <a:lnTo>
                    <a:pt x="12700" y="27940"/>
                  </a:lnTo>
                  <a:lnTo>
                    <a:pt x="12700" y="26670"/>
                  </a:lnTo>
                  <a:lnTo>
                    <a:pt x="10147" y="26670"/>
                  </a:lnTo>
                  <a:lnTo>
                    <a:pt x="10147" y="27940"/>
                  </a:lnTo>
                  <a:lnTo>
                    <a:pt x="7620" y="27940"/>
                  </a:lnTo>
                  <a:lnTo>
                    <a:pt x="7620" y="30480"/>
                  </a:lnTo>
                  <a:lnTo>
                    <a:pt x="3034017" y="30480"/>
                  </a:lnTo>
                  <a:lnTo>
                    <a:pt x="3034017" y="27940"/>
                  </a:lnTo>
                  <a:close/>
                </a:path>
                <a:path w="3138170" h="81280">
                  <a:moveTo>
                    <a:pt x="3047987" y="25400"/>
                  </a:moveTo>
                  <a:lnTo>
                    <a:pt x="17767" y="25400"/>
                  </a:lnTo>
                  <a:lnTo>
                    <a:pt x="17767" y="24130"/>
                  </a:lnTo>
                  <a:lnTo>
                    <a:pt x="15240" y="24130"/>
                  </a:lnTo>
                  <a:lnTo>
                    <a:pt x="15240" y="25400"/>
                  </a:lnTo>
                  <a:lnTo>
                    <a:pt x="15240" y="26670"/>
                  </a:lnTo>
                  <a:lnTo>
                    <a:pt x="3039084" y="26670"/>
                  </a:lnTo>
                  <a:lnTo>
                    <a:pt x="3039084" y="27940"/>
                  </a:lnTo>
                  <a:lnTo>
                    <a:pt x="3042920" y="27940"/>
                  </a:lnTo>
                  <a:lnTo>
                    <a:pt x="3042920" y="26670"/>
                  </a:lnTo>
                  <a:lnTo>
                    <a:pt x="3047987" y="26670"/>
                  </a:lnTo>
                  <a:lnTo>
                    <a:pt x="3047987" y="25400"/>
                  </a:lnTo>
                  <a:close/>
                </a:path>
                <a:path w="3138170" h="81280">
                  <a:moveTo>
                    <a:pt x="3056890" y="21590"/>
                  </a:moveTo>
                  <a:lnTo>
                    <a:pt x="25400" y="21590"/>
                  </a:lnTo>
                  <a:lnTo>
                    <a:pt x="25400" y="20320"/>
                  </a:lnTo>
                  <a:lnTo>
                    <a:pt x="22847" y="20320"/>
                  </a:lnTo>
                  <a:lnTo>
                    <a:pt x="22847" y="21590"/>
                  </a:lnTo>
                  <a:lnTo>
                    <a:pt x="20320" y="21590"/>
                  </a:lnTo>
                  <a:lnTo>
                    <a:pt x="20320" y="24130"/>
                  </a:lnTo>
                  <a:lnTo>
                    <a:pt x="3047987" y="24130"/>
                  </a:lnTo>
                  <a:lnTo>
                    <a:pt x="3047987" y="25400"/>
                  </a:lnTo>
                  <a:lnTo>
                    <a:pt x="3051784" y="25400"/>
                  </a:lnTo>
                  <a:lnTo>
                    <a:pt x="3051784" y="24130"/>
                  </a:lnTo>
                  <a:lnTo>
                    <a:pt x="3056890" y="24130"/>
                  </a:lnTo>
                  <a:lnTo>
                    <a:pt x="3056890" y="21590"/>
                  </a:lnTo>
                  <a:close/>
                </a:path>
                <a:path w="3138170" h="81280">
                  <a:moveTo>
                    <a:pt x="3070834" y="19050"/>
                  </a:moveTo>
                  <a:lnTo>
                    <a:pt x="30467" y="19050"/>
                  </a:lnTo>
                  <a:lnTo>
                    <a:pt x="30467" y="17780"/>
                  </a:lnTo>
                  <a:lnTo>
                    <a:pt x="27940" y="17780"/>
                  </a:lnTo>
                  <a:lnTo>
                    <a:pt x="27940" y="19050"/>
                  </a:lnTo>
                  <a:lnTo>
                    <a:pt x="27940" y="20320"/>
                  </a:lnTo>
                  <a:lnTo>
                    <a:pt x="3061970" y="20320"/>
                  </a:lnTo>
                  <a:lnTo>
                    <a:pt x="3061970" y="21590"/>
                  </a:lnTo>
                  <a:lnTo>
                    <a:pt x="3065767" y="21590"/>
                  </a:lnTo>
                  <a:lnTo>
                    <a:pt x="3065767" y="20320"/>
                  </a:lnTo>
                  <a:lnTo>
                    <a:pt x="3070834" y="20320"/>
                  </a:lnTo>
                  <a:lnTo>
                    <a:pt x="3070834" y="19050"/>
                  </a:lnTo>
                  <a:close/>
                </a:path>
                <a:path w="3138170" h="81280">
                  <a:moveTo>
                    <a:pt x="3079737" y="15240"/>
                  </a:moveTo>
                  <a:lnTo>
                    <a:pt x="36817" y="15240"/>
                  </a:lnTo>
                  <a:lnTo>
                    <a:pt x="36817" y="13970"/>
                  </a:lnTo>
                  <a:lnTo>
                    <a:pt x="34290" y="13970"/>
                  </a:lnTo>
                  <a:lnTo>
                    <a:pt x="34290" y="15240"/>
                  </a:lnTo>
                  <a:lnTo>
                    <a:pt x="33020" y="15240"/>
                  </a:lnTo>
                  <a:lnTo>
                    <a:pt x="33020" y="17780"/>
                  </a:lnTo>
                  <a:lnTo>
                    <a:pt x="3070834" y="17780"/>
                  </a:lnTo>
                  <a:lnTo>
                    <a:pt x="3070834" y="19050"/>
                  </a:lnTo>
                  <a:lnTo>
                    <a:pt x="3074644" y="19050"/>
                  </a:lnTo>
                  <a:lnTo>
                    <a:pt x="3074644" y="17780"/>
                  </a:lnTo>
                  <a:lnTo>
                    <a:pt x="3079737" y="17780"/>
                  </a:lnTo>
                  <a:lnTo>
                    <a:pt x="3079737" y="15240"/>
                  </a:lnTo>
                  <a:close/>
                </a:path>
                <a:path w="3138170" h="81280">
                  <a:moveTo>
                    <a:pt x="3092437" y="12700"/>
                  </a:moveTo>
                  <a:lnTo>
                    <a:pt x="41897" y="12700"/>
                  </a:lnTo>
                  <a:lnTo>
                    <a:pt x="41897" y="11430"/>
                  </a:lnTo>
                  <a:lnTo>
                    <a:pt x="39370" y="11430"/>
                  </a:lnTo>
                  <a:lnTo>
                    <a:pt x="39370" y="12700"/>
                  </a:lnTo>
                  <a:lnTo>
                    <a:pt x="39370" y="13970"/>
                  </a:lnTo>
                  <a:lnTo>
                    <a:pt x="3083534" y="13970"/>
                  </a:lnTo>
                  <a:lnTo>
                    <a:pt x="3083534" y="15240"/>
                  </a:lnTo>
                  <a:lnTo>
                    <a:pt x="3088640" y="15240"/>
                  </a:lnTo>
                  <a:lnTo>
                    <a:pt x="3088640" y="13970"/>
                  </a:lnTo>
                  <a:lnTo>
                    <a:pt x="3092437" y="13970"/>
                  </a:lnTo>
                  <a:lnTo>
                    <a:pt x="3092437" y="12700"/>
                  </a:lnTo>
                  <a:close/>
                </a:path>
                <a:path w="3138170" h="81280">
                  <a:moveTo>
                    <a:pt x="3097517" y="11430"/>
                  </a:moveTo>
                  <a:lnTo>
                    <a:pt x="3092437" y="11430"/>
                  </a:lnTo>
                  <a:lnTo>
                    <a:pt x="3092437" y="12700"/>
                  </a:lnTo>
                  <a:lnTo>
                    <a:pt x="3097517" y="12700"/>
                  </a:lnTo>
                  <a:lnTo>
                    <a:pt x="3097517" y="11430"/>
                  </a:lnTo>
                  <a:close/>
                </a:path>
                <a:path w="3138170" h="81280">
                  <a:moveTo>
                    <a:pt x="3115284" y="6350"/>
                  </a:moveTo>
                  <a:lnTo>
                    <a:pt x="54597" y="6350"/>
                  </a:lnTo>
                  <a:lnTo>
                    <a:pt x="54597" y="5080"/>
                  </a:lnTo>
                  <a:lnTo>
                    <a:pt x="52070" y="5080"/>
                  </a:lnTo>
                  <a:lnTo>
                    <a:pt x="52070" y="6350"/>
                  </a:lnTo>
                  <a:lnTo>
                    <a:pt x="52070" y="7620"/>
                  </a:lnTo>
                  <a:lnTo>
                    <a:pt x="3106420" y="7620"/>
                  </a:lnTo>
                  <a:lnTo>
                    <a:pt x="3106420" y="8890"/>
                  </a:lnTo>
                  <a:lnTo>
                    <a:pt x="3110217" y="8890"/>
                  </a:lnTo>
                  <a:lnTo>
                    <a:pt x="3110217" y="7620"/>
                  </a:lnTo>
                  <a:lnTo>
                    <a:pt x="3115284" y="7620"/>
                  </a:lnTo>
                  <a:lnTo>
                    <a:pt x="3115284" y="6350"/>
                  </a:lnTo>
                  <a:close/>
                </a:path>
                <a:path w="3138170" h="81280">
                  <a:moveTo>
                    <a:pt x="3124187" y="2540"/>
                  </a:moveTo>
                  <a:lnTo>
                    <a:pt x="62217" y="2540"/>
                  </a:lnTo>
                  <a:lnTo>
                    <a:pt x="62217" y="1270"/>
                  </a:lnTo>
                  <a:lnTo>
                    <a:pt x="59690" y="1257"/>
                  </a:lnTo>
                  <a:lnTo>
                    <a:pt x="59690" y="2527"/>
                  </a:lnTo>
                  <a:lnTo>
                    <a:pt x="57150" y="2540"/>
                  </a:lnTo>
                  <a:lnTo>
                    <a:pt x="57150" y="5080"/>
                  </a:lnTo>
                  <a:lnTo>
                    <a:pt x="3115284" y="5080"/>
                  </a:lnTo>
                  <a:lnTo>
                    <a:pt x="3115284" y="6350"/>
                  </a:lnTo>
                  <a:lnTo>
                    <a:pt x="3119120" y="6350"/>
                  </a:lnTo>
                  <a:lnTo>
                    <a:pt x="3119120" y="5080"/>
                  </a:lnTo>
                  <a:lnTo>
                    <a:pt x="3124187" y="5080"/>
                  </a:lnTo>
                  <a:lnTo>
                    <a:pt x="3124187" y="2540"/>
                  </a:lnTo>
                  <a:close/>
                </a:path>
                <a:path w="3138170" h="81280">
                  <a:moveTo>
                    <a:pt x="3138170" y="0"/>
                  </a:moveTo>
                  <a:lnTo>
                    <a:pt x="64770" y="0"/>
                  </a:lnTo>
                  <a:lnTo>
                    <a:pt x="64770" y="1270"/>
                  </a:lnTo>
                  <a:lnTo>
                    <a:pt x="3129267" y="1270"/>
                  </a:lnTo>
                  <a:lnTo>
                    <a:pt x="3129267" y="2540"/>
                  </a:lnTo>
                  <a:lnTo>
                    <a:pt x="3133090" y="2540"/>
                  </a:lnTo>
                  <a:lnTo>
                    <a:pt x="3133090" y="1270"/>
                  </a:lnTo>
                  <a:lnTo>
                    <a:pt x="3138170" y="1270"/>
                  </a:lnTo>
                  <a:lnTo>
                    <a:pt x="3138170" y="0"/>
                  </a:lnTo>
                  <a:close/>
                </a:path>
              </a:pathLst>
            </a:custGeom>
            <a:solidFill>
              <a:srgbClr val="AA49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302239" y="1887346"/>
              <a:ext cx="5080" cy="1270"/>
            </a:xfrm>
            <a:custGeom>
              <a:avLst/>
              <a:gdLst/>
              <a:ahLst/>
              <a:cxnLst/>
              <a:rect l="l" t="t" r="r" b="b"/>
              <a:pathLst>
                <a:path w="5079" h="1269">
                  <a:moveTo>
                    <a:pt x="0" y="1139"/>
                  </a:moveTo>
                  <a:lnTo>
                    <a:pt x="5074" y="1139"/>
                  </a:lnTo>
                  <a:lnTo>
                    <a:pt x="5074" y="0"/>
                  </a:lnTo>
                  <a:lnTo>
                    <a:pt x="0" y="0"/>
                  </a:lnTo>
                  <a:lnTo>
                    <a:pt x="0" y="1139"/>
                  </a:lnTo>
                  <a:close/>
                </a:path>
              </a:pathLst>
            </a:custGeom>
            <a:solidFill>
              <a:srgbClr val="A848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7" name="object 287"/>
          <p:cNvGrpSpPr/>
          <p:nvPr/>
        </p:nvGrpSpPr>
        <p:grpSpPr>
          <a:xfrm>
            <a:off x="5302239" y="1884679"/>
            <a:ext cx="2663190" cy="80010"/>
            <a:chOff x="5302239" y="1884679"/>
            <a:chExt cx="2663190" cy="80010"/>
          </a:xfrm>
        </p:grpSpPr>
        <p:sp>
          <p:nvSpPr>
            <p:cNvPr id="288" name="object 288"/>
            <p:cNvSpPr/>
            <p:nvPr/>
          </p:nvSpPr>
          <p:spPr>
            <a:xfrm>
              <a:off x="5307304" y="1884679"/>
              <a:ext cx="2655570" cy="78740"/>
            </a:xfrm>
            <a:custGeom>
              <a:avLst/>
              <a:gdLst/>
              <a:ahLst/>
              <a:cxnLst/>
              <a:rect l="l" t="t" r="r" b="b"/>
              <a:pathLst>
                <a:path w="2655570" h="78739">
                  <a:moveTo>
                    <a:pt x="2189607" y="0"/>
                  </a:moveTo>
                  <a:lnTo>
                    <a:pt x="2088032" y="0"/>
                  </a:lnTo>
                  <a:lnTo>
                    <a:pt x="2088032" y="2540"/>
                  </a:lnTo>
                  <a:lnTo>
                    <a:pt x="2189607" y="2540"/>
                  </a:lnTo>
                  <a:lnTo>
                    <a:pt x="2189607" y="0"/>
                  </a:lnTo>
                  <a:close/>
                </a:path>
                <a:path w="2655570" h="78739">
                  <a:moveTo>
                    <a:pt x="2550172" y="76200"/>
                  </a:moveTo>
                  <a:lnTo>
                    <a:pt x="233680" y="76200"/>
                  </a:lnTo>
                  <a:lnTo>
                    <a:pt x="233680" y="78740"/>
                  </a:lnTo>
                  <a:lnTo>
                    <a:pt x="2550172" y="78740"/>
                  </a:lnTo>
                  <a:lnTo>
                    <a:pt x="2550172" y="76200"/>
                  </a:lnTo>
                  <a:close/>
                </a:path>
                <a:path w="2655570" h="78739">
                  <a:moveTo>
                    <a:pt x="2556522" y="73672"/>
                  </a:moveTo>
                  <a:lnTo>
                    <a:pt x="222250" y="73672"/>
                  </a:lnTo>
                  <a:lnTo>
                    <a:pt x="222250" y="74942"/>
                  </a:lnTo>
                  <a:lnTo>
                    <a:pt x="226072" y="74942"/>
                  </a:lnTo>
                  <a:lnTo>
                    <a:pt x="226072" y="76212"/>
                  </a:lnTo>
                  <a:lnTo>
                    <a:pt x="229882" y="76212"/>
                  </a:lnTo>
                  <a:lnTo>
                    <a:pt x="229882" y="74942"/>
                  </a:lnTo>
                  <a:lnTo>
                    <a:pt x="2552700" y="74942"/>
                  </a:lnTo>
                  <a:lnTo>
                    <a:pt x="2552700" y="76212"/>
                  </a:lnTo>
                  <a:lnTo>
                    <a:pt x="2553970" y="76212"/>
                  </a:lnTo>
                  <a:lnTo>
                    <a:pt x="2553970" y="74942"/>
                  </a:lnTo>
                  <a:lnTo>
                    <a:pt x="2556522" y="74942"/>
                  </a:lnTo>
                  <a:lnTo>
                    <a:pt x="2556522" y="73672"/>
                  </a:lnTo>
                  <a:close/>
                </a:path>
                <a:path w="2655570" h="78739">
                  <a:moveTo>
                    <a:pt x="2560320" y="69862"/>
                  </a:moveTo>
                  <a:lnTo>
                    <a:pt x="215900" y="69862"/>
                  </a:lnTo>
                  <a:lnTo>
                    <a:pt x="215900" y="72402"/>
                  </a:lnTo>
                  <a:lnTo>
                    <a:pt x="219722" y="72402"/>
                  </a:lnTo>
                  <a:lnTo>
                    <a:pt x="219722" y="73672"/>
                  </a:lnTo>
                  <a:lnTo>
                    <a:pt x="222250" y="73672"/>
                  </a:lnTo>
                  <a:lnTo>
                    <a:pt x="222250" y="72402"/>
                  </a:lnTo>
                  <a:lnTo>
                    <a:pt x="2556522" y="72402"/>
                  </a:lnTo>
                  <a:lnTo>
                    <a:pt x="2556522" y="73672"/>
                  </a:lnTo>
                  <a:lnTo>
                    <a:pt x="2557767" y="73672"/>
                  </a:lnTo>
                  <a:lnTo>
                    <a:pt x="2557767" y="72402"/>
                  </a:lnTo>
                  <a:lnTo>
                    <a:pt x="2560320" y="72402"/>
                  </a:lnTo>
                  <a:lnTo>
                    <a:pt x="2560320" y="69862"/>
                  </a:lnTo>
                  <a:close/>
                </a:path>
                <a:path w="2655570" h="78739">
                  <a:moveTo>
                    <a:pt x="2565400" y="67322"/>
                  </a:moveTo>
                  <a:lnTo>
                    <a:pt x="205752" y="67322"/>
                  </a:lnTo>
                  <a:lnTo>
                    <a:pt x="205752" y="68592"/>
                  </a:lnTo>
                  <a:lnTo>
                    <a:pt x="209550" y="68592"/>
                  </a:lnTo>
                  <a:lnTo>
                    <a:pt x="209550" y="69862"/>
                  </a:lnTo>
                  <a:lnTo>
                    <a:pt x="212102" y="69862"/>
                  </a:lnTo>
                  <a:lnTo>
                    <a:pt x="212102" y="68592"/>
                  </a:lnTo>
                  <a:lnTo>
                    <a:pt x="2561602" y="68592"/>
                  </a:lnTo>
                  <a:lnTo>
                    <a:pt x="2561602" y="69862"/>
                  </a:lnTo>
                  <a:lnTo>
                    <a:pt x="2562872" y="69862"/>
                  </a:lnTo>
                  <a:lnTo>
                    <a:pt x="2562872" y="68592"/>
                  </a:lnTo>
                  <a:lnTo>
                    <a:pt x="2565400" y="68592"/>
                  </a:lnTo>
                  <a:lnTo>
                    <a:pt x="2565400" y="67322"/>
                  </a:lnTo>
                  <a:close/>
                </a:path>
                <a:path w="2655570" h="78739">
                  <a:moveTo>
                    <a:pt x="2569222" y="63512"/>
                  </a:moveTo>
                  <a:lnTo>
                    <a:pt x="199402" y="63512"/>
                  </a:lnTo>
                  <a:lnTo>
                    <a:pt x="199402" y="66052"/>
                  </a:lnTo>
                  <a:lnTo>
                    <a:pt x="201930" y="66052"/>
                  </a:lnTo>
                  <a:lnTo>
                    <a:pt x="201930" y="67322"/>
                  </a:lnTo>
                  <a:lnTo>
                    <a:pt x="205752" y="67322"/>
                  </a:lnTo>
                  <a:lnTo>
                    <a:pt x="205752" y="66052"/>
                  </a:lnTo>
                  <a:lnTo>
                    <a:pt x="2565400" y="66052"/>
                  </a:lnTo>
                  <a:lnTo>
                    <a:pt x="2565400" y="67322"/>
                  </a:lnTo>
                  <a:lnTo>
                    <a:pt x="2566670" y="67322"/>
                  </a:lnTo>
                  <a:lnTo>
                    <a:pt x="2566670" y="66052"/>
                  </a:lnTo>
                  <a:lnTo>
                    <a:pt x="2569222" y="66052"/>
                  </a:lnTo>
                  <a:lnTo>
                    <a:pt x="2569222" y="63512"/>
                  </a:lnTo>
                  <a:close/>
                </a:path>
                <a:path w="2655570" h="78739">
                  <a:moveTo>
                    <a:pt x="2574302" y="60972"/>
                  </a:moveTo>
                  <a:lnTo>
                    <a:pt x="189230" y="60972"/>
                  </a:lnTo>
                  <a:lnTo>
                    <a:pt x="189230" y="62242"/>
                  </a:lnTo>
                  <a:lnTo>
                    <a:pt x="191782" y="62242"/>
                  </a:lnTo>
                  <a:lnTo>
                    <a:pt x="191782" y="63512"/>
                  </a:lnTo>
                  <a:lnTo>
                    <a:pt x="195580" y="63512"/>
                  </a:lnTo>
                  <a:lnTo>
                    <a:pt x="195580" y="62242"/>
                  </a:lnTo>
                  <a:lnTo>
                    <a:pt x="2570467" y="62242"/>
                  </a:lnTo>
                  <a:lnTo>
                    <a:pt x="2570467" y="63512"/>
                  </a:lnTo>
                  <a:lnTo>
                    <a:pt x="2573020" y="63512"/>
                  </a:lnTo>
                  <a:lnTo>
                    <a:pt x="2573020" y="62242"/>
                  </a:lnTo>
                  <a:lnTo>
                    <a:pt x="2574302" y="62242"/>
                  </a:lnTo>
                  <a:lnTo>
                    <a:pt x="2574302" y="60972"/>
                  </a:lnTo>
                  <a:close/>
                </a:path>
                <a:path w="2655570" h="78739">
                  <a:moveTo>
                    <a:pt x="2578100" y="57162"/>
                  </a:moveTo>
                  <a:lnTo>
                    <a:pt x="181622" y="57162"/>
                  </a:lnTo>
                  <a:lnTo>
                    <a:pt x="181622" y="59702"/>
                  </a:lnTo>
                  <a:lnTo>
                    <a:pt x="185432" y="59702"/>
                  </a:lnTo>
                  <a:lnTo>
                    <a:pt x="185432" y="60972"/>
                  </a:lnTo>
                  <a:lnTo>
                    <a:pt x="189230" y="60972"/>
                  </a:lnTo>
                  <a:lnTo>
                    <a:pt x="189230" y="59702"/>
                  </a:lnTo>
                  <a:lnTo>
                    <a:pt x="2574302" y="59702"/>
                  </a:lnTo>
                  <a:lnTo>
                    <a:pt x="2574302" y="60972"/>
                  </a:lnTo>
                  <a:lnTo>
                    <a:pt x="2575572" y="60972"/>
                  </a:lnTo>
                  <a:lnTo>
                    <a:pt x="2575572" y="59702"/>
                  </a:lnTo>
                  <a:lnTo>
                    <a:pt x="2578100" y="59702"/>
                  </a:lnTo>
                  <a:lnTo>
                    <a:pt x="2578100" y="57162"/>
                  </a:lnTo>
                  <a:close/>
                </a:path>
                <a:path w="2655570" h="78739">
                  <a:moveTo>
                    <a:pt x="2583167" y="54622"/>
                  </a:moveTo>
                  <a:lnTo>
                    <a:pt x="172732" y="54622"/>
                  </a:lnTo>
                  <a:lnTo>
                    <a:pt x="172732" y="55892"/>
                  </a:lnTo>
                  <a:lnTo>
                    <a:pt x="175272" y="55892"/>
                  </a:lnTo>
                  <a:lnTo>
                    <a:pt x="175272" y="57162"/>
                  </a:lnTo>
                  <a:lnTo>
                    <a:pt x="179082" y="57162"/>
                  </a:lnTo>
                  <a:lnTo>
                    <a:pt x="179082" y="55892"/>
                  </a:lnTo>
                  <a:lnTo>
                    <a:pt x="2579370" y="55892"/>
                  </a:lnTo>
                  <a:lnTo>
                    <a:pt x="2579370" y="57162"/>
                  </a:lnTo>
                  <a:lnTo>
                    <a:pt x="2581922" y="57162"/>
                  </a:lnTo>
                  <a:lnTo>
                    <a:pt x="2581922" y="55892"/>
                  </a:lnTo>
                  <a:lnTo>
                    <a:pt x="2583167" y="55892"/>
                  </a:lnTo>
                  <a:lnTo>
                    <a:pt x="2583167" y="54622"/>
                  </a:lnTo>
                  <a:close/>
                </a:path>
                <a:path w="2655570" h="78739">
                  <a:moveTo>
                    <a:pt x="2587002" y="50812"/>
                  </a:moveTo>
                  <a:lnTo>
                    <a:pt x="162572" y="50812"/>
                  </a:lnTo>
                  <a:lnTo>
                    <a:pt x="162572" y="53352"/>
                  </a:lnTo>
                  <a:lnTo>
                    <a:pt x="166382" y="53352"/>
                  </a:lnTo>
                  <a:lnTo>
                    <a:pt x="166382" y="54622"/>
                  </a:lnTo>
                  <a:lnTo>
                    <a:pt x="172732" y="54622"/>
                  </a:lnTo>
                  <a:lnTo>
                    <a:pt x="172732" y="53352"/>
                  </a:lnTo>
                  <a:lnTo>
                    <a:pt x="2583167" y="53352"/>
                  </a:lnTo>
                  <a:lnTo>
                    <a:pt x="2583167" y="54622"/>
                  </a:lnTo>
                  <a:lnTo>
                    <a:pt x="2585720" y="54622"/>
                  </a:lnTo>
                  <a:lnTo>
                    <a:pt x="2585720" y="53352"/>
                  </a:lnTo>
                  <a:lnTo>
                    <a:pt x="2587002" y="53352"/>
                  </a:lnTo>
                  <a:lnTo>
                    <a:pt x="2587002" y="50812"/>
                  </a:lnTo>
                  <a:close/>
                </a:path>
                <a:path w="2655570" h="78739">
                  <a:moveTo>
                    <a:pt x="2592070" y="48272"/>
                  </a:moveTo>
                  <a:lnTo>
                    <a:pt x="149872" y="48272"/>
                  </a:lnTo>
                  <a:lnTo>
                    <a:pt x="149872" y="49542"/>
                  </a:lnTo>
                  <a:lnTo>
                    <a:pt x="153682" y="49542"/>
                  </a:lnTo>
                  <a:lnTo>
                    <a:pt x="153682" y="50812"/>
                  </a:lnTo>
                  <a:lnTo>
                    <a:pt x="158750" y="50812"/>
                  </a:lnTo>
                  <a:lnTo>
                    <a:pt x="158750" y="49542"/>
                  </a:lnTo>
                  <a:lnTo>
                    <a:pt x="2588272" y="49542"/>
                  </a:lnTo>
                  <a:lnTo>
                    <a:pt x="2588272" y="50812"/>
                  </a:lnTo>
                  <a:lnTo>
                    <a:pt x="2590800" y="50812"/>
                  </a:lnTo>
                  <a:lnTo>
                    <a:pt x="2590800" y="49542"/>
                  </a:lnTo>
                  <a:lnTo>
                    <a:pt x="2592070" y="49542"/>
                  </a:lnTo>
                  <a:lnTo>
                    <a:pt x="2592070" y="48272"/>
                  </a:lnTo>
                  <a:close/>
                </a:path>
                <a:path w="2655570" h="78739">
                  <a:moveTo>
                    <a:pt x="2595867" y="44462"/>
                  </a:moveTo>
                  <a:lnTo>
                    <a:pt x="140982" y="44462"/>
                  </a:lnTo>
                  <a:lnTo>
                    <a:pt x="140982" y="47002"/>
                  </a:lnTo>
                  <a:lnTo>
                    <a:pt x="146050" y="47002"/>
                  </a:lnTo>
                  <a:lnTo>
                    <a:pt x="146050" y="48272"/>
                  </a:lnTo>
                  <a:lnTo>
                    <a:pt x="149872" y="48272"/>
                  </a:lnTo>
                  <a:lnTo>
                    <a:pt x="149872" y="47002"/>
                  </a:lnTo>
                  <a:lnTo>
                    <a:pt x="2592070" y="47002"/>
                  </a:lnTo>
                  <a:lnTo>
                    <a:pt x="2592070" y="48272"/>
                  </a:lnTo>
                  <a:lnTo>
                    <a:pt x="2594622" y="48272"/>
                  </a:lnTo>
                  <a:lnTo>
                    <a:pt x="2594622" y="47002"/>
                  </a:lnTo>
                  <a:lnTo>
                    <a:pt x="2595867" y="47002"/>
                  </a:lnTo>
                  <a:lnTo>
                    <a:pt x="2595867" y="44462"/>
                  </a:lnTo>
                  <a:close/>
                </a:path>
                <a:path w="2655570" h="78739">
                  <a:moveTo>
                    <a:pt x="2600972" y="41922"/>
                  </a:moveTo>
                  <a:lnTo>
                    <a:pt x="128282" y="41922"/>
                  </a:lnTo>
                  <a:lnTo>
                    <a:pt x="128282" y="43192"/>
                  </a:lnTo>
                  <a:lnTo>
                    <a:pt x="132080" y="43192"/>
                  </a:lnTo>
                  <a:lnTo>
                    <a:pt x="132080" y="44462"/>
                  </a:lnTo>
                  <a:lnTo>
                    <a:pt x="137172" y="44462"/>
                  </a:lnTo>
                  <a:lnTo>
                    <a:pt x="137172" y="43192"/>
                  </a:lnTo>
                  <a:lnTo>
                    <a:pt x="2598420" y="43192"/>
                  </a:lnTo>
                  <a:lnTo>
                    <a:pt x="2598420" y="44462"/>
                  </a:lnTo>
                  <a:lnTo>
                    <a:pt x="2599702" y="44462"/>
                  </a:lnTo>
                  <a:lnTo>
                    <a:pt x="2599702" y="43192"/>
                  </a:lnTo>
                  <a:lnTo>
                    <a:pt x="2600972" y="43192"/>
                  </a:lnTo>
                  <a:lnTo>
                    <a:pt x="2600972" y="41922"/>
                  </a:lnTo>
                  <a:close/>
                </a:path>
                <a:path w="2655570" h="78739">
                  <a:moveTo>
                    <a:pt x="2604770" y="38112"/>
                  </a:moveTo>
                  <a:lnTo>
                    <a:pt x="119380" y="38112"/>
                  </a:lnTo>
                  <a:lnTo>
                    <a:pt x="119380" y="40652"/>
                  </a:lnTo>
                  <a:lnTo>
                    <a:pt x="124472" y="40652"/>
                  </a:lnTo>
                  <a:lnTo>
                    <a:pt x="124472" y="41922"/>
                  </a:lnTo>
                  <a:lnTo>
                    <a:pt x="128282" y="41922"/>
                  </a:lnTo>
                  <a:lnTo>
                    <a:pt x="128282" y="40652"/>
                  </a:lnTo>
                  <a:lnTo>
                    <a:pt x="2600972" y="40652"/>
                  </a:lnTo>
                  <a:lnTo>
                    <a:pt x="2600972" y="41922"/>
                  </a:lnTo>
                  <a:lnTo>
                    <a:pt x="2603500" y="41922"/>
                  </a:lnTo>
                  <a:lnTo>
                    <a:pt x="2603500" y="40652"/>
                  </a:lnTo>
                  <a:lnTo>
                    <a:pt x="2604770" y="40652"/>
                  </a:lnTo>
                  <a:lnTo>
                    <a:pt x="2604770" y="38112"/>
                  </a:lnTo>
                  <a:close/>
                </a:path>
                <a:path w="2655570" h="78739">
                  <a:moveTo>
                    <a:pt x="2611120" y="35572"/>
                  </a:moveTo>
                  <a:lnTo>
                    <a:pt x="106680" y="35572"/>
                  </a:lnTo>
                  <a:lnTo>
                    <a:pt x="106680" y="36842"/>
                  </a:lnTo>
                  <a:lnTo>
                    <a:pt x="111772" y="36842"/>
                  </a:lnTo>
                  <a:lnTo>
                    <a:pt x="111772" y="38112"/>
                  </a:lnTo>
                  <a:lnTo>
                    <a:pt x="115582" y="38112"/>
                  </a:lnTo>
                  <a:lnTo>
                    <a:pt x="115582" y="36842"/>
                  </a:lnTo>
                  <a:lnTo>
                    <a:pt x="2607322" y="36842"/>
                  </a:lnTo>
                  <a:lnTo>
                    <a:pt x="2607322" y="38112"/>
                  </a:lnTo>
                  <a:lnTo>
                    <a:pt x="2608567" y="38112"/>
                  </a:lnTo>
                  <a:lnTo>
                    <a:pt x="2608567" y="36842"/>
                  </a:lnTo>
                  <a:lnTo>
                    <a:pt x="2611120" y="36842"/>
                  </a:lnTo>
                  <a:lnTo>
                    <a:pt x="2611120" y="35572"/>
                  </a:lnTo>
                  <a:close/>
                </a:path>
                <a:path w="2655570" h="78739">
                  <a:moveTo>
                    <a:pt x="2613672" y="31762"/>
                  </a:moveTo>
                  <a:lnTo>
                    <a:pt x="97802" y="31762"/>
                  </a:lnTo>
                  <a:lnTo>
                    <a:pt x="97802" y="34302"/>
                  </a:lnTo>
                  <a:lnTo>
                    <a:pt x="102882" y="34302"/>
                  </a:lnTo>
                  <a:lnTo>
                    <a:pt x="102882" y="35572"/>
                  </a:lnTo>
                  <a:lnTo>
                    <a:pt x="106680" y="35572"/>
                  </a:lnTo>
                  <a:lnTo>
                    <a:pt x="106680" y="34302"/>
                  </a:lnTo>
                  <a:lnTo>
                    <a:pt x="2611120" y="34302"/>
                  </a:lnTo>
                  <a:lnTo>
                    <a:pt x="2611120" y="35572"/>
                  </a:lnTo>
                  <a:lnTo>
                    <a:pt x="2612402" y="35572"/>
                  </a:lnTo>
                  <a:lnTo>
                    <a:pt x="2612402" y="34302"/>
                  </a:lnTo>
                  <a:lnTo>
                    <a:pt x="2613672" y="34302"/>
                  </a:lnTo>
                  <a:lnTo>
                    <a:pt x="2613672" y="31762"/>
                  </a:lnTo>
                  <a:close/>
                </a:path>
                <a:path w="2655570" h="78739">
                  <a:moveTo>
                    <a:pt x="2620022" y="29222"/>
                  </a:moveTo>
                  <a:lnTo>
                    <a:pt x="85102" y="29222"/>
                  </a:lnTo>
                  <a:lnTo>
                    <a:pt x="85102" y="30492"/>
                  </a:lnTo>
                  <a:lnTo>
                    <a:pt x="90182" y="30492"/>
                  </a:lnTo>
                  <a:lnTo>
                    <a:pt x="90182" y="31762"/>
                  </a:lnTo>
                  <a:lnTo>
                    <a:pt x="93980" y="31762"/>
                  </a:lnTo>
                  <a:lnTo>
                    <a:pt x="93980" y="30492"/>
                  </a:lnTo>
                  <a:lnTo>
                    <a:pt x="2616200" y="30492"/>
                  </a:lnTo>
                  <a:lnTo>
                    <a:pt x="2616200" y="31762"/>
                  </a:lnTo>
                  <a:lnTo>
                    <a:pt x="2617470" y="31762"/>
                  </a:lnTo>
                  <a:lnTo>
                    <a:pt x="2617470" y="30492"/>
                  </a:lnTo>
                  <a:lnTo>
                    <a:pt x="2620022" y="30492"/>
                  </a:lnTo>
                  <a:lnTo>
                    <a:pt x="2620022" y="29222"/>
                  </a:lnTo>
                  <a:close/>
                </a:path>
                <a:path w="2655570" h="78739">
                  <a:moveTo>
                    <a:pt x="2623820" y="25412"/>
                  </a:moveTo>
                  <a:lnTo>
                    <a:pt x="77482" y="25412"/>
                  </a:lnTo>
                  <a:lnTo>
                    <a:pt x="77482" y="27952"/>
                  </a:lnTo>
                  <a:lnTo>
                    <a:pt x="81280" y="27952"/>
                  </a:lnTo>
                  <a:lnTo>
                    <a:pt x="81280" y="29222"/>
                  </a:lnTo>
                  <a:lnTo>
                    <a:pt x="85102" y="29222"/>
                  </a:lnTo>
                  <a:lnTo>
                    <a:pt x="85102" y="27952"/>
                  </a:lnTo>
                  <a:lnTo>
                    <a:pt x="2620022" y="27952"/>
                  </a:lnTo>
                  <a:lnTo>
                    <a:pt x="2620022" y="29222"/>
                  </a:lnTo>
                  <a:lnTo>
                    <a:pt x="2621267" y="29222"/>
                  </a:lnTo>
                  <a:lnTo>
                    <a:pt x="2621267" y="27952"/>
                  </a:lnTo>
                  <a:lnTo>
                    <a:pt x="2623820" y="27952"/>
                  </a:lnTo>
                  <a:lnTo>
                    <a:pt x="2623820" y="25412"/>
                  </a:lnTo>
                  <a:close/>
                </a:path>
                <a:path w="2655570" h="78739">
                  <a:moveTo>
                    <a:pt x="2628900" y="22872"/>
                  </a:moveTo>
                  <a:lnTo>
                    <a:pt x="63500" y="22872"/>
                  </a:lnTo>
                  <a:lnTo>
                    <a:pt x="63500" y="24142"/>
                  </a:lnTo>
                  <a:lnTo>
                    <a:pt x="68580" y="24142"/>
                  </a:lnTo>
                  <a:lnTo>
                    <a:pt x="68580" y="25412"/>
                  </a:lnTo>
                  <a:lnTo>
                    <a:pt x="72402" y="25412"/>
                  </a:lnTo>
                  <a:lnTo>
                    <a:pt x="72402" y="24142"/>
                  </a:lnTo>
                  <a:lnTo>
                    <a:pt x="2625102" y="24142"/>
                  </a:lnTo>
                  <a:lnTo>
                    <a:pt x="2625102" y="25412"/>
                  </a:lnTo>
                  <a:lnTo>
                    <a:pt x="2626372" y="25412"/>
                  </a:lnTo>
                  <a:lnTo>
                    <a:pt x="2626372" y="24142"/>
                  </a:lnTo>
                  <a:lnTo>
                    <a:pt x="2628900" y="24142"/>
                  </a:lnTo>
                  <a:lnTo>
                    <a:pt x="2628900" y="22872"/>
                  </a:lnTo>
                  <a:close/>
                </a:path>
                <a:path w="2655570" h="78739">
                  <a:moveTo>
                    <a:pt x="2632722" y="19062"/>
                  </a:moveTo>
                  <a:lnTo>
                    <a:pt x="55880" y="19062"/>
                  </a:lnTo>
                  <a:lnTo>
                    <a:pt x="55880" y="21602"/>
                  </a:lnTo>
                  <a:lnTo>
                    <a:pt x="59702" y="21602"/>
                  </a:lnTo>
                  <a:lnTo>
                    <a:pt x="59702" y="22872"/>
                  </a:lnTo>
                  <a:lnTo>
                    <a:pt x="63500" y="22872"/>
                  </a:lnTo>
                  <a:lnTo>
                    <a:pt x="63500" y="21602"/>
                  </a:lnTo>
                  <a:lnTo>
                    <a:pt x="2628900" y="21602"/>
                  </a:lnTo>
                  <a:lnTo>
                    <a:pt x="2628900" y="22872"/>
                  </a:lnTo>
                  <a:lnTo>
                    <a:pt x="2630170" y="22872"/>
                  </a:lnTo>
                  <a:lnTo>
                    <a:pt x="2630170" y="21602"/>
                  </a:lnTo>
                  <a:lnTo>
                    <a:pt x="2632722" y="21602"/>
                  </a:lnTo>
                  <a:lnTo>
                    <a:pt x="2632722" y="19062"/>
                  </a:lnTo>
                  <a:close/>
                </a:path>
                <a:path w="2655570" h="78739">
                  <a:moveTo>
                    <a:pt x="2637802" y="16522"/>
                  </a:moveTo>
                  <a:lnTo>
                    <a:pt x="43180" y="16522"/>
                  </a:lnTo>
                  <a:lnTo>
                    <a:pt x="43180" y="17792"/>
                  </a:lnTo>
                  <a:lnTo>
                    <a:pt x="47002" y="17792"/>
                  </a:lnTo>
                  <a:lnTo>
                    <a:pt x="47002" y="19062"/>
                  </a:lnTo>
                  <a:lnTo>
                    <a:pt x="50800" y="19062"/>
                  </a:lnTo>
                  <a:lnTo>
                    <a:pt x="50800" y="17792"/>
                  </a:lnTo>
                  <a:lnTo>
                    <a:pt x="2633967" y="17792"/>
                  </a:lnTo>
                  <a:lnTo>
                    <a:pt x="2633967" y="19062"/>
                  </a:lnTo>
                  <a:lnTo>
                    <a:pt x="2636520" y="19062"/>
                  </a:lnTo>
                  <a:lnTo>
                    <a:pt x="2636520" y="17792"/>
                  </a:lnTo>
                  <a:lnTo>
                    <a:pt x="2637802" y="17792"/>
                  </a:lnTo>
                  <a:lnTo>
                    <a:pt x="2637802" y="16522"/>
                  </a:lnTo>
                  <a:close/>
                </a:path>
                <a:path w="2655570" h="78739">
                  <a:moveTo>
                    <a:pt x="2641600" y="12712"/>
                  </a:moveTo>
                  <a:lnTo>
                    <a:pt x="34302" y="12712"/>
                  </a:lnTo>
                  <a:lnTo>
                    <a:pt x="34302" y="15252"/>
                  </a:lnTo>
                  <a:lnTo>
                    <a:pt x="38100" y="15252"/>
                  </a:lnTo>
                  <a:lnTo>
                    <a:pt x="38100" y="16522"/>
                  </a:lnTo>
                  <a:lnTo>
                    <a:pt x="43180" y="16522"/>
                  </a:lnTo>
                  <a:lnTo>
                    <a:pt x="43180" y="15252"/>
                  </a:lnTo>
                  <a:lnTo>
                    <a:pt x="2637802" y="15252"/>
                  </a:lnTo>
                  <a:lnTo>
                    <a:pt x="2637802" y="16522"/>
                  </a:lnTo>
                  <a:lnTo>
                    <a:pt x="2639072" y="16522"/>
                  </a:lnTo>
                  <a:lnTo>
                    <a:pt x="2639072" y="15252"/>
                  </a:lnTo>
                  <a:lnTo>
                    <a:pt x="2641600" y="15252"/>
                  </a:lnTo>
                  <a:lnTo>
                    <a:pt x="2641600" y="12712"/>
                  </a:lnTo>
                  <a:close/>
                </a:path>
                <a:path w="2655570" h="78739">
                  <a:moveTo>
                    <a:pt x="2646667" y="10172"/>
                  </a:moveTo>
                  <a:lnTo>
                    <a:pt x="21602" y="10172"/>
                  </a:lnTo>
                  <a:lnTo>
                    <a:pt x="21602" y="11442"/>
                  </a:lnTo>
                  <a:lnTo>
                    <a:pt x="25400" y="11442"/>
                  </a:lnTo>
                  <a:lnTo>
                    <a:pt x="25400" y="12712"/>
                  </a:lnTo>
                  <a:lnTo>
                    <a:pt x="29222" y="12712"/>
                  </a:lnTo>
                  <a:lnTo>
                    <a:pt x="29222" y="11442"/>
                  </a:lnTo>
                  <a:lnTo>
                    <a:pt x="2642870" y="11442"/>
                  </a:lnTo>
                  <a:lnTo>
                    <a:pt x="2642870" y="12712"/>
                  </a:lnTo>
                  <a:lnTo>
                    <a:pt x="2645422" y="12712"/>
                  </a:lnTo>
                  <a:lnTo>
                    <a:pt x="2645422" y="11442"/>
                  </a:lnTo>
                  <a:lnTo>
                    <a:pt x="2646667" y="11442"/>
                  </a:lnTo>
                  <a:lnTo>
                    <a:pt x="2646667" y="10172"/>
                  </a:lnTo>
                  <a:close/>
                </a:path>
                <a:path w="2655570" h="78739">
                  <a:moveTo>
                    <a:pt x="2650477" y="6362"/>
                  </a:moveTo>
                  <a:lnTo>
                    <a:pt x="12700" y="6362"/>
                  </a:lnTo>
                  <a:lnTo>
                    <a:pt x="12700" y="8902"/>
                  </a:lnTo>
                  <a:lnTo>
                    <a:pt x="16522" y="8902"/>
                  </a:lnTo>
                  <a:lnTo>
                    <a:pt x="16522" y="10172"/>
                  </a:lnTo>
                  <a:lnTo>
                    <a:pt x="21602" y="10172"/>
                  </a:lnTo>
                  <a:lnTo>
                    <a:pt x="21602" y="8902"/>
                  </a:lnTo>
                  <a:lnTo>
                    <a:pt x="2646667" y="8902"/>
                  </a:lnTo>
                  <a:lnTo>
                    <a:pt x="2646667" y="10172"/>
                  </a:lnTo>
                  <a:lnTo>
                    <a:pt x="2649220" y="10172"/>
                  </a:lnTo>
                  <a:lnTo>
                    <a:pt x="2649220" y="8902"/>
                  </a:lnTo>
                  <a:lnTo>
                    <a:pt x="2650477" y="8902"/>
                  </a:lnTo>
                  <a:lnTo>
                    <a:pt x="2650477" y="6362"/>
                  </a:lnTo>
                  <a:close/>
                </a:path>
                <a:path w="2655570" h="78739">
                  <a:moveTo>
                    <a:pt x="2655570" y="3822"/>
                  </a:moveTo>
                  <a:lnTo>
                    <a:pt x="0" y="3822"/>
                  </a:lnTo>
                  <a:lnTo>
                    <a:pt x="0" y="5092"/>
                  </a:lnTo>
                  <a:lnTo>
                    <a:pt x="3822" y="5092"/>
                  </a:lnTo>
                  <a:lnTo>
                    <a:pt x="3822" y="6362"/>
                  </a:lnTo>
                  <a:lnTo>
                    <a:pt x="7632" y="6362"/>
                  </a:lnTo>
                  <a:lnTo>
                    <a:pt x="7632" y="5092"/>
                  </a:lnTo>
                  <a:lnTo>
                    <a:pt x="2651772" y="5092"/>
                  </a:lnTo>
                  <a:lnTo>
                    <a:pt x="2651772" y="6362"/>
                  </a:lnTo>
                  <a:lnTo>
                    <a:pt x="2654300" y="6362"/>
                  </a:lnTo>
                  <a:lnTo>
                    <a:pt x="2654300" y="5092"/>
                  </a:lnTo>
                  <a:lnTo>
                    <a:pt x="2655570" y="5092"/>
                  </a:lnTo>
                  <a:lnTo>
                    <a:pt x="2655570" y="3822"/>
                  </a:lnTo>
                  <a:close/>
                </a:path>
              </a:pathLst>
            </a:custGeom>
            <a:solidFill>
              <a:srgbClr val="A848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302237" y="1884679"/>
              <a:ext cx="2663190" cy="3810"/>
            </a:xfrm>
            <a:custGeom>
              <a:avLst/>
              <a:gdLst/>
              <a:ahLst/>
              <a:cxnLst/>
              <a:rect l="l" t="t" r="r" b="b"/>
              <a:pathLst>
                <a:path w="2663190" h="3810">
                  <a:moveTo>
                    <a:pt x="5067" y="2667"/>
                  </a:moveTo>
                  <a:lnTo>
                    <a:pt x="0" y="2667"/>
                  </a:lnTo>
                  <a:lnTo>
                    <a:pt x="0" y="3810"/>
                  </a:lnTo>
                  <a:lnTo>
                    <a:pt x="5067" y="3810"/>
                  </a:lnTo>
                  <a:lnTo>
                    <a:pt x="5067" y="2667"/>
                  </a:lnTo>
                  <a:close/>
                </a:path>
                <a:path w="2663190" h="3810">
                  <a:moveTo>
                    <a:pt x="2194674" y="0"/>
                  </a:moveTo>
                  <a:lnTo>
                    <a:pt x="2093099" y="0"/>
                  </a:lnTo>
                  <a:lnTo>
                    <a:pt x="2093099" y="2540"/>
                  </a:lnTo>
                  <a:lnTo>
                    <a:pt x="2194674" y="2540"/>
                  </a:lnTo>
                  <a:lnTo>
                    <a:pt x="2194674" y="0"/>
                  </a:lnTo>
                  <a:close/>
                </a:path>
                <a:path w="2663190" h="3810">
                  <a:moveTo>
                    <a:pt x="2663190" y="2667"/>
                  </a:moveTo>
                  <a:lnTo>
                    <a:pt x="2660637" y="2667"/>
                  </a:lnTo>
                  <a:lnTo>
                    <a:pt x="2660637" y="3810"/>
                  </a:lnTo>
                  <a:lnTo>
                    <a:pt x="2663190" y="3810"/>
                  </a:lnTo>
                  <a:lnTo>
                    <a:pt x="2663190" y="2667"/>
                  </a:lnTo>
                  <a:close/>
                </a:path>
              </a:pathLst>
            </a:custGeom>
            <a:solidFill>
              <a:srgbClr val="A848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543538" y="1963415"/>
              <a:ext cx="3810" cy="1270"/>
            </a:xfrm>
            <a:custGeom>
              <a:avLst/>
              <a:gdLst/>
              <a:ahLst/>
              <a:cxnLst/>
              <a:rect l="l" t="t" r="r" b="b"/>
              <a:pathLst>
                <a:path w="3810" h="1269">
                  <a:moveTo>
                    <a:pt x="3799" y="1269"/>
                  </a:moveTo>
                  <a:lnTo>
                    <a:pt x="0" y="1269"/>
                  </a:lnTo>
                  <a:lnTo>
                    <a:pt x="0" y="0"/>
                  </a:lnTo>
                  <a:lnTo>
                    <a:pt x="3799" y="0"/>
                  </a:lnTo>
                  <a:lnTo>
                    <a:pt x="3799" y="1269"/>
                  </a:lnTo>
                  <a:close/>
                </a:path>
              </a:pathLst>
            </a:custGeom>
            <a:solidFill>
              <a:srgbClr val="A846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1" name="object 291"/>
          <p:cNvSpPr/>
          <p:nvPr/>
        </p:nvSpPr>
        <p:spPr>
          <a:xfrm>
            <a:off x="5547335" y="1963419"/>
            <a:ext cx="2309495" cy="82550"/>
          </a:xfrm>
          <a:custGeom>
            <a:avLst/>
            <a:gdLst/>
            <a:ahLst/>
            <a:cxnLst/>
            <a:rect l="l" t="t" r="r" b="b"/>
            <a:pathLst>
              <a:path w="2309495" h="82550">
                <a:moveTo>
                  <a:pt x="2245372" y="48272"/>
                </a:moveTo>
                <a:lnTo>
                  <a:pt x="88900" y="48272"/>
                </a:lnTo>
                <a:lnTo>
                  <a:pt x="88900" y="50812"/>
                </a:lnTo>
                <a:lnTo>
                  <a:pt x="88900" y="53340"/>
                </a:lnTo>
                <a:lnTo>
                  <a:pt x="88900" y="53975"/>
                </a:lnTo>
                <a:lnTo>
                  <a:pt x="88900" y="55880"/>
                </a:lnTo>
                <a:lnTo>
                  <a:pt x="90170" y="55880"/>
                </a:lnTo>
                <a:lnTo>
                  <a:pt x="90170" y="58432"/>
                </a:lnTo>
                <a:lnTo>
                  <a:pt x="90170" y="60960"/>
                </a:lnTo>
                <a:lnTo>
                  <a:pt x="90170" y="63500"/>
                </a:lnTo>
                <a:lnTo>
                  <a:pt x="90170" y="64782"/>
                </a:lnTo>
                <a:lnTo>
                  <a:pt x="91452" y="64782"/>
                </a:lnTo>
                <a:lnTo>
                  <a:pt x="91452" y="74930"/>
                </a:lnTo>
                <a:lnTo>
                  <a:pt x="92722" y="74930"/>
                </a:lnTo>
                <a:lnTo>
                  <a:pt x="92722" y="76200"/>
                </a:lnTo>
                <a:lnTo>
                  <a:pt x="92722" y="78740"/>
                </a:lnTo>
                <a:lnTo>
                  <a:pt x="92710" y="81280"/>
                </a:lnTo>
                <a:lnTo>
                  <a:pt x="92697" y="82550"/>
                </a:lnTo>
                <a:lnTo>
                  <a:pt x="1848002" y="82550"/>
                </a:lnTo>
                <a:lnTo>
                  <a:pt x="1848002" y="81280"/>
                </a:lnTo>
                <a:lnTo>
                  <a:pt x="1848002" y="78740"/>
                </a:lnTo>
                <a:lnTo>
                  <a:pt x="1848002" y="55880"/>
                </a:lnTo>
                <a:lnTo>
                  <a:pt x="1949577" y="55880"/>
                </a:lnTo>
                <a:lnTo>
                  <a:pt x="1949577" y="82550"/>
                </a:lnTo>
                <a:lnTo>
                  <a:pt x="2228837" y="82550"/>
                </a:lnTo>
                <a:lnTo>
                  <a:pt x="2228837" y="81280"/>
                </a:lnTo>
                <a:lnTo>
                  <a:pt x="2230120" y="81280"/>
                </a:lnTo>
                <a:lnTo>
                  <a:pt x="2230120" y="78740"/>
                </a:lnTo>
                <a:lnTo>
                  <a:pt x="2231390" y="78740"/>
                </a:lnTo>
                <a:lnTo>
                  <a:pt x="2231390" y="76200"/>
                </a:lnTo>
                <a:lnTo>
                  <a:pt x="2232672" y="76200"/>
                </a:lnTo>
                <a:lnTo>
                  <a:pt x="2232672" y="74930"/>
                </a:lnTo>
                <a:lnTo>
                  <a:pt x="2232672" y="73660"/>
                </a:lnTo>
                <a:lnTo>
                  <a:pt x="2233942" y="73660"/>
                </a:lnTo>
                <a:lnTo>
                  <a:pt x="2233942" y="71120"/>
                </a:lnTo>
                <a:lnTo>
                  <a:pt x="2235187" y="71120"/>
                </a:lnTo>
                <a:lnTo>
                  <a:pt x="2235187" y="68580"/>
                </a:lnTo>
                <a:lnTo>
                  <a:pt x="2236470" y="68580"/>
                </a:lnTo>
                <a:lnTo>
                  <a:pt x="2236470" y="66040"/>
                </a:lnTo>
                <a:lnTo>
                  <a:pt x="2237740" y="66040"/>
                </a:lnTo>
                <a:lnTo>
                  <a:pt x="2237740" y="64782"/>
                </a:lnTo>
                <a:lnTo>
                  <a:pt x="2237740" y="63500"/>
                </a:lnTo>
                <a:lnTo>
                  <a:pt x="2238997" y="63500"/>
                </a:lnTo>
                <a:lnTo>
                  <a:pt x="2238997" y="60960"/>
                </a:lnTo>
                <a:lnTo>
                  <a:pt x="2240292" y="60960"/>
                </a:lnTo>
                <a:lnTo>
                  <a:pt x="2240292" y="58432"/>
                </a:lnTo>
                <a:lnTo>
                  <a:pt x="2241537" y="58432"/>
                </a:lnTo>
                <a:lnTo>
                  <a:pt x="2241537" y="55880"/>
                </a:lnTo>
                <a:lnTo>
                  <a:pt x="2242820" y="55880"/>
                </a:lnTo>
                <a:lnTo>
                  <a:pt x="2242820" y="53975"/>
                </a:lnTo>
                <a:lnTo>
                  <a:pt x="2242820" y="53352"/>
                </a:lnTo>
                <a:lnTo>
                  <a:pt x="2244090" y="53352"/>
                </a:lnTo>
                <a:lnTo>
                  <a:pt x="2244090" y="50812"/>
                </a:lnTo>
                <a:lnTo>
                  <a:pt x="2245372" y="50812"/>
                </a:lnTo>
                <a:lnTo>
                  <a:pt x="2245372" y="48272"/>
                </a:lnTo>
                <a:close/>
              </a:path>
              <a:path w="2309495" h="82550">
                <a:moveTo>
                  <a:pt x="2252992" y="39382"/>
                </a:moveTo>
                <a:lnTo>
                  <a:pt x="87642" y="39382"/>
                </a:lnTo>
                <a:lnTo>
                  <a:pt x="87642" y="40652"/>
                </a:lnTo>
                <a:lnTo>
                  <a:pt x="87642" y="41922"/>
                </a:lnTo>
                <a:lnTo>
                  <a:pt x="87642" y="44462"/>
                </a:lnTo>
                <a:lnTo>
                  <a:pt x="87642" y="47002"/>
                </a:lnTo>
                <a:lnTo>
                  <a:pt x="87642" y="48272"/>
                </a:lnTo>
                <a:lnTo>
                  <a:pt x="88900" y="48272"/>
                </a:lnTo>
                <a:lnTo>
                  <a:pt x="88900" y="47002"/>
                </a:lnTo>
                <a:lnTo>
                  <a:pt x="2247887" y="47002"/>
                </a:lnTo>
                <a:lnTo>
                  <a:pt x="2247887" y="44462"/>
                </a:lnTo>
                <a:lnTo>
                  <a:pt x="2249170" y="44462"/>
                </a:lnTo>
                <a:lnTo>
                  <a:pt x="2249170" y="41922"/>
                </a:lnTo>
                <a:lnTo>
                  <a:pt x="2250440" y="41922"/>
                </a:lnTo>
                <a:lnTo>
                  <a:pt x="2250440" y="40652"/>
                </a:lnTo>
                <a:lnTo>
                  <a:pt x="2252992" y="40652"/>
                </a:lnTo>
                <a:lnTo>
                  <a:pt x="2252992" y="39382"/>
                </a:lnTo>
                <a:close/>
              </a:path>
              <a:path w="2309495" h="82550">
                <a:moveTo>
                  <a:pt x="2256790" y="35572"/>
                </a:moveTo>
                <a:lnTo>
                  <a:pt x="86372" y="35572"/>
                </a:lnTo>
                <a:lnTo>
                  <a:pt x="86372" y="38112"/>
                </a:lnTo>
                <a:lnTo>
                  <a:pt x="2252992" y="38112"/>
                </a:lnTo>
                <a:lnTo>
                  <a:pt x="2252992" y="39382"/>
                </a:lnTo>
                <a:lnTo>
                  <a:pt x="2254237" y="39382"/>
                </a:lnTo>
                <a:lnTo>
                  <a:pt x="2254237" y="38112"/>
                </a:lnTo>
                <a:lnTo>
                  <a:pt x="2256790" y="38112"/>
                </a:lnTo>
                <a:lnTo>
                  <a:pt x="2256790" y="35572"/>
                </a:lnTo>
                <a:close/>
              </a:path>
              <a:path w="2309495" h="82550">
                <a:moveTo>
                  <a:pt x="2261870" y="33032"/>
                </a:moveTo>
                <a:lnTo>
                  <a:pt x="86372" y="33032"/>
                </a:lnTo>
                <a:lnTo>
                  <a:pt x="86372" y="34302"/>
                </a:lnTo>
                <a:lnTo>
                  <a:pt x="2258072" y="34302"/>
                </a:lnTo>
                <a:lnTo>
                  <a:pt x="2258072" y="35572"/>
                </a:lnTo>
                <a:lnTo>
                  <a:pt x="2259342" y="35572"/>
                </a:lnTo>
                <a:lnTo>
                  <a:pt x="2259342" y="34302"/>
                </a:lnTo>
                <a:lnTo>
                  <a:pt x="2261870" y="34302"/>
                </a:lnTo>
                <a:lnTo>
                  <a:pt x="2261870" y="33032"/>
                </a:lnTo>
                <a:close/>
              </a:path>
              <a:path w="2309495" h="82550">
                <a:moveTo>
                  <a:pt x="2265692" y="29222"/>
                </a:moveTo>
                <a:lnTo>
                  <a:pt x="78752" y="29222"/>
                </a:lnTo>
                <a:lnTo>
                  <a:pt x="78752" y="31762"/>
                </a:lnTo>
                <a:lnTo>
                  <a:pt x="81292" y="31762"/>
                </a:lnTo>
                <a:lnTo>
                  <a:pt x="81292" y="33032"/>
                </a:lnTo>
                <a:lnTo>
                  <a:pt x="86372" y="33032"/>
                </a:lnTo>
                <a:lnTo>
                  <a:pt x="86372" y="31762"/>
                </a:lnTo>
                <a:lnTo>
                  <a:pt x="2261870" y="31762"/>
                </a:lnTo>
                <a:lnTo>
                  <a:pt x="2261870" y="33032"/>
                </a:lnTo>
                <a:lnTo>
                  <a:pt x="2263140" y="33032"/>
                </a:lnTo>
                <a:lnTo>
                  <a:pt x="2263140" y="31762"/>
                </a:lnTo>
                <a:lnTo>
                  <a:pt x="2265692" y="31762"/>
                </a:lnTo>
                <a:lnTo>
                  <a:pt x="2265692" y="29222"/>
                </a:lnTo>
                <a:close/>
              </a:path>
              <a:path w="2309495" h="82550">
                <a:moveTo>
                  <a:pt x="2270772" y="26682"/>
                </a:moveTo>
                <a:lnTo>
                  <a:pt x="68592" y="26682"/>
                </a:lnTo>
                <a:lnTo>
                  <a:pt x="68592" y="27952"/>
                </a:lnTo>
                <a:lnTo>
                  <a:pt x="71120" y="27952"/>
                </a:lnTo>
                <a:lnTo>
                  <a:pt x="71120" y="29222"/>
                </a:lnTo>
                <a:lnTo>
                  <a:pt x="74942" y="29222"/>
                </a:lnTo>
                <a:lnTo>
                  <a:pt x="74942" y="27952"/>
                </a:lnTo>
                <a:lnTo>
                  <a:pt x="2266937" y="27952"/>
                </a:lnTo>
                <a:lnTo>
                  <a:pt x="2266937" y="29222"/>
                </a:lnTo>
                <a:lnTo>
                  <a:pt x="2269490" y="29222"/>
                </a:lnTo>
                <a:lnTo>
                  <a:pt x="2269490" y="27952"/>
                </a:lnTo>
                <a:lnTo>
                  <a:pt x="2270772" y="27952"/>
                </a:lnTo>
                <a:lnTo>
                  <a:pt x="2270772" y="26682"/>
                </a:lnTo>
                <a:close/>
              </a:path>
              <a:path w="2309495" h="82550">
                <a:moveTo>
                  <a:pt x="2272042" y="25412"/>
                </a:moveTo>
                <a:lnTo>
                  <a:pt x="2270772" y="25412"/>
                </a:lnTo>
                <a:lnTo>
                  <a:pt x="2270772" y="26682"/>
                </a:lnTo>
                <a:lnTo>
                  <a:pt x="2272042" y="26682"/>
                </a:lnTo>
                <a:lnTo>
                  <a:pt x="2272042" y="25412"/>
                </a:lnTo>
                <a:close/>
              </a:path>
              <a:path w="2309495" h="82550">
                <a:moveTo>
                  <a:pt x="2278392" y="21602"/>
                </a:moveTo>
                <a:lnTo>
                  <a:pt x="2275840" y="21602"/>
                </a:lnTo>
                <a:lnTo>
                  <a:pt x="2275840" y="22872"/>
                </a:lnTo>
                <a:lnTo>
                  <a:pt x="2278392" y="22872"/>
                </a:lnTo>
                <a:lnTo>
                  <a:pt x="2278392" y="21602"/>
                </a:lnTo>
                <a:close/>
              </a:path>
              <a:path w="2309495" h="82550">
                <a:moveTo>
                  <a:pt x="2282190" y="19062"/>
                </a:moveTo>
                <a:lnTo>
                  <a:pt x="2279637" y="19062"/>
                </a:lnTo>
                <a:lnTo>
                  <a:pt x="2279637" y="20332"/>
                </a:lnTo>
                <a:lnTo>
                  <a:pt x="2282190" y="20332"/>
                </a:lnTo>
                <a:lnTo>
                  <a:pt x="2282190" y="19062"/>
                </a:lnTo>
                <a:close/>
              </a:path>
              <a:path w="2309495" h="82550">
                <a:moveTo>
                  <a:pt x="2287270" y="15252"/>
                </a:moveTo>
                <a:lnTo>
                  <a:pt x="2284742" y="15252"/>
                </a:lnTo>
                <a:lnTo>
                  <a:pt x="2284742" y="16522"/>
                </a:lnTo>
                <a:lnTo>
                  <a:pt x="2287270" y="16522"/>
                </a:lnTo>
                <a:lnTo>
                  <a:pt x="2287270" y="15252"/>
                </a:lnTo>
                <a:close/>
              </a:path>
              <a:path w="2309495" h="82550">
                <a:moveTo>
                  <a:pt x="2291092" y="12712"/>
                </a:moveTo>
                <a:lnTo>
                  <a:pt x="2288540" y="12712"/>
                </a:lnTo>
                <a:lnTo>
                  <a:pt x="2288540" y="13982"/>
                </a:lnTo>
                <a:lnTo>
                  <a:pt x="2291092" y="13982"/>
                </a:lnTo>
                <a:lnTo>
                  <a:pt x="2291092" y="12712"/>
                </a:lnTo>
                <a:close/>
              </a:path>
              <a:path w="2309495" h="82550">
                <a:moveTo>
                  <a:pt x="2296147" y="8902"/>
                </a:moveTo>
                <a:lnTo>
                  <a:pt x="2294890" y="8902"/>
                </a:lnTo>
                <a:lnTo>
                  <a:pt x="2294890" y="10172"/>
                </a:lnTo>
                <a:lnTo>
                  <a:pt x="2296147" y="10172"/>
                </a:lnTo>
                <a:lnTo>
                  <a:pt x="2296147" y="8902"/>
                </a:lnTo>
                <a:close/>
              </a:path>
              <a:path w="2309495" h="82550">
                <a:moveTo>
                  <a:pt x="2301240" y="3822"/>
                </a:moveTo>
                <a:lnTo>
                  <a:pt x="10172" y="3822"/>
                </a:lnTo>
                <a:lnTo>
                  <a:pt x="10172" y="6362"/>
                </a:lnTo>
                <a:lnTo>
                  <a:pt x="2297442" y="6362"/>
                </a:lnTo>
                <a:lnTo>
                  <a:pt x="2297442" y="7632"/>
                </a:lnTo>
                <a:lnTo>
                  <a:pt x="2299970" y="7632"/>
                </a:lnTo>
                <a:lnTo>
                  <a:pt x="2299970" y="6362"/>
                </a:lnTo>
                <a:lnTo>
                  <a:pt x="2301240" y="6362"/>
                </a:lnTo>
                <a:lnTo>
                  <a:pt x="2301240" y="3822"/>
                </a:lnTo>
                <a:close/>
              </a:path>
              <a:path w="2309495" h="82550">
                <a:moveTo>
                  <a:pt x="2307590" y="1282"/>
                </a:moveTo>
                <a:lnTo>
                  <a:pt x="0" y="1282"/>
                </a:lnTo>
                <a:lnTo>
                  <a:pt x="0" y="2552"/>
                </a:lnTo>
                <a:lnTo>
                  <a:pt x="3822" y="2552"/>
                </a:lnTo>
                <a:lnTo>
                  <a:pt x="3822" y="3822"/>
                </a:lnTo>
                <a:lnTo>
                  <a:pt x="6350" y="3822"/>
                </a:lnTo>
                <a:lnTo>
                  <a:pt x="6350" y="2552"/>
                </a:lnTo>
                <a:lnTo>
                  <a:pt x="2303792" y="2552"/>
                </a:lnTo>
                <a:lnTo>
                  <a:pt x="2303792" y="3822"/>
                </a:lnTo>
                <a:lnTo>
                  <a:pt x="2305037" y="3822"/>
                </a:lnTo>
                <a:lnTo>
                  <a:pt x="2305037" y="2552"/>
                </a:lnTo>
                <a:lnTo>
                  <a:pt x="2307590" y="2552"/>
                </a:lnTo>
                <a:lnTo>
                  <a:pt x="2307590" y="1282"/>
                </a:lnTo>
                <a:close/>
              </a:path>
              <a:path w="2309495" h="82550">
                <a:moveTo>
                  <a:pt x="2308872" y="0"/>
                </a:moveTo>
                <a:lnTo>
                  <a:pt x="2307590" y="0"/>
                </a:lnTo>
                <a:lnTo>
                  <a:pt x="2307590" y="1270"/>
                </a:lnTo>
                <a:lnTo>
                  <a:pt x="2308872" y="1270"/>
                </a:lnTo>
                <a:lnTo>
                  <a:pt x="2308872" y="0"/>
                </a:lnTo>
                <a:close/>
              </a:path>
            </a:pathLst>
          </a:custGeom>
          <a:solidFill>
            <a:srgbClr val="A8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5640057" y="2045969"/>
            <a:ext cx="2136140" cy="81280"/>
          </a:xfrm>
          <a:custGeom>
            <a:avLst/>
            <a:gdLst/>
            <a:ahLst/>
            <a:cxnLst/>
            <a:rect l="l" t="t" r="r" b="b"/>
            <a:pathLst>
              <a:path w="2136140" h="81280">
                <a:moveTo>
                  <a:pt x="1755279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3810"/>
                </a:lnTo>
                <a:lnTo>
                  <a:pt x="1755279" y="3810"/>
                </a:lnTo>
                <a:lnTo>
                  <a:pt x="1755279" y="1270"/>
                </a:lnTo>
                <a:lnTo>
                  <a:pt x="1755279" y="0"/>
                </a:lnTo>
                <a:close/>
              </a:path>
              <a:path w="2136140" h="81280">
                <a:moveTo>
                  <a:pt x="1971027" y="80010"/>
                </a:moveTo>
                <a:lnTo>
                  <a:pt x="173977" y="80010"/>
                </a:lnTo>
                <a:lnTo>
                  <a:pt x="173977" y="81280"/>
                </a:lnTo>
                <a:lnTo>
                  <a:pt x="1971027" y="81280"/>
                </a:lnTo>
                <a:lnTo>
                  <a:pt x="1971027" y="80010"/>
                </a:lnTo>
                <a:close/>
              </a:path>
              <a:path w="2136140" h="81280">
                <a:moveTo>
                  <a:pt x="1977377" y="77482"/>
                </a:moveTo>
                <a:lnTo>
                  <a:pt x="168897" y="77482"/>
                </a:lnTo>
                <a:lnTo>
                  <a:pt x="168897" y="78752"/>
                </a:lnTo>
                <a:lnTo>
                  <a:pt x="170180" y="78752"/>
                </a:lnTo>
                <a:lnTo>
                  <a:pt x="170180" y="80022"/>
                </a:lnTo>
                <a:lnTo>
                  <a:pt x="171450" y="80022"/>
                </a:lnTo>
                <a:lnTo>
                  <a:pt x="171450" y="78752"/>
                </a:lnTo>
                <a:lnTo>
                  <a:pt x="1972297" y="78752"/>
                </a:lnTo>
                <a:lnTo>
                  <a:pt x="1972297" y="80022"/>
                </a:lnTo>
                <a:lnTo>
                  <a:pt x="1974850" y="80022"/>
                </a:lnTo>
                <a:lnTo>
                  <a:pt x="1974850" y="78752"/>
                </a:lnTo>
                <a:lnTo>
                  <a:pt x="1977377" y="78752"/>
                </a:lnTo>
                <a:lnTo>
                  <a:pt x="1977377" y="77482"/>
                </a:lnTo>
                <a:close/>
              </a:path>
              <a:path w="2136140" h="81280">
                <a:moveTo>
                  <a:pt x="1982470" y="73672"/>
                </a:moveTo>
                <a:lnTo>
                  <a:pt x="165100" y="73672"/>
                </a:lnTo>
                <a:lnTo>
                  <a:pt x="165100" y="76212"/>
                </a:lnTo>
                <a:lnTo>
                  <a:pt x="166370" y="76212"/>
                </a:lnTo>
                <a:lnTo>
                  <a:pt x="166370" y="77482"/>
                </a:lnTo>
                <a:lnTo>
                  <a:pt x="168897" y="77482"/>
                </a:lnTo>
                <a:lnTo>
                  <a:pt x="168897" y="76212"/>
                </a:lnTo>
                <a:lnTo>
                  <a:pt x="1977377" y="76212"/>
                </a:lnTo>
                <a:lnTo>
                  <a:pt x="1977377" y="77482"/>
                </a:lnTo>
                <a:lnTo>
                  <a:pt x="1979917" y="77482"/>
                </a:lnTo>
                <a:lnTo>
                  <a:pt x="1979917" y="76212"/>
                </a:lnTo>
                <a:lnTo>
                  <a:pt x="1982470" y="76212"/>
                </a:lnTo>
                <a:lnTo>
                  <a:pt x="1982470" y="73672"/>
                </a:lnTo>
                <a:close/>
              </a:path>
              <a:path w="2136140" h="81280">
                <a:moveTo>
                  <a:pt x="2110714" y="54622"/>
                </a:moveTo>
                <a:lnTo>
                  <a:pt x="139700" y="54622"/>
                </a:lnTo>
                <a:lnTo>
                  <a:pt x="139700" y="57162"/>
                </a:lnTo>
                <a:lnTo>
                  <a:pt x="140970" y="57162"/>
                </a:lnTo>
                <a:lnTo>
                  <a:pt x="140970" y="58432"/>
                </a:lnTo>
                <a:lnTo>
                  <a:pt x="142227" y="58432"/>
                </a:lnTo>
                <a:lnTo>
                  <a:pt x="142227" y="57162"/>
                </a:lnTo>
                <a:lnTo>
                  <a:pt x="2110714" y="57162"/>
                </a:lnTo>
                <a:lnTo>
                  <a:pt x="2110714" y="54622"/>
                </a:lnTo>
                <a:close/>
              </a:path>
              <a:path w="2136140" h="81280">
                <a:moveTo>
                  <a:pt x="2110714" y="52082"/>
                </a:moveTo>
                <a:lnTo>
                  <a:pt x="134620" y="52082"/>
                </a:lnTo>
                <a:lnTo>
                  <a:pt x="134620" y="53352"/>
                </a:lnTo>
                <a:lnTo>
                  <a:pt x="135877" y="53352"/>
                </a:lnTo>
                <a:lnTo>
                  <a:pt x="135877" y="54622"/>
                </a:lnTo>
                <a:lnTo>
                  <a:pt x="137147" y="54622"/>
                </a:lnTo>
                <a:lnTo>
                  <a:pt x="137147" y="53352"/>
                </a:lnTo>
                <a:lnTo>
                  <a:pt x="2110714" y="53352"/>
                </a:lnTo>
                <a:lnTo>
                  <a:pt x="2110714" y="52082"/>
                </a:lnTo>
                <a:close/>
              </a:path>
              <a:path w="2136140" h="81280">
                <a:moveTo>
                  <a:pt x="2111997" y="57162"/>
                </a:moveTo>
                <a:lnTo>
                  <a:pt x="2110714" y="57162"/>
                </a:lnTo>
                <a:lnTo>
                  <a:pt x="2110714" y="58432"/>
                </a:lnTo>
                <a:lnTo>
                  <a:pt x="142227" y="58432"/>
                </a:lnTo>
                <a:lnTo>
                  <a:pt x="142227" y="59702"/>
                </a:lnTo>
                <a:lnTo>
                  <a:pt x="144780" y="59702"/>
                </a:lnTo>
                <a:lnTo>
                  <a:pt x="144780" y="60972"/>
                </a:lnTo>
                <a:lnTo>
                  <a:pt x="146050" y="60972"/>
                </a:lnTo>
                <a:lnTo>
                  <a:pt x="146050" y="59702"/>
                </a:lnTo>
                <a:lnTo>
                  <a:pt x="2111997" y="59702"/>
                </a:lnTo>
                <a:lnTo>
                  <a:pt x="2111997" y="58432"/>
                </a:lnTo>
                <a:lnTo>
                  <a:pt x="2111997" y="57162"/>
                </a:lnTo>
                <a:close/>
              </a:path>
              <a:path w="2136140" h="81280">
                <a:moveTo>
                  <a:pt x="2111997" y="48272"/>
                </a:moveTo>
                <a:lnTo>
                  <a:pt x="130797" y="48272"/>
                </a:lnTo>
                <a:lnTo>
                  <a:pt x="130797" y="50812"/>
                </a:lnTo>
                <a:lnTo>
                  <a:pt x="132080" y="50812"/>
                </a:lnTo>
                <a:lnTo>
                  <a:pt x="132080" y="52082"/>
                </a:lnTo>
                <a:lnTo>
                  <a:pt x="134620" y="52082"/>
                </a:lnTo>
                <a:lnTo>
                  <a:pt x="134620" y="50812"/>
                </a:lnTo>
                <a:lnTo>
                  <a:pt x="2111997" y="50812"/>
                </a:lnTo>
                <a:lnTo>
                  <a:pt x="2111997" y="48272"/>
                </a:lnTo>
                <a:close/>
              </a:path>
              <a:path w="2136140" h="81280">
                <a:moveTo>
                  <a:pt x="2113267" y="59702"/>
                </a:moveTo>
                <a:lnTo>
                  <a:pt x="2111997" y="59702"/>
                </a:lnTo>
                <a:lnTo>
                  <a:pt x="2111997" y="60972"/>
                </a:lnTo>
                <a:lnTo>
                  <a:pt x="147320" y="60972"/>
                </a:lnTo>
                <a:lnTo>
                  <a:pt x="147320" y="63512"/>
                </a:lnTo>
                <a:lnTo>
                  <a:pt x="149847" y="63512"/>
                </a:lnTo>
                <a:lnTo>
                  <a:pt x="149847" y="64782"/>
                </a:lnTo>
                <a:lnTo>
                  <a:pt x="151130" y="64782"/>
                </a:lnTo>
                <a:lnTo>
                  <a:pt x="151130" y="63512"/>
                </a:lnTo>
                <a:lnTo>
                  <a:pt x="2113267" y="63512"/>
                </a:lnTo>
                <a:lnTo>
                  <a:pt x="2113267" y="60972"/>
                </a:lnTo>
                <a:lnTo>
                  <a:pt x="2113267" y="59702"/>
                </a:lnTo>
                <a:close/>
              </a:path>
              <a:path w="2136140" h="81280">
                <a:moveTo>
                  <a:pt x="2113267" y="45732"/>
                </a:moveTo>
                <a:lnTo>
                  <a:pt x="125730" y="45732"/>
                </a:lnTo>
                <a:lnTo>
                  <a:pt x="125730" y="47002"/>
                </a:lnTo>
                <a:lnTo>
                  <a:pt x="127000" y="47002"/>
                </a:lnTo>
                <a:lnTo>
                  <a:pt x="127000" y="48272"/>
                </a:lnTo>
                <a:lnTo>
                  <a:pt x="129527" y="48272"/>
                </a:lnTo>
                <a:lnTo>
                  <a:pt x="129527" y="47002"/>
                </a:lnTo>
                <a:lnTo>
                  <a:pt x="2111997" y="47002"/>
                </a:lnTo>
                <a:lnTo>
                  <a:pt x="2111997" y="48272"/>
                </a:lnTo>
                <a:lnTo>
                  <a:pt x="2113267" y="48272"/>
                </a:lnTo>
                <a:lnTo>
                  <a:pt x="2113267" y="47002"/>
                </a:lnTo>
                <a:lnTo>
                  <a:pt x="2113267" y="45732"/>
                </a:lnTo>
                <a:close/>
              </a:path>
              <a:path w="2136140" h="81280">
                <a:moveTo>
                  <a:pt x="2114537" y="41922"/>
                </a:moveTo>
                <a:lnTo>
                  <a:pt x="113030" y="41922"/>
                </a:lnTo>
                <a:lnTo>
                  <a:pt x="113030" y="44462"/>
                </a:lnTo>
                <a:lnTo>
                  <a:pt x="118097" y="44462"/>
                </a:lnTo>
                <a:lnTo>
                  <a:pt x="118097" y="45732"/>
                </a:lnTo>
                <a:lnTo>
                  <a:pt x="125730" y="45732"/>
                </a:lnTo>
                <a:lnTo>
                  <a:pt x="125730" y="44462"/>
                </a:lnTo>
                <a:lnTo>
                  <a:pt x="2113267" y="44462"/>
                </a:lnTo>
                <a:lnTo>
                  <a:pt x="2113267" y="45732"/>
                </a:lnTo>
                <a:lnTo>
                  <a:pt x="2114524" y="45732"/>
                </a:lnTo>
                <a:lnTo>
                  <a:pt x="2114524" y="44462"/>
                </a:lnTo>
                <a:lnTo>
                  <a:pt x="2114537" y="41922"/>
                </a:lnTo>
                <a:close/>
              </a:path>
              <a:path w="2136140" h="81280">
                <a:moveTo>
                  <a:pt x="2114550" y="64782"/>
                </a:moveTo>
                <a:lnTo>
                  <a:pt x="151130" y="64782"/>
                </a:lnTo>
                <a:lnTo>
                  <a:pt x="151130" y="66052"/>
                </a:lnTo>
                <a:lnTo>
                  <a:pt x="152400" y="66052"/>
                </a:lnTo>
                <a:lnTo>
                  <a:pt x="152400" y="67322"/>
                </a:lnTo>
                <a:lnTo>
                  <a:pt x="154927" y="67322"/>
                </a:lnTo>
                <a:lnTo>
                  <a:pt x="154927" y="66052"/>
                </a:lnTo>
                <a:lnTo>
                  <a:pt x="2114550" y="66052"/>
                </a:lnTo>
                <a:lnTo>
                  <a:pt x="2114550" y="64782"/>
                </a:lnTo>
                <a:close/>
              </a:path>
              <a:path w="2136140" h="81280">
                <a:moveTo>
                  <a:pt x="2117064" y="66052"/>
                </a:moveTo>
                <a:lnTo>
                  <a:pt x="2115820" y="66052"/>
                </a:lnTo>
                <a:lnTo>
                  <a:pt x="2115820" y="67322"/>
                </a:lnTo>
                <a:lnTo>
                  <a:pt x="156197" y="67322"/>
                </a:lnTo>
                <a:lnTo>
                  <a:pt x="156197" y="69862"/>
                </a:lnTo>
                <a:lnTo>
                  <a:pt x="158750" y="69862"/>
                </a:lnTo>
                <a:lnTo>
                  <a:pt x="158750" y="71132"/>
                </a:lnTo>
                <a:lnTo>
                  <a:pt x="160020" y="71132"/>
                </a:lnTo>
                <a:lnTo>
                  <a:pt x="160020" y="69862"/>
                </a:lnTo>
                <a:lnTo>
                  <a:pt x="2117064" y="69862"/>
                </a:lnTo>
                <a:lnTo>
                  <a:pt x="2117064" y="67322"/>
                </a:lnTo>
                <a:lnTo>
                  <a:pt x="2117064" y="66052"/>
                </a:lnTo>
                <a:close/>
              </a:path>
              <a:path w="2136140" h="81280">
                <a:moveTo>
                  <a:pt x="2117064" y="39382"/>
                </a:moveTo>
                <a:lnTo>
                  <a:pt x="96520" y="39382"/>
                </a:lnTo>
                <a:lnTo>
                  <a:pt x="96520" y="40652"/>
                </a:lnTo>
                <a:lnTo>
                  <a:pt x="102870" y="40652"/>
                </a:lnTo>
                <a:lnTo>
                  <a:pt x="102870" y="41922"/>
                </a:lnTo>
                <a:lnTo>
                  <a:pt x="107950" y="41922"/>
                </a:lnTo>
                <a:lnTo>
                  <a:pt x="107950" y="40652"/>
                </a:lnTo>
                <a:lnTo>
                  <a:pt x="2117064" y="40652"/>
                </a:lnTo>
                <a:lnTo>
                  <a:pt x="2117064" y="39382"/>
                </a:lnTo>
                <a:close/>
              </a:path>
              <a:path w="2136140" h="81280">
                <a:moveTo>
                  <a:pt x="2118347" y="71132"/>
                </a:moveTo>
                <a:lnTo>
                  <a:pt x="160020" y="71132"/>
                </a:lnTo>
                <a:lnTo>
                  <a:pt x="160020" y="72402"/>
                </a:lnTo>
                <a:lnTo>
                  <a:pt x="161277" y="72402"/>
                </a:lnTo>
                <a:lnTo>
                  <a:pt x="161277" y="73672"/>
                </a:lnTo>
                <a:lnTo>
                  <a:pt x="163830" y="73672"/>
                </a:lnTo>
                <a:lnTo>
                  <a:pt x="163830" y="72402"/>
                </a:lnTo>
                <a:lnTo>
                  <a:pt x="2118347" y="72402"/>
                </a:lnTo>
                <a:lnTo>
                  <a:pt x="2118347" y="71132"/>
                </a:lnTo>
                <a:close/>
              </a:path>
              <a:path w="2136140" h="81280">
                <a:moveTo>
                  <a:pt x="2119617" y="34302"/>
                </a:moveTo>
                <a:lnTo>
                  <a:pt x="2118347" y="34302"/>
                </a:lnTo>
                <a:lnTo>
                  <a:pt x="2118347" y="35572"/>
                </a:lnTo>
                <a:lnTo>
                  <a:pt x="2119617" y="35572"/>
                </a:lnTo>
                <a:lnTo>
                  <a:pt x="2119617" y="34302"/>
                </a:lnTo>
                <a:close/>
              </a:path>
              <a:path w="2136140" h="81280">
                <a:moveTo>
                  <a:pt x="2120900" y="73672"/>
                </a:moveTo>
                <a:lnTo>
                  <a:pt x="1984997" y="73672"/>
                </a:lnTo>
                <a:lnTo>
                  <a:pt x="1984997" y="76212"/>
                </a:lnTo>
                <a:lnTo>
                  <a:pt x="1986267" y="76212"/>
                </a:lnTo>
                <a:lnTo>
                  <a:pt x="1986267" y="77482"/>
                </a:lnTo>
                <a:lnTo>
                  <a:pt x="1987550" y="77482"/>
                </a:lnTo>
                <a:lnTo>
                  <a:pt x="1987550" y="76212"/>
                </a:lnTo>
                <a:lnTo>
                  <a:pt x="2120900" y="76212"/>
                </a:lnTo>
                <a:lnTo>
                  <a:pt x="2120900" y="73672"/>
                </a:lnTo>
                <a:close/>
              </a:path>
              <a:path w="2136140" h="81280">
                <a:moveTo>
                  <a:pt x="2120900" y="31762"/>
                </a:moveTo>
                <a:lnTo>
                  <a:pt x="2119617" y="31762"/>
                </a:lnTo>
                <a:lnTo>
                  <a:pt x="2119617" y="33032"/>
                </a:lnTo>
                <a:lnTo>
                  <a:pt x="2120900" y="33032"/>
                </a:lnTo>
                <a:lnTo>
                  <a:pt x="2120900" y="31762"/>
                </a:lnTo>
                <a:close/>
              </a:path>
              <a:path w="2136140" h="81280">
                <a:moveTo>
                  <a:pt x="2122170" y="76212"/>
                </a:moveTo>
                <a:lnTo>
                  <a:pt x="2120900" y="76212"/>
                </a:lnTo>
                <a:lnTo>
                  <a:pt x="2120900" y="77482"/>
                </a:lnTo>
                <a:lnTo>
                  <a:pt x="1987550" y="77482"/>
                </a:lnTo>
                <a:lnTo>
                  <a:pt x="1987550" y="78752"/>
                </a:lnTo>
                <a:lnTo>
                  <a:pt x="1988820" y="78752"/>
                </a:lnTo>
                <a:lnTo>
                  <a:pt x="1988820" y="80022"/>
                </a:lnTo>
                <a:lnTo>
                  <a:pt x="1990077" y="80022"/>
                </a:lnTo>
                <a:lnTo>
                  <a:pt x="1990077" y="78752"/>
                </a:lnTo>
                <a:lnTo>
                  <a:pt x="2122170" y="78752"/>
                </a:lnTo>
                <a:lnTo>
                  <a:pt x="2122170" y="77482"/>
                </a:lnTo>
                <a:lnTo>
                  <a:pt x="2122170" y="76212"/>
                </a:lnTo>
                <a:close/>
              </a:path>
              <a:path w="2136140" h="81280">
                <a:moveTo>
                  <a:pt x="2124697" y="80010"/>
                </a:moveTo>
                <a:lnTo>
                  <a:pt x="1991347" y="80010"/>
                </a:lnTo>
                <a:lnTo>
                  <a:pt x="1991347" y="81280"/>
                </a:lnTo>
                <a:lnTo>
                  <a:pt x="2124697" y="81280"/>
                </a:lnTo>
                <a:lnTo>
                  <a:pt x="2124697" y="80010"/>
                </a:lnTo>
                <a:close/>
              </a:path>
              <a:path w="2136140" h="81280">
                <a:moveTo>
                  <a:pt x="2124697" y="22872"/>
                </a:moveTo>
                <a:lnTo>
                  <a:pt x="33020" y="22872"/>
                </a:lnTo>
                <a:lnTo>
                  <a:pt x="33020" y="25412"/>
                </a:lnTo>
                <a:lnTo>
                  <a:pt x="38100" y="25412"/>
                </a:lnTo>
                <a:lnTo>
                  <a:pt x="38100" y="26682"/>
                </a:lnTo>
                <a:lnTo>
                  <a:pt x="43180" y="26682"/>
                </a:lnTo>
                <a:lnTo>
                  <a:pt x="43180" y="25412"/>
                </a:lnTo>
                <a:lnTo>
                  <a:pt x="2124697" y="25412"/>
                </a:lnTo>
                <a:lnTo>
                  <a:pt x="2124697" y="22872"/>
                </a:lnTo>
                <a:close/>
              </a:path>
              <a:path w="2136140" h="81280">
                <a:moveTo>
                  <a:pt x="2125967" y="20332"/>
                </a:moveTo>
                <a:lnTo>
                  <a:pt x="16497" y="20332"/>
                </a:lnTo>
                <a:lnTo>
                  <a:pt x="16497" y="21602"/>
                </a:lnTo>
                <a:lnTo>
                  <a:pt x="21577" y="21602"/>
                </a:lnTo>
                <a:lnTo>
                  <a:pt x="21577" y="22872"/>
                </a:lnTo>
                <a:lnTo>
                  <a:pt x="26670" y="22872"/>
                </a:lnTo>
                <a:lnTo>
                  <a:pt x="26670" y="21602"/>
                </a:lnTo>
                <a:lnTo>
                  <a:pt x="2124697" y="21602"/>
                </a:lnTo>
                <a:lnTo>
                  <a:pt x="2124697" y="22872"/>
                </a:lnTo>
                <a:lnTo>
                  <a:pt x="2125967" y="22872"/>
                </a:lnTo>
                <a:lnTo>
                  <a:pt x="2125967" y="21602"/>
                </a:lnTo>
                <a:lnTo>
                  <a:pt x="2125967" y="20332"/>
                </a:lnTo>
                <a:close/>
              </a:path>
              <a:path w="2136140" h="81280">
                <a:moveTo>
                  <a:pt x="2131047" y="10172"/>
                </a:moveTo>
                <a:lnTo>
                  <a:pt x="1270" y="10172"/>
                </a:lnTo>
                <a:lnTo>
                  <a:pt x="1270" y="12712"/>
                </a:lnTo>
                <a:lnTo>
                  <a:pt x="2527" y="12712"/>
                </a:lnTo>
                <a:lnTo>
                  <a:pt x="2527" y="15252"/>
                </a:lnTo>
                <a:lnTo>
                  <a:pt x="2527" y="16522"/>
                </a:lnTo>
                <a:lnTo>
                  <a:pt x="6350" y="16522"/>
                </a:lnTo>
                <a:lnTo>
                  <a:pt x="6350" y="19062"/>
                </a:lnTo>
                <a:lnTo>
                  <a:pt x="11430" y="19062"/>
                </a:lnTo>
                <a:lnTo>
                  <a:pt x="11430" y="20332"/>
                </a:lnTo>
                <a:lnTo>
                  <a:pt x="16497" y="20332"/>
                </a:lnTo>
                <a:lnTo>
                  <a:pt x="16497" y="19062"/>
                </a:lnTo>
                <a:lnTo>
                  <a:pt x="2125967" y="19062"/>
                </a:lnTo>
                <a:lnTo>
                  <a:pt x="2125967" y="20332"/>
                </a:lnTo>
                <a:lnTo>
                  <a:pt x="2127250" y="20332"/>
                </a:lnTo>
                <a:lnTo>
                  <a:pt x="2127250" y="19062"/>
                </a:lnTo>
                <a:lnTo>
                  <a:pt x="2127250" y="16522"/>
                </a:lnTo>
                <a:lnTo>
                  <a:pt x="2128520" y="16522"/>
                </a:lnTo>
                <a:lnTo>
                  <a:pt x="2128520" y="15252"/>
                </a:lnTo>
                <a:lnTo>
                  <a:pt x="2129764" y="15252"/>
                </a:lnTo>
                <a:lnTo>
                  <a:pt x="2129764" y="12712"/>
                </a:lnTo>
                <a:lnTo>
                  <a:pt x="2131047" y="12712"/>
                </a:lnTo>
                <a:lnTo>
                  <a:pt x="2131047" y="10172"/>
                </a:lnTo>
                <a:close/>
              </a:path>
              <a:path w="2136140" h="81280">
                <a:moveTo>
                  <a:pt x="2133600" y="5080"/>
                </a:moveTo>
                <a:lnTo>
                  <a:pt x="1856854" y="5080"/>
                </a:lnTo>
                <a:lnTo>
                  <a:pt x="1856854" y="7632"/>
                </a:lnTo>
                <a:lnTo>
                  <a:pt x="1755279" y="7632"/>
                </a:lnTo>
                <a:lnTo>
                  <a:pt x="1755279" y="5080"/>
                </a:lnTo>
                <a:lnTo>
                  <a:pt x="1270" y="5080"/>
                </a:lnTo>
                <a:lnTo>
                  <a:pt x="1270" y="7632"/>
                </a:lnTo>
                <a:lnTo>
                  <a:pt x="1270" y="8001"/>
                </a:lnTo>
                <a:lnTo>
                  <a:pt x="1270" y="10160"/>
                </a:lnTo>
                <a:lnTo>
                  <a:pt x="2132317" y="10160"/>
                </a:lnTo>
                <a:lnTo>
                  <a:pt x="2132317" y="8001"/>
                </a:lnTo>
                <a:lnTo>
                  <a:pt x="2132317" y="7632"/>
                </a:lnTo>
                <a:lnTo>
                  <a:pt x="2133600" y="7632"/>
                </a:lnTo>
                <a:lnTo>
                  <a:pt x="2133600" y="5080"/>
                </a:lnTo>
                <a:close/>
              </a:path>
              <a:path w="2136140" h="81280">
                <a:moveTo>
                  <a:pt x="2136114" y="0"/>
                </a:moveTo>
                <a:lnTo>
                  <a:pt x="1856854" y="0"/>
                </a:lnTo>
                <a:lnTo>
                  <a:pt x="1856854" y="1270"/>
                </a:lnTo>
                <a:lnTo>
                  <a:pt x="1856854" y="3810"/>
                </a:lnTo>
                <a:lnTo>
                  <a:pt x="2134870" y="3810"/>
                </a:lnTo>
                <a:lnTo>
                  <a:pt x="2134870" y="1270"/>
                </a:lnTo>
                <a:lnTo>
                  <a:pt x="2136114" y="1270"/>
                </a:lnTo>
                <a:lnTo>
                  <a:pt x="2136114" y="0"/>
                </a:lnTo>
                <a:close/>
              </a:path>
            </a:pathLst>
          </a:custGeom>
          <a:solidFill>
            <a:srgbClr val="A8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6695427" y="2138692"/>
            <a:ext cx="891540" cy="69850"/>
          </a:xfrm>
          <a:custGeom>
            <a:avLst/>
            <a:gdLst/>
            <a:ahLst/>
            <a:cxnLst/>
            <a:rect l="l" t="t" r="r" b="b"/>
            <a:pathLst>
              <a:path w="891540" h="69850">
                <a:moveTo>
                  <a:pt x="45707" y="68567"/>
                </a:moveTo>
                <a:lnTo>
                  <a:pt x="41897" y="68567"/>
                </a:lnTo>
                <a:lnTo>
                  <a:pt x="41897" y="69837"/>
                </a:lnTo>
                <a:lnTo>
                  <a:pt x="45707" y="69837"/>
                </a:lnTo>
                <a:lnTo>
                  <a:pt x="45707" y="68567"/>
                </a:lnTo>
                <a:close/>
              </a:path>
              <a:path w="891540" h="69850">
                <a:moveTo>
                  <a:pt x="767080" y="67310"/>
                </a:moveTo>
                <a:lnTo>
                  <a:pt x="53327" y="67310"/>
                </a:lnTo>
                <a:lnTo>
                  <a:pt x="53327" y="66040"/>
                </a:lnTo>
                <a:lnTo>
                  <a:pt x="49530" y="66040"/>
                </a:lnTo>
                <a:lnTo>
                  <a:pt x="49530" y="67310"/>
                </a:lnTo>
                <a:lnTo>
                  <a:pt x="49530" y="68580"/>
                </a:lnTo>
                <a:lnTo>
                  <a:pt x="760730" y="68580"/>
                </a:lnTo>
                <a:lnTo>
                  <a:pt x="760730" y="69850"/>
                </a:lnTo>
                <a:lnTo>
                  <a:pt x="763257" y="69850"/>
                </a:lnTo>
                <a:lnTo>
                  <a:pt x="763257" y="68580"/>
                </a:lnTo>
                <a:lnTo>
                  <a:pt x="767080" y="68580"/>
                </a:lnTo>
                <a:lnTo>
                  <a:pt x="767080" y="67310"/>
                </a:lnTo>
                <a:close/>
              </a:path>
              <a:path w="891540" h="69850">
                <a:moveTo>
                  <a:pt x="772147" y="63500"/>
                </a:moveTo>
                <a:lnTo>
                  <a:pt x="64757" y="63500"/>
                </a:lnTo>
                <a:lnTo>
                  <a:pt x="64757" y="62230"/>
                </a:lnTo>
                <a:lnTo>
                  <a:pt x="60947" y="62230"/>
                </a:lnTo>
                <a:lnTo>
                  <a:pt x="60947" y="63500"/>
                </a:lnTo>
                <a:lnTo>
                  <a:pt x="57150" y="63500"/>
                </a:lnTo>
                <a:lnTo>
                  <a:pt x="57150" y="66040"/>
                </a:lnTo>
                <a:lnTo>
                  <a:pt x="767080" y="66040"/>
                </a:lnTo>
                <a:lnTo>
                  <a:pt x="767080" y="67310"/>
                </a:lnTo>
                <a:lnTo>
                  <a:pt x="769607" y="67310"/>
                </a:lnTo>
                <a:lnTo>
                  <a:pt x="769607" y="66040"/>
                </a:lnTo>
                <a:lnTo>
                  <a:pt x="772147" y="66040"/>
                </a:lnTo>
                <a:lnTo>
                  <a:pt x="772147" y="63500"/>
                </a:lnTo>
                <a:close/>
              </a:path>
              <a:path w="891540" h="69850">
                <a:moveTo>
                  <a:pt x="782307" y="60960"/>
                </a:moveTo>
                <a:lnTo>
                  <a:pt x="72377" y="60960"/>
                </a:lnTo>
                <a:lnTo>
                  <a:pt x="72377" y="59690"/>
                </a:lnTo>
                <a:lnTo>
                  <a:pt x="68580" y="59690"/>
                </a:lnTo>
                <a:lnTo>
                  <a:pt x="68580" y="60960"/>
                </a:lnTo>
                <a:lnTo>
                  <a:pt x="68580" y="62230"/>
                </a:lnTo>
                <a:lnTo>
                  <a:pt x="775957" y="62230"/>
                </a:lnTo>
                <a:lnTo>
                  <a:pt x="775957" y="63500"/>
                </a:lnTo>
                <a:lnTo>
                  <a:pt x="778497" y="63500"/>
                </a:lnTo>
                <a:lnTo>
                  <a:pt x="778497" y="62230"/>
                </a:lnTo>
                <a:lnTo>
                  <a:pt x="782307" y="62230"/>
                </a:lnTo>
                <a:lnTo>
                  <a:pt x="782307" y="60960"/>
                </a:lnTo>
                <a:close/>
              </a:path>
              <a:path w="891540" h="69850">
                <a:moveTo>
                  <a:pt x="788657" y="57150"/>
                </a:moveTo>
                <a:lnTo>
                  <a:pt x="82550" y="57150"/>
                </a:lnTo>
                <a:lnTo>
                  <a:pt x="82550" y="55880"/>
                </a:lnTo>
                <a:lnTo>
                  <a:pt x="79997" y="55880"/>
                </a:lnTo>
                <a:lnTo>
                  <a:pt x="79997" y="57150"/>
                </a:lnTo>
                <a:lnTo>
                  <a:pt x="76200" y="57150"/>
                </a:lnTo>
                <a:lnTo>
                  <a:pt x="76200" y="59690"/>
                </a:lnTo>
                <a:lnTo>
                  <a:pt x="782307" y="59690"/>
                </a:lnTo>
                <a:lnTo>
                  <a:pt x="782307" y="60960"/>
                </a:lnTo>
                <a:lnTo>
                  <a:pt x="784847" y="60960"/>
                </a:lnTo>
                <a:lnTo>
                  <a:pt x="784847" y="59690"/>
                </a:lnTo>
                <a:lnTo>
                  <a:pt x="788657" y="59690"/>
                </a:lnTo>
                <a:lnTo>
                  <a:pt x="788657" y="57150"/>
                </a:lnTo>
                <a:close/>
              </a:path>
              <a:path w="891540" h="69850">
                <a:moveTo>
                  <a:pt x="795007" y="54610"/>
                </a:moveTo>
                <a:lnTo>
                  <a:pt x="90157" y="54610"/>
                </a:lnTo>
                <a:lnTo>
                  <a:pt x="90157" y="53340"/>
                </a:lnTo>
                <a:lnTo>
                  <a:pt x="86347" y="53340"/>
                </a:lnTo>
                <a:lnTo>
                  <a:pt x="86347" y="54610"/>
                </a:lnTo>
                <a:lnTo>
                  <a:pt x="86347" y="55880"/>
                </a:lnTo>
                <a:lnTo>
                  <a:pt x="789927" y="55880"/>
                </a:lnTo>
                <a:lnTo>
                  <a:pt x="789927" y="57150"/>
                </a:lnTo>
                <a:lnTo>
                  <a:pt x="792480" y="57150"/>
                </a:lnTo>
                <a:lnTo>
                  <a:pt x="792480" y="55880"/>
                </a:lnTo>
                <a:lnTo>
                  <a:pt x="795007" y="55880"/>
                </a:lnTo>
                <a:lnTo>
                  <a:pt x="795007" y="54610"/>
                </a:lnTo>
                <a:close/>
              </a:path>
              <a:path w="891540" h="69850">
                <a:moveTo>
                  <a:pt x="800100" y="50800"/>
                </a:moveTo>
                <a:lnTo>
                  <a:pt x="101600" y="50800"/>
                </a:lnTo>
                <a:lnTo>
                  <a:pt x="101600" y="49530"/>
                </a:lnTo>
                <a:lnTo>
                  <a:pt x="97777" y="49530"/>
                </a:lnTo>
                <a:lnTo>
                  <a:pt x="97777" y="50800"/>
                </a:lnTo>
                <a:lnTo>
                  <a:pt x="93980" y="50800"/>
                </a:lnTo>
                <a:lnTo>
                  <a:pt x="93980" y="53340"/>
                </a:lnTo>
                <a:lnTo>
                  <a:pt x="795007" y="53340"/>
                </a:lnTo>
                <a:lnTo>
                  <a:pt x="795007" y="54610"/>
                </a:lnTo>
                <a:lnTo>
                  <a:pt x="797547" y="54610"/>
                </a:lnTo>
                <a:lnTo>
                  <a:pt x="797547" y="53340"/>
                </a:lnTo>
                <a:lnTo>
                  <a:pt x="800100" y="53340"/>
                </a:lnTo>
                <a:lnTo>
                  <a:pt x="800100" y="50800"/>
                </a:lnTo>
                <a:close/>
              </a:path>
              <a:path w="891540" h="69850">
                <a:moveTo>
                  <a:pt x="806450" y="48260"/>
                </a:moveTo>
                <a:lnTo>
                  <a:pt x="109207" y="48260"/>
                </a:lnTo>
                <a:lnTo>
                  <a:pt x="109207" y="46990"/>
                </a:lnTo>
                <a:lnTo>
                  <a:pt x="105397" y="46990"/>
                </a:lnTo>
                <a:lnTo>
                  <a:pt x="105397" y="48260"/>
                </a:lnTo>
                <a:lnTo>
                  <a:pt x="105397" y="49530"/>
                </a:lnTo>
                <a:lnTo>
                  <a:pt x="802627" y="49530"/>
                </a:lnTo>
                <a:lnTo>
                  <a:pt x="802627" y="50800"/>
                </a:lnTo>
                <a:lnTo>
                  <a:pt x="803897" y="50800"/>
                </a:lnTo>
                <a:lnTo>
                  <a:pt x="803897" y="49530"/>
                </a:lnTo>
                <a:lnTo>
                  <a:pt x="806450" y="49530"/>
                </a:lnTo>
                <a:lnTo>
                  <a:pt x="806450" y="48260"/>
                </a:lnTo>
                <a:close/>
              </a:path>
              <a:path w="891540" h="69850">
                <a:moveTo>
                  <a:pt x="811530" y="44450"/>
                </a:moveTo>
                <a:lnTo>
                  <a:pt x="120650" y="44450"/>
                </a:lnTo>
                <a:lnTo>
                  <a:pt x="120650" y="43180"/>
                </a:lnTo>
                <a:lnTo>
                  <a:pt x="116827" y="43180"/>
                </a:lnTo>
                <a:lnTo>
                  <a:pt x="116827" y="44450"/>
                </a:lnTo>
                <a:lnTo>
                  <a:pt x="113030" y="44450"/>
                </a:lnTo>
                <a:lnTo>
                  <a:pt x="113030" y="46990"/>
                </a:lnTo>
                <a:lnTo>
                  <a:pt x="806450" y="46990"/>
                </a:lnTo>
                <a:lnTo>
                  <a:pt x="806450" y="48260"/>
                </a:lnTo>
                <a:lnTo>
                  <a:pt x="808977" y="48260"/>
                </a:lnTo>
                <a:lnTo>
                  <a:pt x="808977" y="46990"/>
                </a:lnTo>
                <a:lnTo>
                  <a:pt x="811530" y="46990"/>
                </a:lnTo>
                <a:lnTo>
                  <a:pt x="811530" y="44450"/>
                </a:lnTo>
                <a:close/>
              </a:path>
              <a:path w="891540" h="69850">
                <a:moveTo>
                  <a:pt x="817880" y="41910"/>
                </a:moveTo>
                <a:lnTo>
                  <a:pt x="127000" y="41910"/>
                </a:lnTo>
                <a:lnTo>
                  <a:pt x="127000" y="40640"/>
                </a:lnTo>
                <a:lnTo>
                  <a:pt x="123177" y="40640"/>
                </a:lnTo>
                <a:lnTo>
                  <a:pt x="123177" y="41910"/>
                </a:lnTo>
                <a:lnTo>
                  <a:pt x="123177" y="43180"/>
                </a:lnTo>
                <a:lnTo>
                  <a:pt x="814057" y="43180"/>
                </a:lnTo>
                <a:lnTo>
                  <a:pt x="814057" y="44450"/>
                </a:lnTo>
                <a:lnTo>
                  <a:pt x="815327" y="44450"/>
                </a:lnTo>
                <a:lnTo>
                  <a:pt x="815327" y="43180"/>
                </a:lnTo>
                <a:lnTo>
                  <a:pt x="817880" y="43180"/>
                </a:lnTo>
                <a:lnTo>
                  <a:pt x="817880" y="41910"/>
                </a:lnTo>
                <a:close/>
              </a:path>
              <a:path w="891540" h="69850">
                <a:moveTo>
                  <a:pt x="822947" y="38100"/>
                </a:moveTo>
                <a:lnTo>
                  <a:pt x="138430" y="38100"/>
                </a:lnTo>
                <a:lnTo>
                  <a:pt x="138430" y="36830"/>
                </a:lnTo>
                <a:lnTo>
                  <a:pt x="134607" y="36830"/>
                </a:lnTo>
                <a:lnTo>
                  <a:pt x="134607" y="38100"/>
                </a:lnTo>
                <a:lnTo>
                  <a:pt x="130797" y="38100"/>
                </a:lnTo>
                <a:lnTo>
                  <a:pt x="130797" y="40640"/>
                </a:lnTo>
                <a:lnTo>
                  <a:pt x="817880" y="40640"/>
                </a:lnTo>
                <a:lnTo>
                  <a:pt x="817880" y="41910"/>
                </a:lnTo>
                <a:lnTo>
                  <a:pt x="820407" y="41910"/>
                </a:lnTo>
                <a:lnTo>
                  <a:pt x="820407" y="40640"/>
                </a:lnTo>
                <a:lnTo>
                  <a:pt x="822947" y="40640"/>
                </a:lnTo>
                <a:lnTo>
                  <a:pt x="822947" y="38100"/>
                </a:lnTo>
                <a:close/>
              </a:path>
              <a:path w="891540" h="69850">
                <a:moveTo>
                  <a:pt x="829297" y="35560"/>
                </a:moveTo>
                <a:lnTo>
                  <a:pt x="146050" y="35560"/>
                </a:lnTo>
                <a:lnTo>
                  <a:pt x="146050" y="34290"/>
                </a:lnTo>
                <a:lnTo>
                  <a:pt x="142227" y="34290"/>
                </a:lnTo>
                <a:lnTo>
                  <a:pt x="142227" y="35560"/>
                </a:lnTo>
                <a:lnTo>
                  <a:pt x="142227" y="36830"/>
                </a:lnTo>
                <a:lnTo>
                  <a:pt x="825474" y="36830"/>
                </a:lnTo>
                <a:lnTo>
                  <a:pt x="825474" y="38100"/>
                </a:lnTo>
                <a:lnTo>
                  <a:pt x="828027" y="38100"/>
                </a:lnTo>
                <a:lnTo>
                  <a:pt x="828027" y="36830"/>
                </a:lnTo>
                <a:lnTo>
                  <a:pt x="829297" y="36830"/>
                </a:lnTo>
                <a:lnTo>
                  <a:pt x="829297" y="35560"/>
                </a:lnTo>
                <a:close/>
              </a:path>
              <a:path w="891540" h="69850">
                <a:moveTo>
                  <a:pt x="834377" y="31750"/>
                </a:moveTo>
                <a:lnTo>
                  <a:pt x="157480" y="31750"/>
                </a:lnTo>
                <a:lnTo>
                  <a:pt x="157480" y="30480"/>
                </a:lnTo>
                <a:lnTo>
                  <a:pt x="153657" y="30480"/>
                </a:lnTo>
                <a:lnTo>
                  <a:pt x="153657" y="31750"/>
                </a:lnTo>
                <a:lnTo>
                  <a:pt x="149847" y="31750"/>
                </a:lnTo>
                <a:lnTo>
                  <a:pt x="149847" y="34290"/>
                </a:lnTo>
                <a:lnTo>
                  <a:pt x="829297" y="34290"/>
                </a:lnTo>
                <a:lnTo>
                  <a:pt x="829297" y="35560"/>
                </a:lnTo>
                <a:lnTo>
                  <a:pt x="831850" y="35560"/>
                </a:lnTo>
                <a:lnTo>
                  <a:pt x="831850" y="34290"/>
                </a:lnTo>
                <a:lnTo>
                  <a:pt x="834377" y="34290"/>
                </a:lnTo>
                <a:lnTo>
                  <a:pt x="834377" y="31750"/>
                </a:lnTo>
                <a:close/>
              </a:path>
              <a:path w="891540" h="69850">
                <a:moveTo>
                  <a:pt x="840727" y="29210"/>
                </a:moveTo>
                <a:lnTo>
                  <a:pt x="163830" y="29210"/>
                </a:lnTo>
                <a:lnTo>
                  <a:pt x="163830" y="27940"/>
                </a:lnTo>
                <a:lnTo>
                  <a:pt x="161277" y="27940"/>
                </a:lnTo>
                <a:lnTo>
                  <a:pt x="161277" y="29210"/>
                </a:lnTo>
                <a:lnTo>
                  <a:pt x="161277" y="30480"/>
                </a:lnTo>
                <a:lnTo>
                  <a:pt x="836904" y="30480"/>
                </a:lnTo>
                <a:lnTo>
                  <a:pt x="836904" y="31750"/>
                </a:lnTo>
                <a:lnTo>
                  <a:pt x="839457" y="31750"/>
                </a:lnTo>
                <a:lnTo>
                  <a:pt x="839457" y="30480"/>
                </a:lnTo>
                <a:lnTo>
                  <a:pt x="840727" y="30480"/>
                </a:lnTo>
                <a:lnTo>
                  <a:pt x="840727" y="29210"/>
                </a:lnTo>
                <a:close/>
              </a:path>
              <a:path w="891540" h="69850">
                <a:moveTo>
                  <a:pt x="845807" y="25400"/>
                </a:moveTo>
                <a:lnTo>
                  <a:pt x="175247" y="25400"/>
                </a:lnTo>
                <a:lnTo>
                  <a:pt x="175247" y="24130"/>
                </a:lnTo>
                <a:lnTo>
                  <a:pt x="171450" y="24130"/>
                </a:lnTo>
                <a:lnTo>
                  <a:pt x="171450" y="25400"/>
                </a:lnTo>
                <a:lnTo>
                  <a:pt x="167627" y="25400"/>
                </a:lnTo>
                <a:lnTo>
                  <a:pt x="167627" y="27940"/>
                </a:lnTo>
                <a:lnTo>
                  <a:pt x="840727" y="27940"/>
                </a:lnTo>
                <a:lnTo>
                  <a:pt x="840727" y="29210"/>
                </a:lnTo>
                <a:lnTo>
                  <a:pt x="843280" y="29210"/>
                </a:lnTo>
                <a:lnTo>
                  <a:pt x="843280" y="27940"/>
                </a:lnTo>
                <a:lnTo>
                  <a:pt x="845807" y="27940"/>
                </a:lnTo>
                <a:lnTo>
                  <a:pt x="845807" y="25400"/>
                </a:lnTo>
                <a:close/>
              </a:path>
              <a:path w="891540" h="69850">
                <a:moveTo>
                  <a:pt x="853427" y="22860"/>
                </a:moveTo>
                <a:lnTo>
                  <a:pt x="182880" y="22860"/>
                </a:lnTo>
                <a:lnTo>
                  <a:pt x="182880" y="21590"/>
                </a:lnTo>
                <a:lnTo>
                  <a:pt x="179057" y="21590"/>
                </a:lnTo>
                <a:lnTo>
                  <a:pt x="179057" y="22860"/>
                </a:lnTo>
                <a:lnTo>
                  <a:pt x="179057" y="24130"/>
                </a:lnTo>
                <a:lnTo>
                  <a:pt x="848347" y="24130"/>
                </a:lnTo>
                <a:lnTo>
                  <a:pt x="848347" y="25400"/>
                </a:lnTo>
                <a:lnTo>
                  <a:pt x="850900" y="25400"/>
                </a:lnTo>
                <a:lnTo>
                  <a:pt x="850900" y="24130"/>
                </a:lnTo>
                <a:lnTo>
                  <a:pt x="853427" y="24130"/>
                </a:lnTo>
                <a:lnTo>
                  <a:pt x="853427" y="22860"/>
                </a:lnTo>
                <a:close/>
              </a:path>
              <a:path w="891540" h="69850">
                <a:moveTo>
                  <a:pt x="857224" y="19050"/>
                </a:moveTo>
                <a:lnTo>
                  <a:pt x="185407" y="19050"/>
                </a:lnTo>
                <a:lnTo>
                  <a:pt x="185407" y="21590"/>
                </a:lnTo>
                <a:lnTo>
                  <a:pt x="853427" y="21590"/>
                </a:lnTo>
                <a:lnTo>
                  <a:pt x="853427" y="22860"/>
                </a:lnTo>
                <a:lnTo>
                  <a:pt x="854697" y="22860"/>
                </a:lnTo>
                <a:lnTo>
                  <a:pt x="854697" y="21590"/>
                </a:lnTo>
                <a:lnTo>
                  <a:pt x="857224" y="21590"/>
                </a:lnTo>
                <a:lnTo>
                  <a:pt x="857224" y="19050"/>
                </a:lnTo>
                <a:close/>
              </a:path>
              <a:path w="891540" h="69850">
                <a:moveTo>
                  <a:pt x="864857" y="16510"/>
                </a:moveTo>
                <a:lnTo>
                  <a:pt x="143497" y="16510"/>
                </a:lnTo>
                <a:lnTo>
                  <a:pt x="143497" y="17780"/>
                </a:lnTo>
                <a:lnTo>
                  <a:pt x="156197" y="17780"/>
                </a:lnTo>
                <a:lnTo>
                  <a:pt x="156197" y="19050"/>
                </a:lnTo>
                <a:lnTo>
                  <a:pt x="167627" y="19050"/>
                </a:lnTo>
                <a:lnTo>
                  <a:pt x="167627" y="17780"/>
                </a:lnTo>
                <a:lnTo>
                  <a:pt x="859777" y="17780"/>
                </a:lnTo>
                <a:lnTo>
                  <a:pt x="859777" y="19050"/>
                </a:lnTo>
                <a:lnTo>
                  <a:pt x="862330" y="19050"/>
                </a:lnTo>
                <a:lnTo>
                  <a:pt x="862330" y="17780"/>
                </a:lnTo>
                <a:lnTo>
                  <a:pt x="864857" y="17780"/>
                </a:lnTo>
                <a:lnTo>
                  <a:pt x="864857" y="16510"/>
                </a:lnTo>
                <a:close/>
              </a:path>
              <a:path w="891540" h="69850">
                <a:moveTo>
                  <a:pt x="868680" y="12700"/>
                </a:moveTo>
                <a:lnTo>
                  <a:pt x="120650" y="12700"/>
                </a:lnTo>
                <a:lnTo>
                  <a:pt x="120650" y="15240"/>
                </a:lnTo>
                <a:lnTo>
                  <a:pt x="132080" y="15240"/>
                </a:lnTo>
                <a:lnTo>
                  <a:pt x="132080" y="16510"/>
                </a:lnTo>
                <a:lnTo>
                  <a:pt x="143497" y="16510"/>
                </a:lnTo>
                <a:lnTo>
                  <a:pt x="143497" y="15240"/>
                </a:lnTo>
                <a:lnTo>
                  <a:pt x="864857" y="15240"/>
                </a:lnTo>
                <a:lnTo>
                  <a:pt x="864857" y="16510"/>
                </a:lnTo>
                <a:lnTo>
                  <a:pt x="866127" y="16510"/>
                </a:lnTo>
                <a:lnTo>
                  <a:pt x="866127" y="15240"/>
                </a:lnTo>
                <a:lnTo>
                  <a:pt x="868680" y="15240"/>
                </a:lnTo>
                <a:lnTo>
                  <a:pt x="868680" y="12700"/>
                </a:lnTo>
                <a:close/>
              </a:path>
              <a:path w="891540" h="69850">
                <a:moveTo>
                  <a:pt x="876274" y="10160"/>
                </a:moveTo>
                <a:lnTo>
                  <a:pt x="83807" y="10160"/>
                </a:lnTo>
                <a:lnTo>
                  <a:pt x="83807" y="11430"/>
                </a:lnTo>
                <a:lnTo>
                  <a:pt x="96507" y="11430"/>
                </a:lnTo>
                <a:lnTo>
                  <a:pt x="96507" y="12700"/>
                </a:lnTo>
                <a:lnTo>
                  <a:pt x="107950" y="12700"/>
                </a:lnTo>
                <a:lnTo>
                  <a:pt x="107950" y="11430"/>
                </a:lnTo>
                <a:lnTo>
                  <a:pt x="871207" y="11430"/>
                </a:lnTo>
                <a:lnTo>
                  <a:pt x="871207" y="12700"/>
                </a:lnTo>
                <a:lnTo>
                  <a:pt x="873747" y="12700"/>
                </a:lnTo>
                <a:lnTo>
                  <a:pt x="873747" y="11430"/>
                </a:lnTo>
                <a:lnTo>
                  <a:pt x="876274" y="11430"/>
                </a:lnTo>
                <a:lnTo>
                  <a:pt x="876274" y="10160"/>
                </a:lnTo>
                <a:close/>
              </a:path>
              <a:path w="891540" h="69850">
                <a:moveTo>
                  <a:pt x="880097" y="6350"/>
                </a:moveTo>
                <a:lnTo>
                  <a:pt x="59677" y="6350"/>
                </a:lnTo>
                <a:lnTo>
                  <a:pt x="59677" y="8890"/>
                </a:lnTo>
                <a:lnTo>
                  <a:pt x="72377" y="8890"/>
                </a:lnTo>
                <a:lnTo>
                  <a:pt x="72377" y="10160"/>
                </a:lnTo>
                <a:lnTo>
                  <a:pt x="83807" y="10160"/>
                </a:lnTo>
                <a:lnTo>
                  <a:pt x="83807" y="8890"/>
                </a:lnTo>
                <a:lnTo>
                  <a:pt x="876274" y="8890"/>
                </a:lnTo>
                <a:lnTo>
                  <a:pt x="876274" y="10160"/>
                </a:lnTo>
                <a:lnTo>
                  <a:pt x="878827" y="10160"/>
                </a:lnTo>
                <a:lnTo>
                  <a:pt x="878827" y="8890"/>
                </a:lnTo>
                <a:lnTo>
                  <a:pt x="880097" y="8890"/>
                </a:lnTo>
                <a:lnTo>
                  <a:pt x="880097" y="6350"/>
                </a:lnTo>
                <a:close/>
              </a:path>
              <a:path w="891540" h="69850">
                <a:moveTo>
                  <a:pt x="887730" y="3810"/>
                </a:moveTo>
                <a:lnTo>
                  <a:pt x="24130" y="3810"/>
                </a:lnTo>
                <a:lnTo>
                  <a:pt x="24130" y="5080"/>
                </a:lnTo>
                <a:lnTo>
                  <a:pt x="36830" y="5080"/>
                </a:lnTo>
                <a:lnTo>
                  <a:pt x="36830" y="6350"/>
                </a:lnTo>
                <a:lnTo>
                  <a:pt x="48247" y="6350"/>
                </a:lnTo>
                <a:lnTo>
                  <a:pt x="48247" y="5080"/>
                </a:lnTo>
                <a:lnTo>
                  <a:pt x="882650" y="5080"/>
                </a:lnTo>
                <a:lnTo>
                  <a:pt x="882650" y="6350"/>
                </a:lnTo>
                <a:lnTo>
                  <a:pt x="885177" y="6350"/>
                </a:lnTo>
                <a:lnTo>
                  <a:pt x="885177" y="5080"/>
                </a:lnTo>
                <a:lnTo>
                  <a:pt x="887730" y="5080"/>
                </a:lnTo>
                <a:lnTo>
                  <a:pt x="887730" y="3810"/>
                </a:lnTo>
                <a:close/>
              </a:path>
              <a:path w="891540" h="69850">
                <a:moveTo>
                  <a:pt x="891527" y="0"/>
                </a:moveTo>
                <a:lnTo>
                  <a:pt x="0" y="0"/>
                </a:lnTo>
                <a:lnTo>
                  <a:pt x="0" y="2540"/>
                </a:lnTo>
                <a:lnTo>
                  <a:pt x="12700" y="2540"/>
                </a:lnTo>
                <a:lnTo>
                  <a:pt x="12700" y="3810"/>
                </a:lnTo>
                <a:lnTo>
                  <a:pt x="24130" y="3810"/>
                </a:lnTo>
                <a:lnTo>
                  <a:pt x="24130" y="2540"/>
                </a:lnTo>
                <a:lnTo>
                  <a:pt x="887730" y="2540"/>
                </a:lnTo>
                <a:lnTo>
                  <a:pt x="887730" y="3810"/>
                </a:lnTo>
                <a:lnTo>
                  <a:pt x="890257" y="3810"/>
                </a:lnTo>
                <a:lnTo>
                  <a:pt x="890257" y="2540"/>
                </a:lnTo>
                <a:lnTo>
                  <a:pt x="891527" y="2540"/>
                </a:lnTo>
                <a:lnTo>
                  <a:pt x="891527" y="0"/>
                </a:lnTo>
                <a:close/>
              </a:path>
            </a:pathLst>
          </a:custGeom>
          <a:solidFill>
            <a:srgbClr val="A7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7692377" y="2202192"/>
            <a:ext cx="116839" cy="6350"/>
          </a:xfrm>
          <a:custGeom>
            <a:avLst/>
            <a:gdLst/>
            <a:ahLst/>
            <a:cxnLst/>
            <a:rect l="l" t="t" r="r" b="b"/>
            <a:pathLst>
              <a:path w="116840" h="6350">
                <a:moveTo>
                  <a:pt x="114300" y="0"/>
                </a:moveTo>
                <a:lnTo>
                  <a:pt x="0" y="0"/>
                </a:lnTo>
                <a:lnTo>
                  <a:pt x="0" y="2540"/>
                </a:lnTo>
                <a:lnTo>
                  <a:pt x="1257" y="2540"/>
                </a:lnTo>
                <a:lnTo>
                  <a:pt x="1257" y="3810"/>
                </a:lnTo>
                <a:lnTo>
                  <a:pt x="2527" y="3810"/>
                </a:lnTo>
                <a:lnTo>
                  <a:pt x="2527" y="2540"/>
                </a:lnTo>
                <a:lnTo>
                  <a:pt x="114300" y="2540"/>
                </a:lnTo>
                <a:lnTo>
                  <a:pt x="114300" y="0"/>
                </a:lnTo>
                <a:close/>
              </a:path>
              <a:path w="116840" h="6350">
                <a:moveTo>
                  <a:pt x="116827" y="5067"/>
                </a:moveTo>
                <a:lnTo>
                  <a:pt x="115544" y="5067"/>
                </a:lnTo>
                <a:lnTo>
                  <a:pt x="115544" y="3810"/>
                </a:lnTo>
                <a:lnTo>
                  <a:pt x="115544" y="2540"/>
                </a:lnTo>
                <a:lnTo>
                  <a:pt x="114300" y="2540"/>
                </a:lnTo>
                <a:lnTo>
                  <a:pt x="114300" y="3810"/>
                </a:lnTo>
                <a:lnTo>
                  <a:pt x="2527" y="3810"/>
                </a:lnTo>
                <a:lnTo>
                  <a:pt x="2527" y="5080"/>
                </a:lnTo>
                <a:lnTo>
                  <a:pt x="115544" y="5080"/>
                </a:lnTo>
                <a:lnTo>
                  <a:pt x="115544" y="6337"/>
                </a:lnTo>
                <a:lnTo>
                  <a:pt x="116827" y="6337"/>
                </a:lnTo>
                <a:lnTo>
                  <a:pt x="116827" y="5067"/>
                </a:lnTo>
                <a:close/>
              </a:path>
            </a:pathLst>
          </a:custGeom>
          <a:solidFill>
            <a:srgbClr val="A7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5864835" y="2164092"/>
            <a:ext cx="518795" cy="44450"/>
          </a:xfrm>
          <a:custGeom>
            <a:avLst/>
            <a:gdLst/>
            <a:ahLst/>
            <a:cxnLst/>
            <a:rect l="l" t="t" r="r" b="b"/>
            <a:pathLst>
              <a:path w="518795" h="44450">
                <a:moveTo>
                  <a:pt x="370852" y="41910"/>
                </a:moveTo>
                <a:lnTo>
                  <a:pt x="55892" y="41910"/>
                </a:lnTo>
                <a:lnTo>
                  <a:pt x="55892" y="43180"/>
                </a:lnTo>
                <a:lnTo>
                  <a:pt x="57150" y="43180"/>
                </a:lnTo>
                <a:lnTo>
                  <a:pt x="57150" y="44450"/>
                </a:lnTo>
                <a:lnTo>
                  <a:pt x="58420" y="44450"/>
                </a:lnTo>
                <a:lnTo>
                  <a:pt x="58420" y="43180"/>
                </a:lnTo>
                <a:lnTo>
                  <a:pt x="361950" y="43180"/>
                </a:lnTo>
                <a:lnTo>
                  <a:pt x="361950" y="44450"/>
                </a:lnTo>
                <a:lnTo>
                  <a:pt x="367042" y="44450"/>
                </a:lnTo>
                <a:lnTo>
                  <a:pt x="367042" y="43180"/>
                </a:lnTo>
                <a:lnTo>
                  <a:pt x="370852" y="43180"/>
                </a:lnTo>
                <a:lnTo>
                  <a:pt x="370852" y="41910"/>
                </a:lnTo>
                <a:close/>
              </a:path>
              <a:path w="518795" h="44450">
                <a:moveTo>
                  <a:pt x="379742" y="38100"/>
                </a:moveTo>
                <a:lnTo>
                  <a:pt x="52070" y="38100"/>
                </a:lnTo>
                <a:lnTo>
                  <a:pt x="52070" y="40640"/>
                </a:lnTo>
                <a:lnTo>
                  <a:pt x="53352" y="40640"/>
                </a:lnTo>
                <a:lnTo>
                  <a:pt x="53352" y="41910"/>
                </a:lnTo>
                <a:lnTo>
                  <a:pt x="55892" y="41910"/>
                </a:lnTo>
                <a:lnTo>
                  <a:pt x="55892" y="40640"/>
                </a:lnTo>
                <a:lnTo>
                  <a:pt x="370852" y="40640"/>
                </a:lnTo>
                <a:lnTo>
                  <a:pt x="370852" y="41910"/>
                </a:lnTo>
                <a:lnTo>
                  <a:pt x="375920" y="41910"/>
                </a:lnTo>
                <a:lnTo>
                  <a:pt x="375920" y="40640"/>
                </a:lnTo>
                <a:lnTo>
                  <a:pt x="379742" y="40640"/>
                </a:lnTo>
                <a:lnTo>
                  <a:pt x="379742" y="38100"/>
                </a:lnTo>
                <a:close/>
              </a:path>
              <a:path w="518795" h="44450">
                <a:moveTo>
                  <a:pt x="393700" y="35560"/>
                </a:moveTo>
                <a:lnTo>
                  <a:pt x="47002" y="35560"/>
                </a:lnTo>
                <a:lnTo>
                  <a:pt x="47002" y="36830"/>
                </a:lnTo>
                <a:lnTo>
                  <a:pt x="48272" y="36830"/>
                </a:lnTo>
                <a:lnTo>
                  <a:pt x="48272" y="38100"/>
                </a:lnTo>
                <a:lnTo>
                  <a:pt x="49542" y="38100"/>
                </a:lnTo>
                <a:lnTo>
                  <a:pt x="49542" y="36830"/>
                </a:lnTo>
                <a:lnTo>
                  <a:pt x="384797" y="36830"/>
                </a:lnTo>
                <a:lnTo>
                  <a:pt x="384797" y="38100"/>
                </a:lnTo>
                <a:lnTo>
                  <a:pt x="389902" y="38100"/>
                </a:lnTo>
                <a:lnTo>
                  <a:pt x="389902" y="36830"/>
                </a:lnTo>
                <a:lnTo>
                  <a:pt x="393700" y="36830"/>
                </a:lnTo>
                <a:lnTo>
                  <a:pt x="393700" y="35560"/>
                </a:lnTo>
                <a:close/>
              </a:path>
              <a:path w="518795" h="44450">
                <a:moveTo>
                  <a:pt x="403847" y="31750"/>
                </a:moveTo>
                <a:lnTo>
                  <a:pt x="43192" y="31750"/>
                </a:lnTo>
                <a:lnTo>
                  <a:pt x="43192" y="34290"/>
                </a:lnTo>
                <a:lnTo>
                  <a:pt x="44450" y="34290"/>
                </a:lnTo>
                <a:lnTo>
                  <a:pt x="44450" y="35560"/>
                </a:lnTo>
                <a:lnTo>
                  <a:pt x="47002" y="35560"/>
                </a:lnTo>
                <a:lnTo>
                  <a:pt x="47002" y="34290"/>
                </a:lnTo>
                <a:lnTo>
                  <a:pt x="393700" y="34290"/>
                </a:lnTo>
                <a:lnTo>
                  <a:pt x="393700" y="35560"/>
                </a:lnTo>
                <a:lnTo>
                  <a:pt x="398792" y="35560"/>
                </a:lnTo>
                <a:lnTo>
                  <a:pt x="398792" y="34290"/>
                </a:lnTo>
                <a:lnTo>
                  <a:pt x="403847" y="34290"/>
                </a:lnTo>
                <a:lnTo>
                  <a:pt x="403847" y="31750"/>
                </a:lnTo>
                <a:close/>
              </a:path>
              <a:path w="518795" h="44450">
                <a:moveTo>
                  <a:pt x="416572" y="29210"/>
                </a:moveTo>
                <a:lnTo>
                  <a:pt x="38100" y="29210"/>
                </a:lnTo>
                <a:lnTo>
                  <a:pt x="38100" y="30480"/>
                </a:lnTo>
                <a:lnTo>
                  <a:pt x="39370" y="30480"/>
                </a:lnTo>
                <a:lnTo>
                  <a:pt x="39370" y="31750"/>
                </a:lnTo>
                <a:lnTo>
                  <a:pt x="41922" y="31750"/>
                </a:lnTo>
                <a:lnTo>
                  <a:pt x="41922" y="30480"/>
                </a:lnTo>
                <a:lnTo>
                  <a:pt x="407670" y="30480"/>
                </a:lnTo>
                <a:lnTo>
                  <a:pt x="407670" y="31750"/>
                </a:lnTo>
                <a:lnTo>
                  <a:pt x="412750" y="31750"/>
                </a:lnTo>
                <a:lnTo>
                  <a:pt x="412750" y="30480"/>
                </a:lnTo>
                <a:lnTo>
                  <a:pt x="416572" y="30480"/>
                </a:lnTo>
                <a:lnTo>
                  <a:pt x="416572" y="29210"/>
                </a:lnTo>
                <a:close/>
              </a:path>
              <a:path w="518795" h="44450">
                <a:moveTo>
                  <a:pt x="426720" y="25400"/>
                </a:moveTo>
                <a:lnTo>
                  <a:pt x="34302" y="25400"/>
                </a:lnTo>
                <a:lnTo>
                  <a:pt x="34302" y="27940"/>
                </a:lnTo>
                <a:lnTo>
                  <a:pt x="36842" y="27940"/>
                </a:lnTo>
                <a:lnTo>
                  <a:pt x="36842" y="29210"/>
                </a:lnTo>
                <a:lnTo>
                  <a:pt x="38100" y="29210"/>
                </a:lnTo>
                <a:lnTo>
                  <a:pt x="38100" y="27940"/>
                </a:lnTo>
                <a:lnTo>
                  <a:pt x="416572" y="27940"/>
                </a:lnTo>
                <a:lnTo>
                  <a:pt x="416572" y="29210"/>
                </a:lnTo>
                <a:lnTo>
                  <a:pt x="421652" y="29210"/>
                </a:lnTo>
                <a:lnTo>
                  <a:pt x="421652" y="27940"/>
                </a:lnTo>
                <a:lnTo>
                  <a:pt x="426720" y="27940"/>
                </a:lnTo>
                <a:lnTo>
                  <a:pt x="426720" y="25400"/>
                </a:lnTo>
                <a:close/>
              </a:path>
              <a:path w="518795" h="44450">
                <a:moveTo>
                  <a:pt x="440702" y="22860"/>
                </a:moveTo>
                <a:lnTo>
                  <a:pt x="29222" y="22860"/>
                </a:lnTo>
                <a:lnTo>
                  <a:pt x="29222" y="24130"/>
                </a:lnTo>
                <a:lnTo>
                  <a:pt x="31750" y="24130"/>
                </a:lnTo>
                <a:lnTo>
                  <a:pt x="31750" y="25400"/>
                </a:lnTo>
                <a:lnTo>
                  <a:pt x="33020" y="25400"/>
                </a:lnTo>
                <a:lnTo>
                  <a:pt x="33020" y="24130"/>
                </a:lnTo>
                <a:lnTo>
                  <a:pt x="430542" y="24130"/>
                </a:lnTo>
                <a:lnTo>
                  <a:pt x="430542" y="25400"/>
                </a:lnTo>
                <a:lnTo>
                  <a:pt x="435622" y="25400"/>
                </a:lnTo>
                <a:lnTo>
                  <a:pt x="435622" y="24130"/>
                </a:lnTo>
                <a:lnTo>
                  <a:pt x="440702" y="24130"/>
                </a:lnTo>
                <a:lnTo>
                  <a:pt x="440702" y="22860"/>
                </a:lnTo>
                <a:close/>
              </a:path>
              <a:path w="518795" h="44450">
                <a:moveTo>
                  <a:pt x="449592" y="19050"/>
                </a:moveTo>
                <a:lnTo>
                  <a:pt x="26670" y="19050"/>
                </a:lnTo>
                <a:lnTo>
                  <a:pt x="26670" y="21590"/>
                </a:lnTo>
                <a:lnTo>
                  <a:pt x="27952" y="21590"/>
                </a:lnTo>
                <a:lnTo>
                  <a:pt x="27952" y="22860"/>
                </a:lnTo>
                <a:lnTo>
                  <a:pt x="29222" y="22860"/>
                </a:lnTo>
                <a:lnTo>
                  <a:pt x="29222" y="21590"/>
                </a:lnTo>
                <a:lnTo>
                  <a:pt x="440702" y="21590"/>
                </a:lnTo>
                <a:lnTo>
                  <a:pt x="440702" y="22860"/>
                </a:lnTo>
                <a:lnTo>
                  <a:pt x="444500" y="22860"/>
                </a:lnTo>
                <a:lnTo>
                  <a:pt x="444500" y="21590"/>
                </a:lnTo>
                <a:lnTo>
                  <a:pt x="449592" y="21590"/>
                </a:lnTo>
                <a:lnTo>
                  <a:pt x="449592" y="19050"/>
                </a:lnTo>
                <a:close/>
              </a:path>
              <a:path w="518795" h="44450">
                <a:moveTo>
                  <a:pt x="463550" y="16510"/>
                </a:moveTo>
                <a:lnTo>
                  <a:pt x="20320" y="16510"/>
                </a:lnTo>
                <a:lnTo>
                  <a:pt x="20320" y="17780"/>
                </a:lnTo>
                <a:lnTo>
                  <a:pt x="22872" y="17780"/>
                </a:lnTo>
                <a:lnTo>
                  <a:pt x="22872" y="19050"/>
                </a:lnTo>
                <a:lnTo>
                  <a:pt x="24142" y="19050"/>
                </a:lnTo>
                <a:lnTo>
                  <a:pt x="24142" y="17780"/>
                </a:lnTo>
                <a:lnTo>
                  <a:pt x="454647" y="17780"/>
                </a:lnTo>
                <a:lnTo>
                  <a:pt x="454647" y="19050"/>
                </a:lnTo>
                <a:lnTo>
                  <a:pt x="458470" y="19050"/>
                </a:lnTo>
                <a:lnTo>
                  <a:pt x="458470" y="17780"/>
                </a:lnTo>
                <a:lnTo>
                  <a:pt x="463550" y="17780"/>
                </a:lnTo>
                <a:lnTo>
                  <a:pt x="463550" y="16510"/>
                </a:lnTo>
                <a:close/>
              </a:path>
              <a:path w="518795" h="44450">
                <a:moveTo>
                  <a:pt x="472452" y="12700"/>
                </a:moveTo>
                <a:lnTo>
                  <a:pt x="17792" y="12700"/>
                </a:lnTo>
                <a:lnTo>
                  <a:pt x="17792" y="15240"/>
                </a:lnTo>
                <a:lnTo>
                  <a:pt x="19050" y="15240"/>
                </a:lnTo>
                <a:lnTo>
                  <a:pt x="19050" y="16510"/>
                </a:lnTo>
                <a:lnTo>
                  <a:pt x="20320" y="16510"/>
                </a:lnTo>
                <a:lnTo>
                  <a:pt x="20320" y="15240"/>
                </a:lnTo>
                <a:lnTo>
                  <a:pt x="463550" y="15240"/>
                </a:lnTo>
                <a:lnTo>
                  <a:pt x="463550" y="16510"/>
                </a:lnTo>
                <a:lnTo>
                  <a:pt x="467372" y="16510"/>
                </a:lnTo>
                <a:lnTo>
                  <a:pt x="467372" y="15240"/>
                </a:lnTo>
                <a:lnTo>
                  <a:pt x="472452" y="15240"/>
                </a:lnTo>
                <a:lnTo>
                  <a:pt x="472452" y="12700"/>
                </a:lnTo>
                <a:close/>
              </a:path>
              <a:path w="518795" h="44450">
                <a:moveTo>
                  <a:pt x="486422" y="10160"/>
                </a:moveTo>
                <a:lnTo>
                  <a:pt x="12700" y="10160"/>
                </a:lnTo>
                <a:lnTo>
                  <a:pt x="12700" y="11430"/>
                </a:lnTo>
                <a:lnTo>
                  <a:pt x="13970" y="11430"/>
                </a:lnTo>
                <a:lnTo>
                  <a:pt x="13970" y="12700"/>
                </a:lnTo>
                <a:lnTo>
                  <a:pt x="15252" y="12700"/>
                </a:lnTo>
                <a:lnTo>
                  <a:pt x="15252" y="11430"/>
                </a:lnTo>
                <a:lnTo>
                  <a:pt x="477520" y="11430"/>
                </a:lnTo>
                <a:lnTo>
                  <a:pt x="477520" y="12700"/>
                </a:lnTo>
                <a:lnTo>
                  <a:pt x="481342" y="12700"/>
                </a:lnTo>
                <a:lnTo>
                  <a:pt x="481342" y="11430"/>
                </a:lnTo>
                <a:lnTo>
                  <a:pt x="486422" y="11430"/>
                </a:lnTo>
                <a:lnTo>
                  <a:pt x="486422" y="10160"/>
                </a:lnTo>
                <a:close/>
              </a:path>
              <a:path w="518795" h="44450">
                <a:moveTo>
                  <a:pt x="495300" y="6350"/>
                </a:moveTo>
                <a:lnTo>
                  <a:pt x="8902" y="6350"/>
                </a:lnTo>
                <a:lnTo>
                  <a:pt x="8902" y="8890"/>
                </a:lnTo>
                <a:lnTo>
                  <a:pt x="10172" y="8890"/>
                </a:lnTo>
                <a:lnTo>
                  <a:pt x="10172" y="10160"/>
                </a:lnTo>
                <a:lnTo>
                  <a:pt x="12700" y="10160"/>
                </a:lnTo>
                <a:lnTo>
                  <a:pt x="12700" y="8890"/>
                </a:lnTo>
                <a:lnTo>
                  <a:pt x="486422" y="8890"/>
                </a:lnTo>
                <a:lnTo>
                  <a:pt x="486422" y="10160"/>
                </a:lnTo>
                <a:lnTo>
                  <a:pt x="491502" y="10160"/>
                </a:lnTo>
                <a:lnTo>
                  <a:pt x="491502" y="8890"/>
                </a:lnTo>
                <a:lnTo>
                  <a:pt x="495300" y="8890"/>
                </a:lnTo>
                <a:lnTo>
                  <a:pt x="495300" y="6350"/>
                </a:lnTo>
                <a:close/>
              </a:path>
              <a:path w="518795" h="44450">
                <a:moveTo>
                  <a:pt x="509270" y="3810"/>
                </a:moveTo>
                <a:lnTo>
                  <a:pt x="3822" y="3810"/>
                </a:lnTo>
                <a:lnTo>
                  <a:pt x="3822" y="5080"/>
                </a:lnTo>
                <a:lnTo>
                  <a:pt x="5092" y="5080"/>
                </a:lnTo>
                <a:lnTo>
                  <a:pt x="5092" y="6350"/>
                </a:lnTo>
                <a:lnTo>
                  <a:pt x="7620" y="6350"/>
                </a:lnTo>
                <a:lnTo>
                  <a:pt x="7620" y="5080"/>
                </a:lnTo>
                <a:lnTo>
                  <a:pt x="500392" y="5080"/>
                </a:lnTo>
                <a:lnTo>
                  <a:pt x="500392" y="6350"/>
                </a:lnTo>
                <a:lnTo>
                  <a:pt x="505447" y="6350"/>
                </a:lnTo>
                <a:lnTo>
                  <a:pt x="505447" y="5080"/>
                </a:lnTo>
                <a:lnTo>
                  <a:pt x="509270" y="5080"/>
                </a:lnTo>
                <a:lnTo>
                  <a:pt x="509270" y="3810"/>
                </a:lnTo>
                <a:close/>
              </a:path>
              <a:path w="518795" h="44450">
                <a:moveTo>
                  <a:pt x="518172" y="0"/>
                </a:moveTo>
                <a:lnTo>
                  <a:pt x="0" y="0"/>
                </a:lnTo>
                <a:lnTo>
                  <a:pt x="0" y="2540"/>
                </a:lnTo>
                <a:lnTo>
                  <a:pt x="2552" y="2540"/>
                </a:lnTo>
                <a:lnTo>
                  <a:pt x="2552" y="3810"/>
                </a:lnTo>
                <a:lnTo>
                  <a:pt x="3822" y="3810"/>
                </a:lnTo>
                <a:lnTo>
                  <a:pt x="3822" y="2540"/>
                </a:lnTo>
                <a:lnTo>
                  <a:pt x="509270" y="2540"/>
                </a:lnTo>
                <a:lnTo>
                  <a:pt x="509270" y="3810"/>
                </a:lnTo>
                <a:lnTo>
                  <a:pt x="514350" y="3810"/>
                </a:lnTo>
                <a:lnTo>
                  <a:pt x="514350" y="2540"/>
                </a:lnTo>
                <a:lnTo>
                  <a:pt x="518172" y="2540"/>
                </a:lnTo>
                <a:lnTo>
                  <a:pt x="518172" y="0"/>
                </a:lnTo>
                <a:close/>
              </a:path>
            </a:pathLst>
          </a:custGeom>
          <a:solidFill>
            <a:srgbClr val="A7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7660627" y="2160282"/>
            <a:ext cx="146050" cy="44450"/>
          </a:xfrm>
          <a:custGeom>
            <a:avLst/>
            <a:gdLst/>
            <a:ahLst/>
            <a:cxnLst/>
            <a:rect l="l" t="t" r="r" b="b"/>
            <a:pathLst>
              <a:path w="146050" h="44450">
                <a:moveTo>
                  <a:pt x="123177" y="0"/>
                </a:moveTo>
                <a:lnTo>
                  <a:pt x="121894" y="0"/>
                </a:lnTo>
                <a:lnTo>
                  <a:pt x="121894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1257" y="3810"/>
                </a:lnTo>
                <a:lnTo>
                  <a:pt x="1257" y="2540"/>
                </a:lnTo>
                <a:lnTo>
                  <a:pt x="123177" y="2540"/>
                </a:lnTo>
                <a:lnTo>
                  <a:pt x="123177" y="1270"/>
                </a:lnTo>
                <a:lnTo>
                  <a:pt x="123177" y="0"/>
                </a:lnTo>
                <a:close/>
              </a:path>
              <a:path w="146050" h="44450">
                <a:moveTo>
                  <a:pt x="124447" y="2540"/>
                </a:moveTo>
                <a:lnTo>
                  <a:pt x="123177" y="2540"/>
                </a:lnTo>
                <a:lnTo>
                  <a:pt x="123177" y="3810"/>
                </a:lnTo>
                <a:lnTo>
                  <a:pt x="2527" y="3810"/>
                </a:lnTo>
                <a:lnTo>
                  <a:pt x="2527" y="6350"/>
                </a:lnTo>
                <a:lnTo>
                  <a:pt x="124447" y="6350"/>
                </a:lnTo>
                <a:lnTo>
                  <a:pt x="124447" y="3810"/>
                </a:lnTo>
                <a:lnTo>
                  <a:pt x="124447" y="2540"/>
                </a:lnTo>
                <a:close/>
              </a:path>
              <a:path w="146050" h="44450">
                <a:moveTo>
                  <a:pt x="125730" y="7620"/>
                </a:moveTo>
                <a:lnTo>
                  <a:pt x="3797" y="7620"/>
                </a:lnTo>
                <a:lnTo>
                  <a:pt x="3797" y="8890"/>
                </a:lnTo>
                <a:lnTo>
                  <a:pt x="5080" y="8890"/>
                </a:lnTo>
                <a:lnTo>
                  <a:pt x="5080" y="10160"/>
                </a:lnTo>
                <a:lnTo>
                  <a:pt x="6350" y="10160"/>
                </a:lnTo>
                <a:lnTo>
                  <a:pt x="6350" y="8890"/>
                </a:lnTo>
                <a:lnTo>
                  <a:pt x="125730" y="8890"/>
                </a:lnTo>
                <a:lnTo>
                  <a:pt x="125730" y="7620"/>
                </a:lnTo>
                <a:close/>
              </a:path>
              <a:path w="146050" h="44450">
                <a:moveTo>
                  <a:pt x="129527" y="13957"/>
                </a:moveTo>
                <a:lnTo>
                  <a:pt x="8877" y="13957"/>
                </a:lnTo>
                <a:lnTo>
                  <a:pt x="8877" y="12700"/>
                </a:lnTo>
                <a:lnTo>
                  <a:pt x="128244" y="12700"/>
                </a:lnTo>
                <a:lnTo>
                  <a:pt x="128244" y="10160"/>
                </a:lnTo>
                <a:lnTo>
                  <a:pt x="6350" y="10160"/>
                </a:lnTo>
                <a:lnTo>
                  <a:pt x="6350" y="12700"/>
                </a:lnTo>
                <a:lnTo>
                  <a:pt x="7607" y="12700"/>
                </a:lnTo>
                <a:lnTo>
                  <a:pt x="7607" y="13970"/>
                </a:lnTo>
                <a:lnTo>
                  <a:pt x="8877" y="13970"/>
                </a:lnTo>
                <a:lnTo>
                  <a:pt x="8877" y="15227"/>
                </a:lnTo>
                <a:lnTo>
                  <a:pt x="129527" y="15227"/>
                </a:lnTo>
                <a:lnTo>
                  <a:pt x="129527" y="13957"/>
                </a:lnTo>
                <a:close/>
              </a:path>
              <a:path w="146050" h="44450">
                <a:moveTo>
                  <a:pt x="132080" y="16510"/>
                </a:moveTo>
                <a:lnTo>
                  <a:pt x="11430" y="16510"/>
                </a:lnTo>
                <a:lnTo>
                  <a:pt x="11430" y="19050"/>
                </a:lnTo>
                <a:lnTo>
                  <a:pt x="12700" y="19050"/>
                </a:lnTo>
                <a:lnTo>
                  <a:pt x="12700" y="20320"/>
                </a:lnTo>
                <a:lnTo>
                  <a:pt x="13957" y="20320"/>
                </a:lnTo>
                <a:lnTo>
                  <a:pt x="13957" y="19050"/>
                </a:lnTo>
                <a:lnTo>
                  <a:pt x="132080" y="19050"/>
                </a:lnTo>
                <a:lnTo>
                  <a:pt x="132080" y="16510"/>
                </a:lnTo>
                <a:close/>
              </a:path>
              <a:path w="146050" h="44450">
                <a:moveTo>
                  <a:pt x="133324" y="19050"/>
                </a:moveTo>
                <a:lnTo>
                  <a:pt x="132080" y="19050"/>
                </a:lnTo>
                <a:lnTo>
                  <a:pt x="132080" y="20320"/>
                </a:lnTo>
                <a:lnTo>
                  <a:pt x="13957" y="20320"/>
                </a:lnTo>
                <a:lnTo>
                  <a:pt x="13957" y="21590"/>
                </a:lnTo>
                <a:lnTo>
                  <a:pt x="13957" y="22860"/>
                </a:lnTo>
                <a:lnTo>
                  <a:pt x="15227" y="22860"/>
                </a:lnTo>
                <a:lnTo>
                  <a:pt x="15227" y="21590"/>
                </a:lnTo>
                <a:lnTo>
                  <a:pt x="133324" y="21590"/>
                </a:lnTo>
                <a:lnTo>
                  <a:pt x="133324" y="20320"/>
                </a:lnTo>
                <a:lnTo>
                  <a:pt x="133324" y="19050"/>
                </a:lnTo>
                <a:close/>
              </a:path>
              <a:path w="146050" h="44450">
                <a:moveTo>
                  <a:pt x="134594" y="21590"/>
                </a:moveTo>
                <a:lnTo>
                  <a:pt x="133324" y="21590"/>
                </a:lnTo>
                <a:lnTo>
                  <a:pt x="133324" y="22860"/>
                </a:lnTo>
                <a:lnTo>
                  <a:pt x="16497" y="22860"/>
                </a:lnTo>
                <a:lnTo>
                  <a:pt x="16497" y="25400"/>
                </a:lnTo>
                <a:lnTo>
                  <a:pt x="17780" y="25400"/>
                </a:lnTo>
                <a:lnTo>
                  <a:pt x="17780" y="26670"/>
                </a:lnTo>
                <a:lnTo>
                  <a:pt x="19050" y="26670"/>
                </a:lnTo>
                <a:lnTo>
                  <a:pt x="19050" y="25400"/>
                </a:lnTo>
                <a:lnTo>
                  <a:pt x="134594" y="25400"/>
                </a:lnTo>
                <a:lnTo>
                  <a:pt x="134594" y="22860"/>
                </a:lnTo>
                <a:lnTo>
                  <a:pt x="134594" y="21590"/>
                </a:lnTo>
                <a:close/>
              </a:path>
              <a:path w="146050" h="44450">
                <a:moveTo>
                  <a:pt x="137147" y="25400"/>
                </a:moveTo>
                <a:lnTo>
                  <a:pt x="135877" y="25400"/>
                </a:lnTo>
                <a:lnTo>
                  <a:pt x="135877" y="26670"/>
                </a:lnTo>
                <a:lnTo>
                  <a:pt x="19050" y="26670"/>
                </a:lnTo>
                <a:lnTo>
                  <a:pt x="19050" y="27940"/>
                </a:lnTo>
                <a:lnTo>
                  <a:pt x="19050" y="29210"/>
                </a:lnTo>
                <a:lnTo>
                  <a:pt x="20307" y="29210"/>
                </a:lnTo>
                <a:lnTo>
                  <a:pt x="20307" y="27940"/>
                </a:lnTo>
                <a:lnTo>
                  <a:pt x="137147" y="27940"/>
                </a:lnTo>
                <a:lnTo>
                  <a:pt x="137147" y="26670"/>
                </a:lnTo>
                <a:lnTo>
                  <a:pt x="137147" y="25400"/>
                </a:lnTo>
                <a:close/>
              </a:path>
              <a:path w="146050" h="44450">
                <a:moveTo>
                  <a:pt x="139700" y="33007"/>
                </a:moveTo>
                <a:lnTo>
                  <a:pt x="24130" y="33007"/>
                </a:lnTo>
                <a:lnTo>
                  <a:pt x="24130" y="31750"/>
                </a:lnTo>
                <a:lnTo>
                  <a:pt x="138430" y="31750"/>
                </a:lnTo>
                <a:lnTo>
                  <a:pt x="138430" y="29210"/>
                </a:lnTo>
                <a:lnTo>
                  <a:pt x="138417" y="27940"/>
                </a:lnTo>
                <a:lnTo>
                  <a:pt x="137147" y="27940"/>
                </a:lnTo>
                <a:lnTo>
                  <a:pt x="137147" y="29210"/>
                </a:lnTo>
                <a:lnTo>
                  <a:pt x="21577" y="29210"/>
                </a:lnTo>
                <a:lnTo>
                  <a:pt x="21577" y="31750"/>
                </a:lnTo>
                <a:lnTo>
                  <a:pt x="22847" y="31750"/>
                </a:lnTo>
                <a:lnTo>
                  <a:pt x="22847" y="33020"/>
                </a:lnTo>
                <a:lnTo>
                  <a:pt x="24130" y="33020"/>
                </a:lnTo>
                <a:lnTo>
                  <a:pt x="24130" y="34277"/>
                </a:lnTo>
                <a:lnTo>
                  <a:pt x="139700" y="34277"/>
                </a:lnTo>
                <a:lnTo>
                  <a:pt x="139700" y="33007"/>
                </a:lnTo>
                <a:close/>
              </a:path>
              <a:path w="146050" h="44450">
                <a:moveTo>
                  <a:pt x="143497" y="39357"/>
                </a:moveTo>
                <a:lnTo>
                  <a:pt x="29197" y="39357"/>
                </a:lnTo>
                <a:lnTo>
                  <a:pt x="29197" y="38100"/>
                </a:lnTo>
                <a:lnTo>
                  <a:pt x="142227" y="38100"/>
                </a:lnTo>
                <a:lnTo>
                  <a:pt x="142227" y="35560"/>
                </a:lnTo>
                <a:lnTo>
                  <a:pt x="26657" y="35560"/>
                </a:lnTo>
                <a:lnTo>
                  <a:pt x="26657" y="38100"/>
                </a:lnTo>
                <a:lnTo>
                  <a:pt x="27927" y="38100"/>
                </a:lnTo>
                <a:lnTo>
                  <a:pt x="27927" y="39370"/>
                </a:lnTo>
                <a:lnTo>
                  <a:pt x="29197" y="39370"/>
                </a:lnTo>
                <a:lnTo>
                  <a:pt x="29197" y="40627"/>
                </a:lnTo>
                <a:lnTo>
                  <a:pt x="143497" y="40627"/>
                </a:lnTo>
                <a:lnTo>
                  <a:pt x="143497" y="39357"/>
                </a:lnTo>
                <a:close/>
              </a:path>
              <a:path w="146050" h="44450">
                <a:moveTo>
                  <a:pt x="146050" y="41897"/>
                </a:moveTo>
                <a:lnTo>
                  <a:pt x="31750" y="41897"/>
                </a:lnTo>
                <a:lnTo>
                  <a:pt x="31750" y="44437"/>
                </a:lnTo>
                <a:lnTo>
                  <a:pt x="146050" y="44437"/>
                </a:lnTo>
                <a:lnTo>
                  <a:pt x="146050" y="41897"/>
                </a:lnTo>
                <a:close/>
              </a:path>
            </a:pathLst>
          </a:custGeom>
          <a:solidFill>
            <a:srgbClr val="A7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5814035" y="2127262"/>
            <a:ext cx="1969770" cy="36830"/>
          </a:xfrm>
          <a:custGeom>
            <a:avLst/>
            <a:gdLst/>
            <a:ahLst/>
            <a:cxnLst/>
            <a:rect l="l" t="t" r="r" b="b"/>
            <a:pathLst>
              <a:path w="1969770" h="36830">
                <a:moveTo>
                  <a:pt x="582942" y="34290"/>
                </a:moveTo>
                <a:lnTo>
                  <a:pt x="45720" y="34290"/>
                </a:lnTo>
                <a:lnTo>
                  <a:pt x="45720" y="35560"/>
                </a:lnTo>
                <a:lnTo>
                  <a:pt x="48272" y="35560"/>
                </a:lnTo>
                <a:lnTo>
                  <a:pt x="48272" y="36830"/>
                </a:lnTo>
                <a:lnTo>
                  <a:pt x="49542" y="36830"/>
                </a:lnTo>
                <a:lnTo>
                  <a:pt x="49542" y="35560"/>
                </a:lnTo>
                <a:lnTo>
                  <a:pt x="574040" y="35560"/>
                </a:lnTo>
                <a:lnTo>
                  <a:pt x="574040" y="36830"/>
                </a:lnTo>
                <a:lnTo>
                  <a:pt x="579120" y="36830"/>
                </a:lnTo>
                <a:lnTo>
                  <a:pt x="579120" y="35560"/>
                </a:lnTo>
                <a:lnTo>
                  <a:pt x="582942" y="35560"/>
                </a:lnTo>
                <a:lnTo>
                  <a:pt x="582942" y="34290"/>
                </a:lnTo>
                <a:close/>
              </a:path>
              <a:path w="1969770" h="36830">
                <a:moveTo>
                  <a:pt x="593090" y="30480"/>
                </a:moveTo>
                <a:lnTo>
                  <a:pt x="41922" y="30480"/>
                </a:lnTo>
                <a:lnTo>
                  <a:pt x="41922" y="33020"/>
                </a:lnTo>
                <a:lnTo>
                  <a:pt x="44450" y="33020"/>
                </a:lnTo>
                <a:lnTo>
                  <a:pt x="44450" y="34290"/>
                </a:lnTo>
                <a:lnTo>
                  <a:pt x="45720" y="34290"/>
                </a:lnTo>
                <a:lnTo>
                  <a:pt x="45720" y="33020"/>
                </a:lnTo>
                <a:lnTo>
                  <a:pt x="582942" y="33020"/>
                </a:lnTo>
                <a:lnTo>
                  <a:pt x="582942" y="34290"/>
                </a:lnTo>
                <a:lnTo>
                  <a:pt x="588022" y="34290"/>
                </a:lnTo>
                <a:lnTo>
                  <a:pt x="588022" y="33020"/>
                </a:lnTo>
                <a:lnTo>
                  <a:pt x="593090" y="33020"/>
                </a:lnTo>
                <a:lnTo>
                  <a:pt x="593090" y="30480"/>
                </a:lnTo>
                <a:close/>
              </a:path>
              <a:path w="1969770" h="36830">
                <a:moveTo>
                  <a:pt x="605790" y="27940"/>
                </a:moveTo>
                <a:lnTo>
                  <a:pt x="36842" y="27940"/>
                </a:lnTo>
                <a:lnTo>
                  <a:pt x="36842" y="29210"/>
                </a:lnTo>
                <a:lnTo>
                  <a:pt x="39370" y="29210"/>
                </a:lnTo>
                <a:lnTo>
                  <a:pt x="39370" y="30480"/>
                </a:lnTo>
                <a:lnTo>
                  <a:pt x="40652" y="30480"/>
                </a:lnTo>
                <a:lnTo>
                  <a:pt x="40652" y="29210"/>
                </a:lnTo>
                <a:lnTo>
                  <a:pt x="596900" y="29210"/>
                </a:lnTo>
                <a:lnTo>
                  <a:pt x="596900" y="30480"/>
                </a:lnTo>
                <a:lnTo>
                  <a:pt x="601992" y="30480"/>
                </a:lnTo>
                <a:lnTo>
                  <a:pt x="601992" y="29210"/>
                </a:lnTo>
                <a:lnTo>
                  <a:pt x="605790" y="29210"/>
                </a:lnTo>
                <a:lnTo>
                  <a:pt x="605790" y="27940"/>
                </a:lnTo>
                <a:close/>
              </a:path>
              <a:path w="1969770" h="36830">
                <a:moveTo>
                  <a:pt x="615950" y="24130"/>
                </a:moveTo>
                <a:lnTo>
                  <a:pt x="34302" y="24130"/>
                </a:lnTo>
                <a:lnTo>
                  <a:pt x="34302" y="26670"/>
                </a:lnTo>
                <a:lnTo>
                  <a:pt x="35572" y="26670"/>
                </a:lnTo>
                <a:lnTo>
                  <a:pt x="35572" y="27940"/>
                </a:lnTo>
                <a:lnTo>
                  <a:pt x="36842" y="27940"/>
                </a:lnTo>
                <a:lnTo>
                  <a:pt x="36842" y="26670"/>
                </a:lnTo>
                <a:lnTo>
                  <a:pt x="605790" y="26670"/>
                </a:lnTo>
                <a:lnTo>
                  <a:pt x="605790" y="27940"/>
                </a:lnTo>
                <a:lnTo>
                  <a:pt x="610870" y="27940"/>
                </a:lnTo>
                <a:lnTo>
                  <a:pt x="610870" y="26670"/>
                </a:lnTo>
                <a:lnTo>
                  <a:pt x="615950" y="26670"/>
                </a:lnTo>
                <a:lnTo>
                  <a:pt x="615950" y="24130"/>
                </a:lnTo>
                <a:close/>
              </a:path>
              <a:path w="1969770" h="36830">
                <a:moveTo>
                  <a:pt x="629920" y="21590"/>
                </a:moveTo>
                <a:lnTo>
                  <a:pt x="29222" y="21590"/>
                </a:lnTo>
                <a:lnTo>
                  <a:pt x="29222" y="22860"/>
                </a:lnTo>
                <a:lnTo>
                  <a:pt x="30492" y="22860"/>
                </a:lnTo>
                <a:lnTo>
                  <a:pt x="30492" y="24130"/>
                </a:lnTo>
                <a:lnTo>
                  <a:pt x="31750" y="24130"/>
                </a:lnTo>
                <a:lnTo>
                  <a:pt x="31750" y="22860"/>
                </a:lnTo>
                <a:lnTo>
                  <a:pt x="619772" y="22860"/>
                </a:lnTo>
                <a:lnTo>
                  <a:pt x="619772" y="24130"/>
                </a:lnTo>
                <a:lnTo>
                  <a:pt x="624840" y="24130"/>
                </a:lnTo>
                <a:lnTo>
                  <a:pt x="624840" y="22860"/>
                </a:lnTo>
                <a:lnTo>
                  <a:pt x="629920" y="22860"/>
                </a:lnTo>
                <a:lnTo>
                  <a:pt x="629920" y="21590"/>
                </a:lnTo>
                <a:close/>
              </a:path>
              <a:path w="1969770" h="36830">
                <a:moveTo>
                  <a:pt x="638822" y="17780"/>
                </a:moveTo>
                <a:lnTo>
                  <a:pt x="25400" y="17780"/>
                </a:lnTo>
                <a:lnTo>
                  <a:pt x="25400" y="20320"/>
                </a:lnTo>
                <a:lnTo>
                  <a:pt x="26670" y="20320"/>
                </a:lnTo>
                <a:lnTo>
                  <a:pt x="26670" y="21590"/>
                </a:lnTo>
                <a:lnTo>
                  <a:pt x="29222" y="21590"/>
                </a:lnTo>
                <a:lnTo>
                  <a:pt x="29222" y="20320"/>
                </a:lnTo>
                <a:lnTo>
                  <a:pt x="629920" y="20320"/>
                </a:lnTo>
                <a:lnTo>
                  <a:pt x="629920" y="21590"/>
                </a:lnTo>
                <a:lnTo>
                  <a:pt x="633742" y="21590"/>
                </a:lnTo>
                <a:lnTo>
                  <a:pt x="633742" y="20320"/>
                </a:lnTo>
                <a:lnTo>
                  <a:pt x="638822" y="20320"/>
                </a:lnTo>
                <a:lnTo>
                  <a:pt x="638822" y="17780"/>
                </a:lnTo>
                <a:close/>
              </a:path>
              <a:path w="1969770" h="36830">
                <a:moveTo>
                  <a:pt x="652792" y="15240"/>
                </a:moveTo>
                <a:lnTo>
                  <a:pt x="20320" y="15240"/>
                </a:lnTo>
                <a:lnTo>
                  <a:pt x="20320" y="16510"/>
                </a:lnTo>
                <a:lnTo>
                  <a:pt x="21602" y="16510"/>
                </a:lnTo>
                <a:lnTo>
                  <a:pt x="21602" y="17780"/>
                </a:lnTo>
                <a:lnTo>
                  <a:pt x="24142" y="17780"/>
                </a:lnTo>
                <a:lnTo>
                  <a:pt x="24142" y="16510"/>
                </a:lnTo>
                <a:lnTo>
                  <a:pt x="643890" y="16510"/>
                </a:lnTo>
                <a:lnTo>
                  <a:pt x="643890" y="17780"/>
                </a:lnTo>
                <a:lnTo>
                  <a:pt x="647700" y="17780"/>
                </a:lnTo>
                <a:lnTo>
                  <a:pt x="647700" y="16510"/>
                </a:lnTo>
                <a:lnTo>
                  <a:pt x="652792" y="16510"/>
                </a:lnTo>
                <a:lnTo>
                  <a:pt x="652792" y="15240"/>
                </a:lnTo>
                <a:close/>
              </a:path>
              <a:path w="1969770" h="36830">
                <a:moveTo>
                  <a:pt x="661670" y="11430"/>
                </a:moveTo>
                <a:lnTo>
                  <a:pt x="16522" y="11430"/>
                </a:lnTo>
                <a:lnTo>
                  <a:pt x="16522" y="13970"/>
                </a:lnTo>
                <a:lnTo>
                  <a:pt x="19050" y="13970"/>
                </a:lnTo>
                <a:lnTo>
                  <a:pt x="19050" y="15240"/>
                </a:lnTo>
                <a:lnTo>
                  <a:pt x="20320" y="15240"/>
                </a:lnTo>
                <a:lnTo>
                  <a:pt x="20320" y="13970"/>
                </a:lnTo>
                <a:lnTo>
                  <a:pt x="652792" y="13970"/>
                </a:lnTo>
                <a:lnTo>
                  <a:pt x="652792" y="15240"/>
                </a:lnTo>
                <a:lnTo>
                  <a:pt x="656590" y="15240"/>
                </a:lnTo>
                <a:lnTo>
                  <a:pt x="656590" y="13970"/>
                </a:lnTo>
                <a:lnTo>
                  <a:pt x="661670" y="13970"/>
                </a:lnTo>
                <a:lnTo>
                  <a:pt x="661670" y="11430"/>
                </a:lnTo>
                <a:close/>
              </a:path>
              <a:path w="1969770" h="36830">
                <a:moveTo>
                  <a:pt x="1780540" y="8890"/>
                </a:moveTo>
                <a:lnTo>
                  <a:pt x="11442" y="8890"/>
                </a:lnTo>
                <a:lnTo>
                  <a:pt x="11442" y="10160"/>
                </a:lnTo>
                <a:lnTo>
                  <a:pt x="13970" y="10160"/>
                </a:lnTo>
                <a:lnTo>
                  <a:pt x="13970" y="11430"/>
                </a:lnTo>
                <a:lnTo>
                  <a:pt x="15252" y="11430"/>
                </a:lnTo>
                <a:lnTo>
                  <a:pt x="15252" y="10160"/>
                </a:lnTo>
                <a:lnTo>
                  <a:pt x="668020" y="10160"/>
                </a:lnTo>
                <a:lnTo>
                  <a:pt x="668020" y="11430"/>
                </a:lnTo>
                <a:lnTo>
                  <a:pt x="875042" y="11430"/>
                </a:lnTo>
                <a:lnTo>
                  <a:pt x="875042" y="10160"/>
                </a:lnTo>
                <a:lnTo>
                  <a:pt x="1775472" y="10160"/>
                </a:lnTo>
                <a:lnTo>
                  <a:pt x="1775472" y="11430"/>
                </a:lnTo>
                <a:lnTo>
                  <a:pt x="1778000" y="11430"/>
                </a:lnTo>
                <a:lnTo>
                  <a:pt x="1778000" y="10160"/>
                </a:lnTo>
                <a:lnTo>
                  <a:pt x="1780540" y="10160"/>
                </a:lnTo>
                <a:lnTo>
                  <a:pt x="1780540" y="8890"/>
                </a:lnTo>
                <a:close/>
              </a:path>
              <a:path w="1969770" h="36830">
                <a:moveTo>
                  <a:pt x="1785620" y="5080"/>
                </a:moveTo>
                <a:lnTo>
                  <a:pt x="7620" y="5080"/>
                </a:lnTo>
                <a:lnTo>
                  <a:pt x="7620" y="7620"/>
                </a:lnTo>
                <a:lnTo>
                  <a:pt x="10172" y="7620"/>
                </a:lnTo>
                <a:lnTo>
                  <a:pt x="10172" y="8890"/>
                </a:lnTo>
                <a:lnTo>
                  <a:pt x="11442" y="8890"/>
                </a:lnTo>
                <a:lnTo>
                  <a:pt x="11442" y="7620"/>
                </a:lnTo>
                <a:lnTo>
                  <a:pt x="1780540" y="7620"/>
                </a:lnTo>
                <a:lnTo>
                  <a:pt x="1780540" y="8890"/>
                </a:lnTo>
                <a:lnTo>
                  <a:pt x="1783092" y="8890"/>
                </a:lnTo>
                <a:lnTo>
                  <a:pt x="1783092" y="7620"/>
                </a:lnTo>
                <a:lnTo>
                  <a:pt x="1785620" y="7620"/>
                </a:lnTo>
                <a:lnTo>
                  <a:pt x="1785620" y="5080"/>
                </a:lnTo>
                <a:close/>
              </a:path>
              <a:path w="1969770" h="36830">
                <a:moveTo>
                  <a:pt x="1791970" y="2540"/>
                </a:moveTo>
                <a:lnTo>
                  <a:pt x="2552" y="2540"/>
                </a:lnTo>
                <a:lnTo>
                  <a:pt x="2552" y="3810"/>
                </a:lnTo>
                <a:lnTo>
                  <a:pt x="5092" y="3810"/>
                </a:lnTo>
                <a:lnTo>
                  <a:pt x="5092" y="5080"/>
                </a:lnTo>
                <a:lnTo>
                  <a:pt x="6350" y="5080"/>
                </a:lnTo>
                <a:lnTo>
                  <a:pt x="6350" y="3810"/>
                </a:lnTo>
                <a:lnTo>
                  <a:pt x="1786890" y="3810"/>
                </a:lnTo>
                <a:lnTo>
                  <a:pt x="1786890" y="5080"/>
                </a:lnTo>
                <a:lnTo>
                  <a:pt x="1789442" y="5080"/>
                </a:lnTo>
                <a:lnTo>
                  <a:pt x="1789442" y="3810"/>
                </a:lnTo>
                <a:lnTo>
                  <a:pt x="1791970" y="3810"/>
                </a:lnTo>
                <a:lnTo>
                  <a:pt x="1791970" y="2540"/>
                </a:lnTo>
                <a:close/>
              </a:path>
              <a:path w="1969770" h="36830">
                <a:moveTo>
                  <a:pt x="1797050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2540"/>
                </a:lnTo>
                <a:lnTo>
                  <a:pt x="2552" y="2540"/>
                </a:lnTo>
                <a:lnTo>
                  <a:pt x="2552" y="1270"/>
                </a:lnTo>
                <a:lnTo>
                  <a:pt x="1791970" y="1270"/>
                </a:lnTo>
                <a:lnTo>
                  <a:pt x="1791970" y="2540"/>
                </a:lnTo>
                <a:lnTo>
                  <a:pt x="1794497" y="2540"/>
                </a:lnTo>
                <a:lnTo>
                  <a:pt x="1794497" y="1270"/>
                </a:lnTo>
                <a:lnTo>
                  <a:pt x="1797050" y="1270"/>
                </a:lnTo>
                <a:lnTo>
                  <a:pt x="1797050" y="0"/>
                </a:lnTo>
                <a:close/>
              </a:path>
              <a:path w="1969770" h="36830">
                <a:moveTo>
                  <a:pt x="1950720" y="0"/>
                </a:moveTo>
                <a:lnTo>
                  <a:pt x="1817370" y="0"/>
                </a:lnTo>
                <a:lnTo>
                  <a:pt x="1817370" y="1270"/>
                </a:lnTo>
                <a:lnTo>
                  <a:pt x="1818640" y="1270"/>
                </a:lnTo>
                <a:lnTo>
                  <a:pt x="1818640" y="2540"/>
                </a:lnTo>
                <a:lnTo>
                  <a:pt x="1819922" y="2540"/>
                </a:lnTo>
                <a:lnTo>
                  <a:pt x="1819922" y="1270"/>
                </a:lnTo>
                <a:lnTo>
                  <a:pt x="1950720" y="1270"/>
                </a:lnTo>
                <a:lnTo>
                  <a:pt x="1950720" y="0"/>
                </a:lnTo>
                <a:close/>
              </a:path>
              <a:path w="1969770" h="36830">
                <a:moveTo>
                  <a:pt x="1951990" y="1270"/>
                </a:moveTo>
                <a:lnTo>
                  <a:pt x="1950720" y="1270"/>
                </a:lnTo>
                <a:lnTo>
                  <a:pt x="1950720" y="2540"/>
                </a:lnTo>
                <a:lnTo>
                  <a:pt x="1819922" y="2540"/>
                </a:lnTo>
                <a:lnTo>
                  <a:pt x="1819922" y="3810"/>
                </a:lnTo>
                <a:lnTo>
                  <a:pt x="1822450" y="3810"/>
                </a:lnTo>
                <a:lnTo>
                  <a:pt x="1822450" y="5080"/>
                </a:lnTo>
                <a:lnTo>
                  <a:pt x="1823720" y="5080"/>
                </a:lnTo>
                <a:lnTo>
                  <a:pt x="1823720" y="3810"/>
                </a:lnTo>
                <a:lnTo>
                  <a:pt x="1951990" y="3810"/>
                </a:lnTo>
                <a:lnTo>
                  <a:pt x="1951990" y="2540"/>
                </a:lnTo>
                <a:lnTo>
                  <a:pt x="1951990" y="1270"/>
                </a:lnTo>
                <a:close/>
              </a:path>
              <a:path w="1969770" h="36830">
                <a:moveTo>
                  <a:pt x="1953272" y="3810"/>
                </a:moveTo>
                <a:lnTo>
                  <a:pt x="1951990" y="3810"/>
                </a:lnTo>
                <a:lnTo>
                  <a:pt x="1951990" y="5080"/>
                </a:lnTo>
                <a:lnTo>
                  <a:pt x="1824990" y="5080"/>
                </a:lnTo>
                <a:lnTo>
                  <a:pt x="1824990" y="7620"/>
                </a:lnTo>
                <a:lnTo>
                  <a:pt x="1826272" y="7620"/>
                </a:lnTo>
                <a:lnTo>
                  <a:pt x="1826272" y="8890"/>
                </a:lnTo>
                <a:lnTo>
                  <a:pt x="1827542" y="8890"/>
                </a:lnTo>
                <a:lnTo>
                  <a:pt x="1827542" y="7620"/>
                </a:lnTo>
                <a:lnTo>
                  <a:pt x="1953272" y="7620"/>
                </a:lnTo>
                <a:lnTo>
                  <a:pt x="1953272" y="5080"/>
                </a:lnTo>
                <a:lnTo>
                  <a:pt x="1953272" y="3810"/>
                </a:lnTo>
                <a:close/>
              </a:path>
              <a:path w="1969770" h="36830">
                <a:moveTo>
                  <a:pt x="1954542" y="8890"/>
                </a:moveTo>
                <a:lnTo>
                  <a:pt x="1827542" y="8890"/>
                </a:lnTo>
                <a:lnTo>
                  <a:pt x="1827542" y="10160"/>
                </a:lnTo>
                <a:lnTo>
                  <a:pt x="1828800" y="10160"/>
                </a:lnTo>
                <a:lnTo>
                  <a:pt x="1828800" y="11430"/>
                </a:lnTo>
                <a:lnTo>
                  <a:pt x="1830070" y="11430"/>
                </a:lnTo>
                <a:lnTo>
                  <a:pt x="1830070" y="10160"/>
                </a:lnTo>
                <a:lnTo>
                  <a:pt x="1954542" y="10160"/>
                </a:lnTo>
                <a:lnTo>
                  <a:pt x="1954542" y="8890"/>
                </a:lnTo>
                <a:close/>
              </a:path>
              <a:path w="1969770" h="36830">
                <a:moveTo>
                  <a:pt x="1957070" y="10160"/>
                </a:moveTo>
                <a:lnTo>
                  <a:pt x="1955787" y="10160"/>
                </a:lnTo>
                <a:lnTo>
                  <a:pt x="1955787" y="11430"/>
                </a:lnTo>
                <a:lnTo>
                  <a:pt x="1831340" y="11430"/>
                </a:lnTo>
                <a:lnTo>
                  <a:pt x="1831340" y="13970"/>
                </a:lnTo>
                <a:lnTo>
                  <a:pt x="1831340" y="15240"/>
                </a:lnTo>
                <a:lnTo>
                  <a:pt x="1832622" y="15240"/>
                </a:lnTo>
                <a:lnTo>
                  <a:pt x="1832622" y="13970"/>
                </a:lnTo>
                <a:lnTo>
                  <a:pt x="1957070" y="13970"/>
                </a:lnTo>
                <a:lnTo>
                  <a:pt x="1957070" y="11430"/>
                </a:lnTo>
                <a:lnTo>
                  <a:pt x="1957070" y="10160"/>
                </a:lnTo>
                <a:close/>
              </a:path>
              <a:path w="1969770" h="36830">
                <a:moveTo>
                  <a:pt x="1958340" y="15240"/>
                </a:moveTo>
                <a:lnTo>
                  <a:pt x="1832622" y="15240"/>
                </a:lnTo>
                <a:lnTo>
                  <a:pt x="1832622" y="16510"/>
                </a:lnTo>
                <a:lnTo>
                  <a:pt x="1833892" y="16510"/>
                </a:lnTo>
                <a:lnTo>
                  <a:pt x="1833892" y="17780"/>
                </a:lnTo>
                <a:lnTo>
                  <a:pt x="1835150" y="17780"/>
                </a:lnTo>
                <a:lnTo>
                  <a:pt x="1835150" y="16510"/>
                </a:lnTo>
                <a:lnTo>
                  <a:pt x="1958340" y="16510"/>
                </a:lnTo>
                <a:lnTo>
                  <a:pt x="1958340" y="15240"/>
                </a:lnTo>
                <a:close/>
              </a:path>
              <a:path w="1969770" h="36830">
                <a:moveTo>
                  <a:pt x="1960867" y="17780"/>
                </a:moveTo>
                <a:lnTo>
                  <a:pt x="1835150" y="17780"/>
                </a:lnTo>
                <a:lnTo>
                  <a:pt x="1835150" y="20320"/>
                </a:lnTo>
                <a:lnTo>
                  <a:pt x="1836420" y="20320"/>
                </a:lnTo>
                <a:lnTo>
                  <a:pt x="1836420" y="21590"/>
                </a:lnTo>
                <a:lnTo>
                  <a:pt x="1837690" y="21590"/>
                </a:lnTo>
                <a:lnTo>
                  <a:pt x="1837690" y="20320"/>
                </a:lnTo>
                <a:lnTo>
                  <a:pt x="1960867" y="20320"/>
                </a:lnTo>
                <a:lnTo>
                  <a:pt x="1960867" y="17780"/>
                </a:lnTo>
                <a:close/>
              </a:path>
              <a:path w="1969770" h="36830">
                <a:moveTo>
                  <a:pt x="1962137" y="20320"/>
                </a:moveTo>
                <a:lnTo>
                  <a:pt x="1960867" y="20320"/>
                </a:lnTo>
                <a:lnTo>
                  <a:pt x="1960867" y="21590"/>
                </a:lnTo>
                <a:lnTo>
                  <a:pt x="1837690" y="21590"/>
                </a:lnTo>
                <a:lnTo>
                  <a:pt x="1837690" y="22860"/>
                </a:lnTo>
                <a:lnTo>
                  <a:pt x="1837690" y="24130"/>
                </a:lnTo>
                <a:lnTo>
                  <a:pt x="1838972" y="24130"/>
                </a:lnTo>
                <a:lnTo>
                  <a:pt x="1838972" y="22860"/>
                </a:lnTo>
                <a:lnTo>
                  <a:pt x="1962137" y="22860"/>
                </a:lnTo>
                <a:lnTo>
                  <a:pt x="1962137" y="21590"/>
                </a:lnTo>
                <a:lnTo>
                  <a:pt x="1962137" y="20320"/>
                </a:lnTo>
                <a:close/>
              </a:path>
              <a:path w="1969770" h="36830">
                <a:moveTo>
                  <a:pt x="1964690" y="24117"/>
                </a:moveTo>
                <a:lnTo>
                  <a:pt x="1840242" y="24117"/>
                </a:lnTo>
                <a:lnTo>
                  <a:pt x="1840242" y="26657"/>
                </a:lnTo>
                <a:lnTo>
                  <a:pt x="1964690" y="26657"/>
                </a:lnTo>
                <a:lnTo>
                  <a:pt x="1964690" y="24117"/>
                </a:lnTo>
                <a:close/>
              </a:path>
              <a:path w="1969770" h="36830">
                <a:moveTo>
                  <a:pt x="1965972" y="27940"/>
                </a:moveTo>
                <a:lnTo>
                  <a:pt x="1965960" y="26670"/>
                </a:lnTo>
                <a:lnTo>
                  <a:pt x="1964690" y="26670"/>
                </a:lnTo>
                <a:lnTo>
                  <a:pt x="1964690" y="27940"/>
                </a:lnTo>
                <a:lnTo>
                  <a:pt x="1841500" y="27940"/>
                </a:lnTo>
                <a:lnTo>
                  <a:pt x="1841500" y="29210"/>
                </a:lnTo>
                <a:lnTo>
                  <a:pt x="1842770" y="29210"/>
                </a:lnTo>
                <a:lnTo>
                  <a:pt x="1842770" y="30480"/>
                </a:lnTo>
                <a:lnTo>
                  <a:pt x="1844040" y="30480"/>
                </a:lnTo>
                <a:lnTo>
                  <a:pt x="1844040" y="29210"/>
                </a:lnTo>
                <a:lnTo>
                  <a:pt x="1965972" y="29210"/>
                </a:lnTo>
                <a:lnTo>
                  <a:pt x="1965972" y="27940"/>
                </a:lnTo>
                <a:close/>
              </a:path>
              <a:path w="1969770" h="36830">
                <a:moveTo>
                  <a:pt x="1967242" y="29210"/>
                </a:moveTo>
                <a:lnTo>
                  <a:pt x="1965972" y="29210"/>
                </a:lnTo>
                <a:lnTo>
                  <a:pt x="1965972" y="30480"/>
                </a:lnTo>
                <a:lnTo>
                  <a:pt x="1844040" y="30480"/>
                </a:lnTo>
                <a:lnTo>
                  <a:pt x="1844040" y="33020"/>
                </a:lnTo>
                <a:lnTo>
                  <a:pt x="1845322" y="33020"/>
                </a:lnTo>
                <a:lnTo>
                  <a:pt x="1845322" y="34290"/>
                </a:lnTo>
                <a:lnTo>
                  <a:pt x="1846592" y="34290"/>
                </a:lnTo>
                <a:lnTo>
                  <a:pt x="1846592" y="33020"/>
                </a:lnTo>
                <a:lnTo>
                  <a:pt x="1967242" y="33020"/>
                </a:lnTo>
                <a:lnTo>
                  <a:pt x="1967242" y="30480"/>
                </a:lnTo>
                <a:lnTo>
                  <a:pt x="1967242" y="29210"/>
                </a:lnTo>
                <a:close/>
              </a:path>
              <a:path w="1969770" h="36830">
                <a:moveTo>
                  <a:pt x="1969770" y="33007"/>
                </a:moveTo>
                <a:lnTo>
                  <a:pt x="1968487" y="33007"/>
                </a:lnTo>
                <a:lnTo>
                  <a:pt x="1968487" y="34277"/>
                </a:lnTo>
                <a:lnTo>
                  <a:pt x="1969770" y="34277"/>
                </a:lnTo>
                <a:lnTo>
                  <a:pt x="1969770" y="33007"/>
                </a:lnTo>
                <a:close/>
              </a:path>
            </a:pathLst>
          </a:custGeom>
          <a:solidFill>
            <a:srgbClr val="A7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6564611" y="2289802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74" y="1272"/>
                </a:moveTo>
                <a:lnTo>
                  <a:pt x="0" y="1272"/>
                </a:lnTo>
                <a:lnTo>
                  <a:pt x="0" y="0"/>
                </a:lnTo>
                <a:lnTo>
                  <a:pt x="1274" y="0"/>
                </a:lnTo>
                <a:lnTo>
                  <a:pt x="1274" y="1272"/>
                </a:lnTo>
                <a:close/>
              </a:path>
            </a:pathLst>
          </a:custGeom>
          <a:solidFill>
            <a:srgbClr val="A5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7274535" y="2289802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74" y="1272"/>
                </a:moveTo>
                <a:lnTo>
                  <a:pt x="0" y="1272"/>
                </a:lnTo>
                <a:lnTo>
                  <a:pt x="0" y="0"/>
                </a:lnTo>
                <a:lnTo>
                  <a:pt x="1274" y="0"/>
                </a:lnTo>
                <a:lnTo>
                  <a:pt x="1274" y="1272"/>
                </a:lnTo>
                <a:close/>
              </a:path>
            </a:pathLst>
          </a:custGeom>
          <a:solidFill>
            <a:srgbClr val="A5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0" name="object 300"/>
          <p:cNvGrpSpPr/>
          <p:nvPr/>
        </p:nvGrpSpPr>
        <p:grpSpPr>
          <a:xfrm>
            <a:off x="6568437" y="2208525"/>
            <a:ext cx="885190" cy="81280"/>
            <a:chOff x="6568437" y="2208525"/>
            <a:chExt cx="885190" cy="81280"/>
          </a:xfrm>
        </p:grpSpPr>
        <p:sp>
          <p:nvSpPr>
            <p:cNvPr id="301" name="object 301"/>
            <p:cNvSpPr/>
            <p:nvPr/>
          </p:nvSpPr>
          <p:spPr>
            <a:xfrm>
              <a:off x="6568427" y="2213609"/>
              <a:ext cx="869950" cy="76835"/>
            </a:xfrm>
            <a:custGeom>
              <a:avLst/>
              <a:gdLst/>
              <a:ahLst/>
              <a:cxnLst/>
              <a:rect l="l" t="t" r="r" b="b"/>
              <a:pathLst>
                <a:path w="869950" h="76835">
                  <a:moveTo>
                    <a:pt x="7607" y="69850"/>
                  </a:moveTo>
                  <a:lnTo>
                    <a:pt x="5080" y="69850"/>
                  </a:lnTo>
                  <a:lnTo>
                    <a:pt x="5080" y="71120"/>
                  </a:lnTo>
                  <a:lnTo>
                    <a:pt x="7607" y="71120"/>
                  </a:lnTo>
                  <a:lnTo>
                    <a:pt x="7607" y="69850"/>
                  </a:lnTo>
                  <a:close/>
                </a:path>
                <a:path w="869950" h="76835">
                  <a:moveTo>
                    <a:pt x="708647" y="74942"/>
                  </a:moveTo>
                  <a:lnTo>
                    <a:pt x="1257" y="74942"/>
                  </a:lnTo>
                  <a:lnTo>
                    <a:pt x="1257" y="73672"/>
                  </a:lnTo>
                  <a:lnTo>
                    <a:pt x="0" y="73672"/>
                  </a:lnTo>
                  <a:lnTo>
                    <a:pt x="0" y="74942"/>
                  </a:lnTo>
                  <a:lnTo>
                    <a:pt x="0" y="76212"/>
                  </a:lnTo>
                  <a:lnTo>
                    <a:pt x="708647" y="76212"/>
                  </a:lnTo>
                  <a:lnTo>
                    <a:pt x="708647" y="74942"/>
                  </a:lnTo>
                  <a:close/>
                </a:path>
                <a:path w="869950" h="76835">
                  <a:moveTo>
                    <a:pt x="709930" y="71132"/>
                  </a:moveTo>
                  <a:lnTo>
                    <a:pt x="3797" y="71132"/>
                  </a:lnTo>
                  <a:lnTo>
                    <a:pt x="3797" y="73672"/>
                  </a:lnTo>
                  <a:lnTo>
                    <a:pt x="708647" y="73672"/>
                  </a:lnTo>
                  <a:lnTo>
                    <a:pt x="708647" y="74942"/>
                  </a:lnTo>
                  <a:lnTo>
                    <a:pt x="709930" y="74942"/>
                  </a:lnTo>
                  <a:lnTo>
                    <a:pt x="709930" y="73672"/>
                  </a:lnTo>
                  <a:lnTo>
                    <a:pt x="709930" y="71132"/>
                  </a:lnTo>
                  <a:close/>
                </a:path>
                <a:path w="869950" h="76835">
                  <a:moveTo>
                    <a:pt x="718807" y="64770"/>
                  </a:moveTo>
                  <a:lnTo>
                    <a:pt x="16497" y="64770"/>
                  </a:lnTo>
                  <a:lnTo>
                    <a:pt x="16497" y="63500"/>
                  </a:lnTo>
                  <a:lnTo>
                    <a:pt x="13957" y="63500"/>
                  </a:lnTo>
                  <a:lnTo>
                    <a:pt x="13957" y="64770"/>
                  </a:lnTo>
                  <a:lnTo>
                    <a:pt x="12700" y="64770"/>
                  </a:lnTo>
                  <a:lnTo>
                    <a:pt x="12700" y="67310"/>
                  </a:lnTo>
                  <a:lnTo>
                    <a:pt x="713727" y="67310"/>
                  </a:lnTo>
                  <a:lnTo>
                    <a:pt x="713727" y="68592"/>
                  </a:lnTo>
                  <a:lnTo>
                    <a:pt x="10147" y="68592"/>
                  </a:lnTo>
                  <a:lnTo>
                    <a:pt x="10147" y="67322"/>
                  </a:lnTo>
                  <a:lnTo>
                    <a:pt x="8877" y="67322"/>
                  </a:lnTo>
                  <a:lnTo>
                    <a:pt x="8877" y="68592"/>
                  </a:lnTo>
                  <a:lnTo>
                    <a:pt x="8877" y="69862"/>
                  </a:lnTo>
                  <a:lnTo>
                    <a:pt x="711200" y="69862"/>
                  </a:lnTo>
                  <a:lnTo>
                    <a:pt x="711200" y="71120"/>
                  </a:lnTo>
                  <a:lnTo>
                    <a:pt x="712457" y="71120"/>
                  </a:lnTo>
                  <a:lnTo>
                    <a:pt x="712457" y="69862"/>
                  </a:lnTo>
                  <a:lnTo>
                    <a:pt x="713727" y="69862"/>
                  </a:lnTo>
                  <a:lnTo>
                    <a:pt x="713727" y="68707"/>
                  </a:lnTo>
                  <a:lnTo>
                    <a:pt x="716280" y="68707"/>
                  </a:lnTo>
                  <a:lnTo>
                    <a:pt x="716280" y="67310"/>
                  </a:lnTo>
                  <a:lnTo>
                    <a:pt x="718807" y="67310"/>
                  </a:lnTo>
                  <a:lnTo>
                    <a:pt x="718807" y="64770"/>
                  </a:lnTo>
                  <a:close/>
                </a:path>
                <a:path w="869950" h="76835">
                  <a:moveTo>
                    <a:pt x="734047" y="58420"/>
                  </a:moveTo>
                  <a:lnTo>
                    <a:pt x="25400" y="58420"/>
                  </a:lnTo>
                  <a:lnTo>
                    <a:pt x="25400" y="57150"/>
                  </a:lnTo>
                  <a:lnTo>
                    <a:pt x="24130" y="57150"/>
                  </a:lnTo>
                  <a:lnTo>
                    <a:pt x="24130" y="58420"/>
                  </a:lnTo>
                  <a:lnTo>
                    <a:pt x="21577" y="58420"/>
                  </a:lnTo>
                  <a:lnTo>
                    <a:pt x="21577" y="60960"/>
                  </a:lnTo>
                  <a:lnTo>
                    <a:pt x="727697" y="60960"/>
                  </a:lnTo>
                  <a:lnTo>
                    <a:pt x="727697" y="62242"/>
                  </a:lnTo>
                  <a:lnTo>
                    <a:pt x="20307" y="62242"/>
                  </a:lnTo>
                  <a:lnTo>
                    <a:pt x="20307" y="60972"/>
                  </a:lnTo>
                  <a:lnTo>
                    <a:pt x="17780" y="60972"/>
                  </a:lnTo>
                  <a:lnTo>
                    <a:pt x="17780" y="62242"/>
                  </a:lnTo>
                  <a:lnTo>
                    <a:pt x="17780" y="63512"/>
                  </a:lnTo>
                  <a:lnTo>
                    <a:pt x="721347" y="63512"/>
                  </a:lnTo>
                  <a:lnTo>
                    <a:pt x="721347" y="64770"/>
                  </a:lnTo>
                  <a:lnTo>
                    <a:pt x="725157" y="64770"/>
                  </a:lnTo>
                  <a:lnTo>
                    <a:pt x="725157" y="63512"/>
                  </a:lnTo>
                  <a:lnTo>
                    <a:pt x="727697" y="63512"/>
                  </a:lnTo>
                  <a:lnTo>
                    <a:pt x="727697" y="62357"/>
                  </a:lnTo>
                  <a:lnTo>
                    <a:pt x="731507" y="62357"/>
                  </a:lnTo>
                  <a:lnTo>
                    <a:pt x="731507" y="60960"/>
                  </a:lnTo>
                  <a:lnTo>
                    <a:pt x="734047" y="60960"/>
                  </a:lnTo>
                  <a:lnTo>
                    <a:pt x="734047" y="58420"/>
                  </a:lnTo>
                  <a:close/>
                </a:path>
                <a:path w="869950" h="76835">
                  <a:moveTo>
                    <a:pt x="749300" y="52070"/>
                  </a:moveTo>
                  <a:lnTo>
                    <a:pt x="35547" y="52070"/>
                  </a:lnTo>
                  <a:lnTo>
                    <a:pt x="35547" y="50800"/>
                  </a:lnTo>
                  <a:lnTo>
                    <a:pt x="33007" y="50800"/>
                  </a:lnTo>
                  <a:lnTo>
                    <a:pt x="33007" y="52070"/>
                  </a:lnTo>
                  <a:lnTo>
                    <a:pt x="31750" y="52070"/>
                  </a:lnTo>
                  <a:lnTo>
                    <a:pt x="31750" y="54610"/>
                  </a:lnTo>
                  <a:lnTo>
                    <a:pt x="742950" y="54610"/>
                  </a:lnTo>
                  <a:lnTo>
                    <a:pt x="742950" y="55892"/>
                  </a:lnTo>
                  <a:lnTo>
                    <a:pt x="29197" y="55892"/>
                  </a:lnTo>
                  <a:lnTo>
                    <a:pt x="29197" y="54622"/>
                  </a:lnTo>
                  <a:lnTo>
                    <a:pt x="27927" y="54622"/>
                  </a:lnTo>
                  <a:lnTo>
                    <a:pt x="27927" y="55892"/>
                  </a:lnTo>
                  <a:lnTo>
                    <a:pt x="27927" y="57162"/>
                  </a:lnTo>
                  <a:lnTo>
                    <a:pt x="736600" y="57162"/>
                  </a:lnTo>
                  <a:lnTo>
                    <a:pt x="736600" y="58420"/>
                  </a:lnTo>
                  <a:lnTo>
                    <a:pt x="740397" y="58420"/>
                  </a:lnTo>
                  <a:lnTo>
                    <a:pt x="740397" y="57162"/>
                  </a:lnTo>
                  <a:lnTo>
                    <a:pt x="742950" y="57162"/>
                  </a:lnTo>
                  <a:lnTo>
                    <a:pt x="742950" y="56007"/>
                  </a:lnTo>
                  <a:lnTo>
                    <a:pt x="745477" y="56007"/>
                  </a:lnTo>
                  <a:lnTo>
                    <a:pt x="745477" y="54610"/>
                  </a:lnTo>
                  <a:lnTo>
                    <a:pt x="749300" y="54610"/>
                  </a:lnTo>
                  <a:lnTo>
                    <a:pt x="749300" y="52070"/>
                  </a:lnTo>
                  <a:close/>
                </a:path>
                <a:path w="869950" h="76835">
                  <a:moveTo>
                    <a:pt x="764527" y="45720"/>
                  </a:moveTo>
                  <a:lnTo>
                    <a:pt x="44450" y="45720"/>
                  </a:lnTo>
                  <a:lnTo>
                    <a:pt x="44450" y="44450"/>
                  </a:lnTo>
                  <a:lnTo>
                    <a:pt x="43180" y="44450"/>
                  </a:lnTo>
                  <a:lnTo>
                    <a:pt x="43180" y="45720"/>
                  </a:lnTo>
                  <a:lnTo>
                    <a:pt x="40627" y="45720"/>
                  </a:lnTo>
                  <a:lnTo>
                    <a:pt x="40627" y="48260"/>
                  </a:lnTo>
                  <a:lnTo>
                    <a:pt x="758177" y="48260"/>
                  </a:lnTo>
                  <a:lnTo>
                    <a:pt x="758177" y="49542"/>
                  </a:lnTo>
                  <a:lnTo>
                    <a:pt x="39357" y="49542"/>
                  </a:lnTo>
                  <a:lnTo>
                    <a:pt x="39357" y="48272"/>
                  </a:lnTo>
                  <a:lnTo>
                    <a:pt x="36830" y="48272"/>
                  </a:lnTo>
                  <a:lnTo>
                    <a:pt x="36830" y="49542"/>
                  </a:lnTo>
                  <a:lnTo>
                    <a:pt x="36830" y="50812"/>
                  </a:lnTo>
                  <a:lnTo>
                    <a:pt x="751827" y="50812"/>
                  </a:lnTo>
                  <a:lnTo>
                    <a:pt x="751827" y="52070"/>
                  </a:lnTo>
                  <a:lnTo>
                    <a:pt x="755650" y="52070"/>
                  </a:lnTo>
                  <a:lnTo>
                    <a:pt x="755650" y="50812"/>
                  </a:lnTo>
                  <a:lnTo>
                    <a:pt x="758177" y="50812"/>
                  </a:lnTo>
                  <a:lnTo>
                    <a:pt x="758177" y="49657"/>
                  </a:lnTo>
                  <a:lnTo>
                    <a:pt x="760730" y="49657"/>
                  </a:lnTo>
                  <a:lnTo>
                    <a:pt x="760730" y="48260"/>
                  </a:lnTo>
                  <a:lnTo>
                    <a:pt x="764527" y="48260"/>
                  </a:lnTo>
                  <a:lnTo>
                    <a:pt x="764527" y="45720"/>
                  </a:lnTo>
                  <a:close/>
                </a:path>
                <a:path w="869950" h="76835">
                  <a:moveTo>
                    <a:pt x="779780" y="39370"/>
                  </a:moveTo>
                  <a:lnTo>
                    <a:pt x="53327" y="39370"/>
                  </a:lnTo>
                  <a:lnTo>
                    <a:pt x="53327" y="38100"/>
                  </a:lnTo>
                  <a:lnTo>
                    <a:pt x="52057" y="38100"/>
                  </a:lnTo>
                  <a:lnTo>
                    <a:pt x="52057" y="39370"/>
                  </a:lnTo>
                  <a:lnTo>
                    <a:pt x="49530" y="39370"/>
                  </a:lnTo>
                  <a:lnTo>
                    <a:pt x="49530" y="41910"/>
                  </a:lnTo>
                  <a:lnTo>
                    <a:pt x="773430" y="41910"/>
                  </a:lnTo>
                  <a:lnTo>
                    <a:pt x="773430" y="43192"/>
                  </a:lnTo>
                  <a:lnTo>
                    <a:pt x="48247" y="43192"/>
                  </a:lnTo>
                  <a:lnTo>
                    <a:pt x="48247" y="41922"/>
                  </a:lnTo>
                  <a:lnTo>
                    <a:pt x="45707" y="41922"/>
                  </a:lnTo>
                  <a:lnTo>
                    <a:pt x="45707" y="43192"/>
                  </a:lnTo>
                  <a:lnTo>
                    <a:pt x="45707" y="44462"/>
                  </a:lnTo>
                  <a:lnTo>
                    <a:pt x="767080" y="44462"/>
                  </a:lnTo>
                  <a:lnTo>
                    <a:pt x="767080" y="45720"/>
                  </a:lnTo>
                  <a:lnTo>
                    <a:pt x="769607" y="45720"/>
                  </a:lnTo>
                  <a:lnTo>
                    <a:pt x="769607" y="44462"/>
                  </a:lnTo>
                  <a:lnTo>
                    <a:pt x="773430" y="44462"/>
                  </a:lnTo>
                  <a:lnTo>
                    <a:pt x="773430" y="43307"/>
                  </a:lnTo>
                  <a:lnTo>
                    <a:pt x="775957" y="43307"/>
                  </a:lnTo>
                  <a:lnTo>
                    <a:pt x="775957" y="41910"/>
                  </a:lnTo>
                  <a:lnTo>
                    <a:pt x="779780" y="41910"/>
                  </a:lnTo>
                  <a:lnTo>
                    <a:pt x="779780" y="39370"/>
                  </a:lnTo>
                  <a:close/>
                </a:path>
                <a:path w="869950" h="76835">
                  <a:moveTo>
                    <a:pt x="793750" y="33020"/>
                  </a:moveTo>
                  <a:lnTo>
                    <a:pt x="63500" y="33020"/>
                  </a:lnTo>
                  <a:lnTo>
                    <a:pt x="63500" y="31750"/>
                  </a:lnTo>
                  <a:lnTo>
                    <a:pt x="60947" y="31750"/>
                  </a:lnTo>
                  <a:lnTo>
                    <a:pt x="60947" y="33020"/>
                  </a:lnTo>
                  <a:lnTo>
                    <a:pt x="59677" y="33020"/>
                  </a:lnTo>
                  <a:lnTo>
                    <a:pt x="59677" y="35560"/>
                  </a:lnTo>
                  <a:lnTo>
                    <a:pt x="788657" y="35560"/>
                  </a:lnTo>
                  <a:lnTo>
                    <a:pt x="788657" y="36842"/>
                  </a:lnTo>
                  <a:lnTo>
                    <a:pt x="57150" y="36842"/>
                  </a:lnTo>
                  <a:lnTo>
                    <a:pt x="57150" y="35572"/>
                  </a:lnTo>
                  <a:lnTo>
                    <a:pt x="55880" y="35572"/>
                  </a:lnTo>
                  <a:lnTo>
                    <a:pt x="55880" y="36842"/>
                  </a:lnTo>
                  <a:lnTo>
                    <a:pt x="55880" y="38112"/>
                  </a:lnTo>
                  <a:lnTo>
                    <a:pt x="782307" y="38112"/>
                  </a:lnTo>
                  <a:lnTo>
                    <a:pt x="782307" y="39370"/>
                  </a:lnTo>
                  <a:lnTo>
                    <a:pt x="784847" y="39370"/>
                  </a:lnTo>
                  <a:lnTo>
                    <a:pt x="784847" y="38112"/>
                  </a:lnTo>
                  <a:lnTo>
                    <a:pt x="788657" y="38112"/>
                  </a:lnTo>
                  <a:lnTo>
                    <a:pt x="788657" y="36957"/>
                  </a:lnTo>
                  <a:lnTo>
                    <a:pt x="791197" y="36957"/>
                  </a:lnTo>
                  <a:lnTo>
                    <a:pt x="791197" y="35560"/>
                  </a:lnTo>
                  <a:lnTo>
                    <a:pt x="793750" y="35560"/>
                  </a:lnTo>
                  <a:lnTo>
                    <a:pt x="793750" y="33020"/>
                  </a:lnTo>
                  <a:close/>
                </a:path>
                <a:path w="869950" h="76835">
                  <a:moveTo>
                    <a:pt x="808977" y="26670"/>
                  </a:moveTo>
                  <a:lnTo>
                    <a:pt x="81280" y="26670"/>
                  </a:lnTo>
                  <a:lnTo>
                    <a:pt x="81280" y="25400"/>
                  </a:lnTo>
                  <a:lnTo>
                    <a:pt x="77457" y="25400"/>
                  </a:lnTo>
                  <a:lnTo>
                    <a:pt x="77457" y="26670"/>
                  </a:lnTo>
                  <a:lnTo>
                    <a:pt x="73647" y="26670"/>
                  </a:lnTo>
                  <a:lnTo>
                    <a:pt x="73647" y="29210"/>
                  </a:lnTo>
                  <a:lnTo>
                    <a:pt x="803897" y="29210"/>
                  </a:lnTo>
                  <a:lnTo>
                    <a:pt x="803897" y="30492"/>
                  </a:lnTo>
                  <a:lnTo>
                    <a:pt x="69850" y="30492"/>
                  </a:lnTo>
                  <a:lnTo>
                    <a:pt x="69850" y="29222"/>
                  </a:lnTo>
                  <a:lnTo>
                    <a:pt x="64757" y="29222"/>
                  </a:lnTo>
                  <a:lnTo>
                    <a:pt x="64757" y="30492"/>
                  </a:lnTo>
                  <a:lnTo>
                    <a:pt x="64757" y="31762"/>
                  </a:lnTo>
                  <a:lnTo>
                    <a:pt x="797547" y="31762"/>
                  </a:lnTo>
                  <a:lnTo>
                    <a:pt x="797547" y="33020"/>
                  </a:lnTo>
                  <a:lnTo>
                    <a:pt x="800100" y="33020"/>
                  </a:lnTo>
                  <a:lnTo>
                    <a:pt x="800100" y="31762"/>
                  </a:lnTo>
                  <a:lnTo>
                    <a:pt x="803897" y="31762"/>
                  </a:lnTo>
                  <a:lnTo>
                    <a:pt x="803897" y="30607"/>
                  </a:lnTo>
                  <a:lnTo>
                    <a:pt x="806450" y="30607"/>
                  </a:lnTo>
                  <a:lnTo>
                    <a:pt x="806450" y="29210"/>
                  </a:lnTo>
                  <a:lnTo>
                    <a:pt x="808977" y="29210"/>
                  </a:lnTo>
                  <a:lnTo>
                    <a:pt x="808977" y="26670"/>
                  </a:lnTo>
                  <a:close/>
                </a:path>
                <a:path w="869950" h="76835">
                  <a:moveTo>
                    <a:pt x="824230" y="20320"/>
                  </a:moveTo>
                  <a:lnTo>
                    <a:pt x="99047" y="20320"/>
                  </a:lnTo>
                  <a:lnTo>
                    <a:pt x="99047" y="19050"/>
                  </a:lnTo>
                  <a:lnTo>
                    <a:pt x="95250" y="19050"/>
                  </a:lnTo>
                  <a:lnTo>
                    <a:pt x="95250" y="20320"/>
                  </a:lnTo>
                  <a:lnTo>
                    <a:pt x="91427" y="20320"/>
                  </a:lnTo>
                  <a:lnTo>
                    <a:pt x="91427" y="22860"/>
                  </a:lnTo>
                  <a:lnTo>
                    <a:pt x="817880" y="22860"/>
                  </a:lnTo>
                  <a:lnTo>
                    <a:pt x="817880" y="24142"/>
                  </a:lnTo>
                  <a:lnTo>
                    <a:pt x="87630" y="24142"/>
                  </a:lnTo>
                  <a:lnTo>
                    <a:pt x="87630" y="22872"/>
                  </a:lnTo>
                  <a:lnTo>
                    <a:pt x="85077" y="22872"/>
                  </a:lnTo>
                  <a:lnTo>
                    <a:pt x="85077" y="24142"/>
                  </a:lnTo>
                  <a:lnTo>
                    <a:pt x="85077" y="25412"/>
                  </a:lnTo>
                  <a:lnTo>
                    <a:pt x="812800" y="25412"/>
                  </a:lnTo>
                  <a:lnTo>
                    <a:pt x="812800" y="26670"/>
                  </a:lnTo>
                  <a:lnTo>
                    <a:pt x="815327" y="26670"/>
                  </a:lnTo>
                  <a:lnTo>
                    <a:pt x="815327" y="25412"/>
                  </a:lnTo>
                  <a:lnTo>
                    <a:pt x="817880" y="25412"/>
                  </a:lnTo>
                  <a:lnTo>
                    <a:pt x="817880" y="24257"/>
                  </a:lnTo>
                  <a:lnTo>
                    <a:pt x="821677" y="24257"/>
                  </a:lnTo>
                  <a:lnTo>
                    <a:pt x="821677" y="22860"/>
                  </a:lnTo>
                  <a:lnTo>
                    <a:pt x="824230" y="22860"/>
                  </a:lnTo>
                  <a:lnTo>
                    <a:pt x="824230" y="20320"/>
                  </a:lnTo>
                  <a:close/>
                </a:path>
                <a:path w="869950" h="76835">
                  <a:moveTo>
                    <a:pt x="839457" y="13970"/>
                  </a:moveTo>
                  <a:lnTo>
                    <a:pt x="118097" y="13970"/>
                  </a:lnTo>
                  <a:lnTo>
                    <a:pt x="118097" y="12700"/>
                  </a:lnTo>
                  <a:lnTo>
                    <a:pt x="114300" y="12700"/>
                  </a:lnTo>
                  <a:lnTo>
                    <a:pt x="114300" y="13970"/>
                  </a:lnTo>
                  <a:lnTo>
                    <a:pt x="110477" y="13970"/>
                  </a:lnTo>
                  <a:lnTo>
                    <a:pt x="110477" y="16510"/>
                  </a:lnTo>
                  <a:lnTo>
                    <a:pt x="833107" y="16510"/>
                  </a:lnTo>
                  <a:lnTo>
                    <a:pt x="833107" y="17792"/>
                  </a:lnTo>
                  <a:lnTo>
                    <a:pt x="106680" y="17792"/>
                  </a:lnTo>
                  <a:lnTo>
                    <a:pt x="106680" y="16522"/>
                  </a:lnTo>
                  <a:lnTo>
                    <a:pt x="102857" y="16522"/>
                  </a:lnTo>
                  <a:lnTo>
                    <a:pt x="102857" y="17792"/>
                  </a:lnTo>
                  <a:lnTo>
                    <a:pt x="102857" y="19062"/>
                  </a:lnTo>
                  <a:lnTo>
                    <a:pt x="826757" y="19062"/>
                  </a:lnTo>
                  <a:lnTo>
                    <a:pt x="826757" y="20320"/>
                  </a:lnTo>
                  <a:lnTo>
                    <a:pt x="830580" y="20320"/>
                  </a:lnTo>
                  <a:lnTo>
                    <a:pt x="830580" y="19062"/>
                  </a:lnTo>
                  <a:lnTo>
                    <a:pt x="833107" y="19062"/>
                  </a:lnTo>
                  <a:lnTo>
                    <a:pt x="833107" y="17907"/>
                  </a:lnTo>
                  <a:lnTo>
                    <a:pt x="836930" y="17907"/>
                  </a:lnTo>
                  <a:lnTo>
                    <a:pt x="836930" y="16510"/>
                  </a:lnTo>
                  <a:lnTo>
                    <a:pt x="839457" y="16510"/>
                  </a:lnTo>
                  <a:lnTo>
                    <a:pt x="839457" y="13970"/>
                  </a:lnTo>
                  <a:close/>
                </a:path>
                <a:path w="869950" h="76835">
                  <a:moveTo>
                    <a:pt x="854697" y="7620"/>
                  </a:moveTo>
                  <a:lnTo>
                    <a:pt x="135877" y="7620"/>
                  </a:lnTo>
                  <a:lnTo>
                    <a:pt x="135877" y="6350"/>
                  </a:lnTo>
                  <a:lnTo>
                    <a:pt x="132080" y="6350"/>
                  </a:lnTo>
                  <a:lnTo>
                    <a:pt x="132080" y="7620"/>
                  </a:lnTo>
                  <a:lnTo>
                    <a:pt x="128257" y="7620"/>
                  </a:lnTo>
                  <a:lnTo>
                    <a:pt x="128257" y="10160"/>
                  </a:lnTo>
                  <a:lnTo>
                    <a:pt x="848347" y="10160"/>
                  </a:lnTo>
                  <a:lnTo>
                    <a:pt x="848347" y="11442"/>
                  </a:lnTo>
                  <a:lnTo>
                    <a:pt x="125730" y="11442"/>
                  </a:lnTo>
                  <a:lnTo>
                    <a:pt x="125730" y="10172"/>
                  </a:lnTo>
                  <a:lnTo>
                    <a:pt x="121907" y="10172"/>
                  </a:lnTo>
                  <a:lnTo>
                    <a:pt x="121907" y="11442"/>
                  </a:lnTo>
                  <a:lnTo>
                    <a:pt x="121907" y="12712"/>
                  </a:lnTo>
                  <a:lnTo>
                    <a:pt x="841997" y="12712"/>
                  </a:lnTo>
                  <a:lnTo>
                    <a:pt x="841997" y="13970"/>
                  </a:lnTo>
                  <a:lnTo>
                    <a:pt x="845807" y="13970"/>
                  </a:lnTo>
                  <a:lnTo>
                    <a:pt x="845807" y="12712"/>
                  </a:lnTo>
                  <a:lnTo>
                    <a:pt x="848347" y="12712"/>
                  </a:lnTo>
                  <a:lnTo>
                    <a:pt x="848347" y="11557"/>
                  </a:lnTo>
                  <a:lnTo>
                    <a:pt x="850900" y="11557"/>
                  </a:lnTo>
                  <a:lnTo>
                    <a:pt x="850900" y="10160"/>
                  </a:lnTo>
                  <a:lnTo>
                    <a:pt x="854697" y="10160"/>
                  </a:lnTo>
                  <a:lnTo>
                    <a:pt x="854697" y="7620"/>
                  </a:lnTo>
                  <a:close/>
                </a:path>
                <a:path w="869950" h="76835">
                  <a:moveTo>
                    <a:pt x="869950" y="1270"/>
                  </a:moveTo>
                  <a:lnTo>
                    <a:pt x="154927" y="1270"/>
                  </a:lnTo>
                  <a:lnTo>
                    <a:pt x="154927" y="0"/>
                  </a:lnTo>
                  <a:lnTo>
                    <a:pt x="151130" y="0"/>
                  </a:lnTo>
                  <a:lnTo>
                    <a:pt x="151130" y="1270"/>
                  </a:lnTo>
                  <a:lnTo>
                    <a:pt x="147307" y="1270"/>
                  </a:lnTo>
                  <a:lnTo>
                    <a:pt x="147307" y="3810"/>
                  </a:lnTo>
                  <a:lnTo>
                    <a:pt x="863600" y="3810"/>
                  </a:lnTo>
                  <a:lnTo>
                    <a:pt x="863600" y="5092"/>
                  </a:lnTo>
                  <a:lnTo>
                    <a:pt x="143497" y="5092"/>
                  </a:lnTo>
                  <a:lnTo>
                    <a:pt x="143497" y="3822"/>
                  </a:lnTo>
                  <a:lnTo>
                    <a:pt x="139700" y="3822"/>
                  </a:lnTo>
                  <a:lnTo>
                    <a:pt x="139700" y="5092"/>
                  </a:lnTo>
                  <a:lnTo>
                    <a:pt x="139700" y="6362"/>
                  </a:lnTo>
                  <a:lnTo>
                    <a:pt x="857250" y="6362"/>
                  </a:lnTo>
                  <a:lnTo>
                    <a:pt x="857250" y="7620"/>
                  </a:lnTo>
                  <a:lnTo>
                    <a:pt x="861047" y="7620"/>
                  </a:lnTo>
                  <a:lnTo>
                    <a:pt x="861047" y="6362"/>
                  </a:lnTo>
                  <a:lnTo>
                    <a:pt x="863600" y="6362"/>
                  </a:lnTo>
                  <a:lnTo>
                    <a:pt x="863600" y="5207"/>
                  </a:lnTo>
                  <a:lnTo>
                    <a:pt x="866127" y="5207"/>
                  </a:lnTo>
                  <a:lnTo>
                    <a:pt x="866127" y="3810"/>
                  </a:lnTo>
                  <a:lnTo>
                    <a:pt x="869950" y="3810"/>
                  </a:lnTo>
                  <a:lnTo>
                    <a:pt x="869950" y="1270"/>
                  </a:lnTo>
                  <a:close/>
                </a:path>
              </a:pathLst>
            </a:custGeom>
            <a:solidFill>
              <a:srgbClr val="A544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6719557" y="2208529"/>
              <a:ext cx="734060" cy="6350"/>
            </a:xfrm>
            <a:custGeom>
              <a:avLst/>
              <a:gdLst/>
              <a:ahLst/>
              <a:cxnLst/>
              <a:rect l="l" t="t" r="r" b="b"/>
              <a:pathLst>
                <a:path w="734059" h="6350">
                  <a:moveTo>
                    <a:pt x="3797" y="5080"/>
                  </a:moveTo>
                  <a:lnTo>
                    <a:pt x="0" y="5080"/>
                  </a:lnTo>
                  <a:lnTo>
                    <a:pt x="0" y="6350"/>
                  </a:lnTo>
                  <a:lnTo>
                    <a:pt x="3797" y="6350"/>
                  </a:lnTo>
                  <a:lnTo>
                    <a:pt x="3797" y="5080"/>
                  </a:lnTo>
                  <a:close/>
                </a:path>
                <a:path w="734059" h="6350">
                  <a:moveTo>
                    <a:pt x="734047" y="0"/>
                  </a:moveTo>
                  <a:lnTo>
                    <a:pt x="15227" y="0"/>
                  </a:lnTo>
                  <a:lnTo>
                    <a:pt x="15227" y="2540"/>
                  </a:lnTo>
                  <a:lnTo>
                    <a:pt x="727697" y="2540"/>
                  </a:lnTo>
                  <a:lnTo>
                    <a:pt x="727697" y="3822"/>
                  </a:lnTo>
                  <a:lnTo>
                    <a:pt x="11417" y="3822"/>
                  </a:lnTo>
                  <a:lnTo>
                    <a:pt x="11417" y="2552"/>
                  </a:lnTo>
                  <a:lnTo>
                    <a:pt x="7620" y="2552"/>
                  </a:lnTo>
                  <a:lnTo>
                    <a:pt x="7620" y="3822"/>
                  </a:lnTo>
                  <a:lnTo>
                    <a:pt x="7620" y="5092"/>
                  </a:lnTo>
                  <a:lnTo>
                    <a:pt x="721347" y="5092"/>
                  </a:lnTo>
                  <a:lnTo>
                    <a:pt x="721347" y="6350"/>
                  </a:lnTo>
                  <a:lnTo>
                    <a:pt x="723900" y="6350"/>
                  </a:lnTo>
                  <a:lnTo>
                    <a:pt x="723900" y="5092"/>
                  </a:lnTo>
                  <a:lnTo>
                    <a:pt x="727697" y="5092"/>
                  </a:lnTo>
                  <a:lnTo>
                    <a:pt x="727697" y="3937"/>
                  </a:lnTo>
                  <a:lnTo>
                    <a:pt x="730250" y="3937"/>
                  </a:lnTo>
                  <a:lnTo>
                    <a:pt x="730250" y="2540"/>
                  </a:lnTo>
                  <a:lnTo>
                    <a:pt x="734047" y="2540"/>
                  </a:lnTo>
                  <a:lnTo>
                    <a:pt x="734047" y="0"/>
                  </a:lnTo>
                  <a:close/>
                </a:path>
              </a:pathLst>
            </a:custGeom>
            <a:solidFill>
              <a:srgbClr val="A544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3" name="object 303"/>
          <p:cNvSpPr/>
          <p:nvPr/>
        </p:nvSpPr>
        <p:spPr>
          <a:xfrm>
            <a:off x="7697457" y="2208529"/>
            <a:ext cx="157480" cy="83185"/>
          </a:xfrm>
          <a:custGeom>
            <a:avLst/>
            <a:gdLst/>
            <a:ahLst/>
            <a:cxnLst/>
            <a:rect l="l" t="t" r="r" b="b"/>
            <a:pathLst>
              <a:path w="157479" h="83185">
                <a:moveTo>
                  <a:pt x="113017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3810"/>
                </a:lnTo>
                <a:lnTo>
                  <a:pt x="2527" y="3810"/>
                </a:lnTo>
                <a:lnTo>
                  <a:pt x="2527" y="2540"/>
                </a:lnTo>
                <a:lnTo>
                  <a:pt x="113017" y="2540"/>
                </a:lnTo>
                <a:lnTo>
                  <a:pt x="113017" y="0"/>
                </a:lnTo>
                <a:close/>
              </a:path>
              <a:path w="157479" h="83185">
                <a:moveTo>
                  <a:pt x="114300" y="2552"/>
                </a:moveTo>
                <a:lnTo>
                  <a:pt x="113017" y="2552"/>
                </a:lnTo>
                <a:lnTo>
                  <a:pt x="113017" y="3822"/>
                </a:lnTo>
                <a:lnTo>
                  <a:pt x="2527" y="3822"/>
                </a:lnTo>
                <a:lnTo>
                  <a:pt x="2527" y="5092"/>
                </a:lnTo>
                <a:lnTo>
                  <a:pt x="3797" y="5092"/>
                </a:lnTo>
                <a:lnTo>
                  <a:pt x="3797" y="6350"/>
                </a:lnTo>
                <a:lnTo>
                  <a:pt x="5067" y="6350"/>
                </a:lnTo>
                <a:lnTo>
                  <a:pt x="5067" y="5092"/>
                </a:lnTo>
                <a:lnTo>
                  <a:pt x="114300" y="5092"/>
                </a:lnTo>
                <a:lnTo>
                  <a:pt x="114300" y="3822"/>
                </a:lnTo>
                <a:lnTo>
                  <a:pt x="114300" y="2552"/>
                </a:lnTo>
                <a:close/>
              </a:path>
              <a:path w="157479" h="83185">
                <a:moveTo>
                  <a:pt x="115570" y="5092"/>
                </a:moveTo>
                <a:lnTo>
                  <a:pt x="114300" y="5092"/>
                </a:lnTo>
                <a:lnTo>
                  <a:pt x="114300" y="6362"/>
                </a:lnTo>
                <a:lnTo>
                  <a:pt x="5067" y="6362"/>
                </a:lnTo>
                <a:lnTo>
                  <a:pt x="5067" y="8902"/>
                </a:lnTo>
                <a:lnTo>
                  <a:pt x="6350" y="8902"/>
                </a:lnTo>
                <a:lnTo>
                  <a:pt x="6350" y="10160"/>
                </a:lnTo>
                <a:lnTo>
                  <a:pt x="7620" y="10160"/>
                </a:lnTo>
                <a:lnTo>
                  <a:pt x="7620" y="8902"/>
                </a:lnTo>
                <a:lnTo>
                  <a:pt x="115570" y="8902"/>
                </a:lnTo>
                <a:lnTo>
                  <a:pt x="115570" y="6362"/>
                </a:lnTo>
                <a:lnTo>
                  <a:pt x="115570" y="5092"/>
                </a:lnTo>
                <a:close/>
              </a:path>
              <a:path w="157479" h="83185">
                <a:moveTo>
                  <a:pt x="116814" y="10160"/>
                </a:moveTo>
                <a:lnTo>
                  <a:pt x="7620" y="10160"/>
                </a:lnTo>
                <a:lnTo>
                  <a:pt x="7620" y="11430"/>
                </a:lnTo>
                <a:lnTo>
                  <a:pt x="8877" y="11430"/>
                </a:lnTo>
                <a:lnTo>
                  <a:pt x="8877" y="12700"/>
                </a:lnTo>
                <a:lnTo>
                  <a:pt x="10147" y="12700"/>
                </a:lnTo>
                <a:lnTo>
                  <a:pt x="10147" y="11430"/>
                </a:lnTo>
                <a:lnTo>
                  <a:pt x="116814" y="11430"/>
                </a:lnTo>
                <a:lnTo>
                  <a:pt x="116814" y="10160"/>
                </a:lnTo>
                <a:close/>
              </a:path>
              <a:path w="157479" h="83185">
                <a:moveTo>
                  <a:pt x="119367" y="11442"/>
                </a:moveTo>
                <a:lnTo>
                  <a:pt x="118097" y="11442"/>
                </a:lnTo>
                <a:lnTo>
                  <a:pt x="118097" y="12712"/>
                </a:lnTo>
                <a:lnTo>
                  <a:pt x="10147" y="12712"/>
                </a:lnTo>
                <a:lnTo>
                  <a:pt x="10147" y="15252"/>
                </a:lnTo>
                <a:lnTo>
                  <a:pt x="11417" y="15252"/>
                </a:lnTo>
                <a:lnTo>
                  <a:pt x="11417" y="16510"/>
                </a:lnTo>
                <a:lnTo>
                  <a:pt x="12700" y="16510"/>
                </a:lnTo>
                <a:lnTo>
                  <a:pt x="12700" y="15252"/>
                </a:lnTo>
                <a:lnTo>
                  <a:pt x="119367" y="15252"/>
                </a:lnTo>
                <a:lnTo>
                  <a:pt x="119367" y="12712"/>
                </a:lnTo>
                <a:lnTo>
                  <a:pt x="119367" y="11442"/>
                </a:lnTo>
                <a:close/>
              </a:path>
              <a:path w="157479" h="83185">
                <a:moveTo>
                  <a:pt x="123164" y="19050"/>
                </a:moveTo>
                <a:lnTo>
                  <a:pt x="13970" y="19050"/>
                </a:lnTo>
                <a:lnTo>
                  <a:pt x="13970" y="17792"/>
                </a:lnTo>
                <a:lnTo>
                  <a:pt x="120650" y="17792"/>
                </a:lnTo>
                <a:lnTo>
                  <a:pt x="120650" y="16522"/>
                </a:lnTo>
                <a:lnTo>
                  <a:pt x="12700" y="16522"/>
                </a:lnTo>
                <a:lnTo>
                  <a:pt x="12700" y="17792"/>
                </a:lnTo>
                <a:lnTo>
                  <a:pt x="12700" y="19062"/>
                </a:lnTo>
                <a:lnTo>
                  <a:pt x="13970" y="19062"/>
                </a:lnTo>
                <a:lnTo>
                  <a:pt x="13970" y="21590"/>
                </a:lnTo>
                <a:lnTo>
                  <a:pt x="123164" y="21590"/>
                </a:lnTo>
                <a:lnTo>
                  <a:pt x="123164" y="19050"/>
                </a:lnTo>
                <a:close/>
              </a:path>
              <a:path w="157479" h="83185">
                <a:moveTo>
                  <a:pt x="127000" y="25400"/>
                </a:moveTo>
                <a:lnTo>
                  <a:pt x="16497" y="25400"/>
                </a:lnTo>
                <a:lnTo>
                  <a:pt x="16497" y="24142"/>
                </a:lnTo>
                <a:lnTo>
                  <a:pt x="124447" y="24142"/>
                </a:lnTo>
                <a:lnTo>
                  <a:pt x="124447" y="22872"/>
                </a:lnTo>
                <a:lnTo>
                  <a:pt x="124447" y="21602"/>
                </a:lnTo>
                <a:lnTo>
                  <a:pt x="123164" y="21602"/>
                </a:lnTo>
                <a:lnTo>
                  <a:pt x="123164" y="22872"/>
                </a:lnTo>
                <a:lnTo>
                  <a:pt x="15227" y="22872"/>
                </a:lnTo>
                <a:lnTo>
                  <a:pt x="15227" y="24142"/>
                </a:lnTo>
                <a:lnTo>
                  <a:pt x="15227" y="25412"/>
                </a:lnTo>
                <a:lnTo>
                  <a:pt x="16497" y="25412"/>
                </a:lnTo>
                <a:lnTo>
                  <a:pt x="16497" y="27940"/>
                </a:lnTo>
                <a:lnTo>
                  <a:pt x="127000" y="27940"/>
                </a:lnTo>
                <a:lnTo>
                  <a:pt x="127000" y="25400"/>
                </a:lnTo>
                <a:close/>
              </a:path>
              <a:path w="157479" h="83185">
                <a:moveTo>
                  <a:pt x="128270" y="27952"/>
                </a:moveTo>
                <a:lnTo>
                  <a:pt x="127000" y="27952"/>
                </a:lnTo>
                <a:lnTo>
                  <a:pt x="127000" y="29222"/>
                </a:lnTo>
                <a:lnTo>
                  <a:pt x="17767" y="29222"/>
                </a:lnTo>
                <a:lnTo>
                  <a:pt x="17767" y="30492"/>
                </a:lnTo>
                <a:lnTo>
                  <a:pt x="17767" y="31762"/>
                </a:lnTo>
                <a:lnTo>
                  <a:pt x="19050" y="31762"/>
                </a:lnTo>
                <a:lnTo>
                  <a:pt x="19050" y="30492"/>
                </a:lnTo>
                <a:lnTo>
                  <a:pt x="128270" y="30492"/>
                </a:lnTo>
                <a:lnTo>
                  <a:pt x="128270" y="29222"/>
                </a:lnTo>
                <a:lnTo>
                  <a:pt x="128270" y="27952"/>
                </a:lnTo>
                <a:close/>
              </a:path>
              <a:path w="157479" h="83185">
                <a:moveTo>
                  <a:pt x="129514" y="30492"/>
                </a:moveTo>
                <a:lnTo>
                  <a:pt x="128270" y="30492"/>
                </a:lnTo>
                <a:lnTo>
                  <a:pt x="128270" y="31762"/>
                </a:lnTo>
                <a:lnTo>
                  <a:pt x="19050" y="31762"/>
                </a:lnTo>
                <a:lnTo>
                  <a:pt x="19050" y="34302"/>
                </a:lnTo>
                <a:lnTo>
                  <a:pt x="129514" y="34302"/>
                </a:lnTo>
                <a:lnTo>
                  <a:pt x="129514" y="31762"/>
                </a:lnTo>
                <a:lnTo>
                  <a:pt x="129514" y="30492"/>
                </a:lnTo>
                <a:close/>
              </a:path>
              <a:path w="157479" h="83185">
                <a:moveTo>
                  <a:pt x="130797" y="35572"/>
                </a:moveTo>
                <a:lnTo>
                  <a:pt x="20320" y="35572"/>
                </a:lnTo>
                <a:lnTo>
                  <a:pt x="20320" y="36842"/>
                </a:lnTo>
                <a:lnTo>
                  <a:pt x="20320" y="38112"/>
                </a:lnTo>
                <a:lnTo>
                  <a:pt x="21577" y="38112"/>
                </a:lnTo>
                <a:lnTo>
                  <a:pt x="21577" y="36842"/>
                </a:lnTo>
                <a:lnTo>
                  <a:pt x="130797" y="36842"/>
                </a:lnTo>
                <a:lnTo>
                  <a:pt x="130797" y="35572"/>
                </a:lnTo>
                <a:close/>
              </a:path>
              <a:path w="157479" h="83185">
                <a:moveTo>
                  <a:pt x="133350" y="36842"/>
                </a:moveTo>
                <a:lnTo>
                  <a:pt x="132067" y="36842"/>
                </a:lnTo>
                <a:lnTo>
                  <a:pt x="132067" y="38112"/>
                </a:lnTo>
                <a:lnTo>
                  <a:pt x="21577" y="38112"/>
                </a:lnTo>
                <a:lnTo>
                  <a:pt x="21577" y="40652"/>
                </a:lnTo>
                <a:lnTo>
                  <a:pt x="133350" y="40652"/>
                </a:lnTo>
                <a:lnTo>
                  <a:pt x="133350" y="38112"/>
                </a:lnTo>
                <a:lnTo>
                  <a:pt x="133350" y="36842"/>
                </a:lnTo>
                <a:close/>
              </a:path>
              <a:path w="157479" h="83185">
                <a:moveTo>
                  <a:pt x="134620" y="41910"/>
                </a:moveTo>
                <a:lnTo>
                  <a:pt x="22847" y="41910"/>
                </a:lnTo>
                <a:lnTo>
                  <a:pt x="22847" y="43180"/>
                </a:lnTo>
                <a:lnTo>
                  <a:pt x="134620" y="43180"/>
                </a:lnTo>
                <a:lnTo>
                  <a:pt x="134620" y="41910"/>
                </a:lnTo>
                <a:close/>
              </a:path>
              <a:path w="157479" h="83185">
                <a:moveTo>
                  <a:pt x="137147" y="44450"/>
                </a:moveTo>
                <a:lnTo>
                  <a:pt x="24117" y="44450"/>
                </a:lnTo>
                <a:lnTo>
                  <a:pt x="24117" y="46990"/>
                </a:lnTo>
                <a:lnTo>
                  <a:pt x="137147" y="46990"/>
                </a:lnTo>
                <a:lnTo>
                  <a:pt x="137147" y="44450"/>
                </a:lnTo>
                <a:close/>
              </a:path>
              <a:path w="157479" h="83185">
                <a:moveTo>
                  <a:pt x="138417" y="47002"/>
                </a:moveTo>
                <a:lnTo>
                  <a:pt x="137147" y="47002"/>
                </a:lnTo>
                <a:lnTo>
                  <a:pt x="137147" y="48272"/>
                </a:lnTo>
                <a:lnTo>
                  <a:pt x="25400" y="48272"/>
                </a:lnTo>
                <a:lnTo>
                  <a:pt x="25400" y="49542"/>
                </a:lnTo>
                <a:lnTo>
                  <a:pt x="138417" y="49542"/>
                </a:lnTo>
                <a:lnTo>
                  <a:pt x="138417" y="48272"/>
                </a:lnTo>
                <a:lnTo>
                  <a:pt x="138417" y="47002"/>
                </a:lnTo>
                <a:close/>
              </a:path>
              <a:path w="157479" h="83185">
                <a:moveTo>
                  <a:pt x="140970" y="50800"/>
                </a:moveTo>
                <a:lnTo>
                  <a:pt x="26670" y="50800"/>
                </a:lnTo>
                <a:lnTo>
                  <a:pt x="26670" y="53340"/>
                </a:lnTo>
                <a:lnTo>
                  <a:pt x="140970" y="53340"/>
                </a:lnTo>
                <a:lnTo>
                  <a:pt x="140970" y="50800"/>
                </a:lnTo>
                <a:close/>
              </a:path>
              <a:path w="157479" h="83185">
                <a:moveTo>
                  <a:pt x="142214" y="53352"/>
                </a:moveTo>
                <a:lnTo>
                  <a:pt x="140970" y="53352"/>
                </a:lnTo>
                <a:lnTo>
                  <a:pt x="140970" y="54622"/>
                </a:lnTo>
                <a:lnTo>
                  <a:pt x="27927" y="54622"/>
                </a:lnTo>
                <a:lnTo>
                  <a:pt x="27927" y="55892"/>
                </a:lnTo>
                <a:lnTo>
                  <a:pt x="142214" y="55892"/>
                </a:lnTo>
                <a:lnTo>
                  <a:pt x="142214" y="54622"/>
                </a:lnTo>
                <a:lnTo>
                  <a:pt x="142214" y="53352"/>
                </a:lnTo>
                <a:close/>
              </a:path>
              <a:path w="157479" h="83185">
                <a:moveTo>
                  <a:pt x="143497" y="55892"/>
                </a:moveTo>
                <a:lnTo>
                  <a:pt x="142214" y="55892"/>
                </a:lnTo>
                <a:lnTo>
                  <a:pt x="142214" y="57162"/>
                </a:lnTo>
                <a:lnTo>
                  <a:pt x="29197" y="57162"/>
                </a:lnTo>
                <a:lnTo>
                  <a:pt x="29197" y="59702"/>
                </a:lnTo>
                <a:lnTo>
                  <a:pt x="143497" y="59702"/>
                </a:lnTo>
                <a:lnTo>
                  <a:pt x="143497" y="57162"/>
                </a:lnTo>
                <a:lnTo>
                  <a:pt x="143497" y="55892"/>
                </a:lnTo>
                <a:close/>
              </a:path>
              <a:path w="157479" h="83185">
                <a:moveTo>
                  <a:pt x="146050" y="59702"/>
                </a:moveTo>
                <a:lnTo>
                  <a:pt x="144767" y="59702"/>
                </a:lnTo>
                <a:lnTo>
                  <a:pt x="144767" y="60972"/>
                </a:lnTo>
                <a:lnTo>
                  <a:pt x="30467" y="60972"/>
                </a:lnTo>
                <a:lnTo>
                  <a:pt x="30467" y="62242"/>
                </a:lnTo>
                <a:lnTo>
                  <a:pt x="146050" y="62242"/>
                </a:lnTo>
                <a:lnTo>
                  <a:pt x="146050" y="60972"/>
                </a:lnTo>
                <a:lnTo>
                  <a:pt x="146050" y="59702"/>
                </a:lnTo>
                <a:close/>
              </a:path>
              <a:path w="157479" h="83185">
                <a:moveTo>
                  <a:pt x="147320" y="62242"/>
                </a:moveTo>
                <a:lnTo>
                  <a:pt x="146050" y="62242"/>
                </a:lnTo>
                <a:lnTo>
                  <a:pt x="146050" y="63512"/>
                </a:lnTo>
                <a:lnTo>
                  <a:pt x="31750" y="63512"/>
                </a:lnTo>
                <a:lnTo>
                  <a:pt x="31750" y="66052"/>
                </a:lnTo>
                <a:lnTo>
                  <a:pt x="147320" y="66052"/>
                </a:lnTo>
                <a:lnTo>
                  <a:pt x="147320" y="63512"/>
                </a:lnTo>
                <a:lnTo>
                  <a:pt x="147320" y="62242"/>
                </a:lnTo>
                <a:close/>
              </a:path>
              <a:path w="157479" h="83185">
                <a:moveTo>
                  <a:pt x="151117" y="69850"/>
                </a:moveTo>
                <a:lnTo>
                  <a:pt x="34277" y="69850"/>
                </a:lnTo>
                <a:lnTo>
                  <a:pt x="34277" y="68592"/>
                </a:lnTo>
                <a:lnTo>
                  <a:pt x="148564" y="68592"/>
                </a:lnTo>
                <a:lnTo>
                  <a:pt x="148564" y="67322"/>
                </a:lnTo>
                <a:lnTo>
                  <a:pt x="33020" y="67322"/>
                </a:lnTo>
                <a:lnTo>
                  <a:pt x="33020" y="68592"/>
                </a:lnTo>
                <a:lnTo>
                  <a:pt x="33020" y="69862"/>
                </a:lnTo>
                <a:lnTo>
                  <a:pt x="34277" y="69862"/>
                </a:lnTo>
                <a:lnTo>
                  <a:pt x="34277" y="72390"/>
                </a:lnTo>
                <a:lnTo>
                  <a:pt x="151117" y="72390"/>
                </a:lnTo>
                <a:lnTo>
                  <a:pt x="151117" y="69850"/>
                </a:lnTo>
                <a:close/>
              </a:path>
              <a:path w="157479" h="83185">
                <a:moveTo>
                  <a:pt x="152400" y="73660"/>
                </a:moveTo>
                <a:lnTo>
                  <a:pt x="34277" y="73660"/>
                </a:lnTo>
                <a:lnTo>
                  <a:pt x="34277" y="74930"/>
                </a:lnTo>
                <a:lnTo>
                  <a:pt x="152400" y="74930"/>
                </a:lnTo>
                <a:lnTo>
                  <a:pt x="152400" y="73660"/>
                </a:lnTo>
                <a:close/>
              </a:path>
              <a:path w="157479" h="83185">
                <a:moveTo>
                  <a:pt x="154914" y="76200"/>
                </a:moveTo>
                <a:lnTo>
                  <a:pt x="35547" y="76200"/>
                </a:lnTo>
                <a:lnTo>
                  <a:pt x="35547" y="78740"/>
                </a:lnTo>
                <a:lnTo>
                  <a:pt x="154914" y="78740"/>
                </a:lnTo>
                <a:lnTo>
                  <a:pt x="154914" y="76200"/>
                </a:lnTo>
                <a:close/>
              </a:path>
              <a:path w="157479" h="83185">
                <a:moveTo>
                  <a:pt x="157467" y="81280"/>
                </a:moveTo>
                <a:lnTo>
                  <a:pt x="156197" y="81280"/>
                </a:lnTo>
                <a:lnTo>
                  <a:pt x="156197" y="80022"/>
                </a:lnTo>
                <a:lnTo>
                  <a:pt x="156197" y="78752"/>
                </a:lnTo>
                <a:lnTo>
                  <a:pt x="154914" y="78752"/>
                </a:lnTo>
                <a:lnTo>
                  <a:pt x="154914" y="80022"/>
                </a:lnTo>
                <a:lnTo>
                  <a:pt x="36817" y="80022"/>
                </a:lnTo>
                <a:lnTo>
                  <a:pt x="36817" y="81292"/>
                </a:lnTo>
                <a:lnTo>
                  <a:pt x="36817" y="82562"/>
                </a:lnTo>
                <a:lnTo>
                  <a:pt x="38100" y="82562"/>
                </a:lnTo>
                <a:lnTo>
                  <a:pt x="38100" y="81292"/>
                </a:lnTo>
                <a:lnTo>
                  <a:pt x="156197" y="81292"/>
                </a:lnTo>
                <a:lnTo>
                  <a:pt x="156197" y="82550"/>
                </a:lnTo>
                <a:lnTo>
                  <a:pt x="157467" y="82550"/>
                </a:lnTo>
                <a:lnTo>
                  <a:pt x="157467" y="81280"/>
                </a:lnTo>
                <a:close/>
              </a:path>
            </a:pathLst>
          </a:custGeom>
          <a:solidFill>
            <a:srgbClr val="A5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5925807" y="2208529"/>
            <a:ext cx="295910" cy="17780"/>
          </a:xfrm>
          <a:custGeom>
            <a:avLst/>
            <a:gdLst/>
            <a:ahLst/>
            <a:cxnLst/>
            <a:rect l="l" t="t" r="r" b="b"/>
            <a:pathLst>
              <a:path w="295910" h="17780">
                <a:moveTo>
                  <a:pt x="242570" y="16510"/>
                </a:moveTo>
                <a:lnTo>
                  <a:pt x="20320" y="16510"/>
                </a:lnTo>
                <a:lnTo>
                  <a:pt x="20320" y="17780"/>
                </a:lnTo>
                <a:lnTo>
                  <a:pt x="242570" y="17780"/>
                </a:lnTo>
                <a:lnTo>
                  <a:pt x="242570" y="16510"/>
                </a:lnTo>
                <a:close/>
              </a:path>
              <a:path w="295910" h="17780">
                <a:moveTo>
                  <a:pt x="250177" y="12700"/>
                </a:moveTo>
                <a:lnTo>
                  <a:pt x="16497" y="12700"/>
                </a:lnTo>
                <a:lnTo>
                  <a:pt x="16497" y="15240"/>
                </a:lnTo>
                <a:lnTo>
                  <a:pt x="17780" y="15240"/>
                </a:lnTo>
                <a:lnTo>
                  <a:pt x="17780" y="16510"/>
                </a:lnTo>
                <a:lnTo>
                  <a:pt x="20320" y="16510"/>
                </a:lnTo>
                <a:lnTo>
                  <a:pt x="20320" y="15240"/>
                </a:lnTo>
                <a:lnTo>
                  <a:pt x="242570" y="15240"/>
                </a:lnTo>
                <a:lnTo>
                  <a:pt x="242570" y="16510"/>
                </a:lnTo>
                <a:lnTo>
                  <a:pt x="245097" y="16510"/>
                </a:lnTo>
                <a:lnTo>
                  <a:pt x="245097" y="15240"/>
                </a:lnTo>
                <a:lnTo>
                  <a:pt x="250177" y="15240"/>
                </a:lnTo>
                <a:lnTo>
                  <a:pt x="250177" y="12700"/>
                </a:lnTo>
                <a:close/>
              </a:path>
              <a:path w="295910" h="17780">
                <a:moveTo>
                  <a:pt x="264147" y="10160"/>
                </a:moveTo>
                <a:lnTo>
                  <a:pt x="11430" y="10160"/>
                </a:lnTo>
                <a:lnTo>
                  <a:pt x="11430" y="11430"/>
                </a:lnTo>
                <a:lnTo>
                  <a:pt x="12700" y="11430"/>
                </a:lnTo>
                <a:lnTo>
                  <a:pt x="12700" y="12700"/>
                </a:lnTo>
                <a:lnTo>
                  <a:pt x="15227" y="12700"/>
                </a:lnTo>
                <a:lnTo>
                  <a:pt x="15227" y="11430"/>
                </a:lnTo>
                <a:lnTo>
                  <a:pt x="255270" y="11430"/>
                </a:lnTo>
                <a:lnTo>
                  <a:pt x="255270" y="12700"/>
                </a:lnTo>
                <a:lnTo>
                  <a:pt x="259080" y="12700"/>
                </a:lnTo>
                <a:lnTo>
                  <a:pt x="259080" y="11430"/>
                </a:lnTo>
                <a:lnTo>
                  <a:pt x="264147" y="11430"/>
                </a:lnTo>
                <a:lnTo>
                  <a:pt x="264147" y="10160"/>
                </a:lnTo>
                <a:close/>
              </a:path>
              <a:path w="295910" h="17780">
                <a:moveTo>
                  <a:pt x="273050" y="6350"/>
                </a:moveTo>
                <a:lnTo>
                  <a:pt x="7620" y="6350"/>
                </a:lnTo>
                <a:lnTo>
                  <a:pt x="7620" y="8890"/>
                </a:lnTo>
                <a:lnTo>
                  <a:pt x="10147" y="8890"/>
                </a:lnTo>
                <a:lnTo>
                  <a:pt x="10147" y="10160"/>
                </a:lnTo>
                <a:lnTo>
                  <a:pt x="11430" y="10160"/>
                </a:lnTo>
                <a:lnTo>
                  <a:pt x="11430" y="8890"/>
                </a:lnTo>
                <a:lnTo>
                  <a:pt x="264147" y="8890"/>
                </a:lnTo>
                <a:lnTo>
                  <a:pt x="264147" y="10160"/>
                </a:lnTo>
                <a:lnTo>
                  <a:pt x="267970" y="10160"/>
                </a:lnTo>
                <a:lnTo>
                  <a:pt x="267970" y="8890"/>
                </a:lnTo>
                <a:lnTo>
                  <a:pt x="273050" y="8890"/>
                </a:lnTo>
                <a:lnTo>
                  <a:pt x="273050" y="6350"/>
                </a:lnTo>
                <a:close/>
              </a:path>
              <a:path w="295910" h="17780">
                <a:moveTo>
                  <a:pt x="287020" y="3810"/>
                </a:moveTo>
                <a:lnTo>
                  <a:pt x="2527" y="3810"/>
                </a:lnTo>
                <a:lnTo>
                  <a:pt x="2527" y="5080"/>
                </a:lnTo>
                <a:lnTo>
                  <a:pt x="5080" y="5080"/>
                </a:lnTo>
                <a:lnTo>
                  <a:pt x="5080" y="6350"/>
                </a:lnTo>
                <a:lnTo>
                  <a:pt x="6350" y="6350"/>
                </a:lnTo>
                <a:lnTo>
                  <a:pt x="6350" y="5080"/>
                </a:lnTo>
                <a:lnTo>
                  <a:pt x="278130" y="5080"/>
                </a:lnTo>
                <a:lnTo>
                  <a:pt x="278130" y="6350"/>
                </a:lnTo>
                <a:lnTo>
                  <a:pt x="281927" y="6350"/>
                </a:lnTo>
                <a:lnTo>
                  <a:pt x="281927" y="5080"/>
                </a:lnTo>
                <a:lnTo>
                  <a:pt x="287020" y="5080"/>
                </a:lnTo>
                <a:lnTo>
                  <a:pt x="287020" y="3810"/>
                </a:lnTo>
                <a:close/>
              </a:path>
              <a:path w="295910" h="17780">
                <a:moveTo>
                  <a:pt x="295897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3810"/>
                </a:lnTo>
                <a:lnTo>
                  <a:pt x="2527" y="3810"/>
                </a:lnTo>
                <a:lnTo>
                  <a:pt x="2527" y="2540"/>
                </a:lnTo>
                <a:lnTo>
                  <a:pt x="287020" y="2540"/>
                </a:lnTo>
                <a:lnTo>
                  <a:pt x="287020" y="3810"/>
                </a:lnTo>
                <a:lnTo>
                  <a:pt x="292100" y="3810"/>
                </a:lnTo>
                <a:lnTo>
                  <a:pt x="292100" y="2540"/>
                </a:lnTo>
                <a:lnTo>
                  <a:pt x="295897" y="2540"/>
                </a:lnTo>
                <a:lnTo>
                  <a:pt x="295897" y="0"/>
                </a:lnTo>
                <a:close/>
              </a:path>
            </a:pathLst>
          </a:custGeom>
          <a:solidFill>
            <a:srgbClr val="A5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6446507" y="2308872"/>
            <a:ext cx="811530" cy="63500"/>
          </a:xfrm>
          <a:custGeom>
            <a:avLst/>
            <a:gdLst/>
            <a:ahLst/>
            <a:cxnLst/>
            <a:rect l="l" t="t" r="r" b="b"/>
            <a:pathLst>
              <a:path w="811529" h="63500">
                <a:moveTo>
                  <a:pt x="760717" y="62230"/>
                </a:moveTo>
                <a:lnTo>
                  <a:pt x="1270" y="62230"/>
                </a:lnTo>
                <a:lnTo>
                  <a:pt x="1270" y="60960"/>
                </a:lnTo>
                <a:lnTo>
                  <a:pt x="0" y="60960"/>
                </a:lnTo>
                <a:lnTo>
                  <a:pt x="0" y="62230"/>
                </a:lnTo>
                <a:lnTo>
                  <a:pt x="0" y="63500"/>
                </a:lnTo>
                <a:lnTo>
                  <a:pt x="760717" y="63500"/>
                </a:lnTo>
                <a:lnTo>
                  <a:pt x="760717" y="62230"/>
                </a:lnTo>
                <a:close/>
              </a:path>
              <a:path w="811529" h="63500">
                <a:moveTo>
                  <a:pt x="763244" y="58420"/>
                </a:moveTo>
                <a:lnTo>
                  <a:pt x="7620" y="58420"/>
                </a:lnTo>
                <a:lnTo>
                  <a:pt x="7620" y="57150"/>
                </a:lnTo>
                <a:lnTo>
                  <a:pt x="5067" y="57150"/>
                </a:lnTo>
                <a:lnTo>
                  <a:pt x="5067" y="58420"/>
                </a:lnTo>
                <a:lnTo>
                  <a:pt x="3797" y="58420"/>
                </a:lnTo>
                <a:lnTo>
                  <a:pt x="3797" y="60960"/>
                </a:lnTo>
                <a:lnTo>
                  <a:pt x="760717" y="60960"/>
                </a:lnTo>
                <a:lnTo>
                  <a:pt x="760717" y="62230"/>
                </a:lnTo>
                <a:lnTo>
                  <a:pt x="762000" y="62230"/>
                </a:lnTo>
                <a:lnTo>
                  <a:pt x="762000" y="60960"/>
                </a:lnTo>
                <a:lnTo>
                  <a:pt x="763244" y="60960"/>
                </a:lnTo>
                <a:lnTo>
                  <a:pt x="763244" y="58420"/>
                </a:lnTo>
                <a:close/>
              </a:path>
              <a:path w="811529" h="63500">
                <a:moveTo>
                  <a:pt x="767067" y="55880"/>
                </a:moveTo>
                <a:lnTo>
                  <a:pt x="11417" y="55880"/>
                </a:lnTo>
                <a:lnTo>
                  <a:pt x="11417" y="54610"/>
                </a:lnTo>
                <a:lnTo>
                  <a:pt x="8877" y="54610"/>
                </a:lnTo>
                <a:lnTo>
                  <a:pt x="8877" y="55880"/>
                </a:lnTo>
                <a:lnTo>
                  <a:pt x="8877" y="57150"/>
                </a:lnTo>
                <a:lnTo>
                  <a:pt x="764527" y="57150"/>
                </a:lnTo>
                <a:lnTo>
                  <a:pt x="764527" y="58420"/>
                </a:lnTo>
                <a:lnTo>
                  <a:pt x="765797" y="58420"/>
                </a:lnTo>
                <a:lnTo>
                  <a:pt x="765797" y="57150"/>
                </a:lnTo>
                <a:lnTo>
                  <a:pt x="767067" y="57150"/>
                </a:lnTo>
                <a:lnTo>
                  <a:pt x="767067" y="55880"/>
                </a:lnTo>
                <a:close/>
              </a:path>
              <a:path w="811529" h="63500">
                <a:moveTo>
                  <a:pt x="768350" y="52070"/>
                </a:moveTo>
                <a:lnTo>
                  <a:pt x="16497" y="52070"/>
                </a:lnTo>
                <a:lnTo>
                  <a:pt x="16497" y="50800"/>
                </a:lnTo>
                <a:lnTo>
                  <a:pt x="15227" y="50800"/>
                </a:lnTo>
                <a:lnTo>
                  <a:pt x="15227" y="52070"/>
                </a:lnTo>
                <a:lnTo>
                  <a:pt x="12700" y="52070"/>
                </a:lnTo>
                <a:lnTo>
                  <a:pt x="12700" y="54610"/>
                </a:lnTo>
                <a:lnTo>
                  <a:pt x="768350" y="54610"/>
                </a:lnTo>
                <a:lnTo>
                  <a:pt x="768350" y="52070"/>
                </a:lnTo>
                <a:close/>
              </a:path>
              <a:path w="811529" h="63500">
                <a:moveTo>
                  <a:pt x="772147" y="49530"/>
                </a:moveTo>
                <a:lnTo>
                  <a:pt x="20320" y="49530"/>
                </a:lnTo>
                <a:lnTo>
                  <a:pt x="20320" y="48260"/>
                </a:lnTo>
                <a:lnTo>
                  <a:pt x="19050" y="48260"/>
                </a:lnTo>
                <a:lnTo>
                  <a:pt x="19050" y="49530"/>
                </a:lnTo>
                <a:lnTo>
                  <a:pt x="19050" y="50800"/>
                </a:lnTo>
                <a:lnTo>
                  <a:pt x="769620" y="50800"/>
                </a:lnTo>
                <a:lnTo>
                  <a:pt x="769620" y="52070"/>
                </a:lnTo>
                <a:lnTo>
                  <a:pt x="770877" y="52070"/>
                </a:lnTo>
                <a:lnTo>
                  <a:pt x="770877" y="50800"/>
                </a:lnTo>
                <a:lnTo>
                  <a:pt x="772147" y="50800"/>
                </a:lnTo>
                <a:lnTo>
                  <a:pt x="772147" y="49530"/>
                </a:lnTo>
                <a:close/>
              </a:path>
              <a:path w="811529" h="63500">
                <a:moveTo>
                  <a:pt x="773417" y="45720"/>
                </a:moveTo>
                <a:lnTo>
                  <a:pt x="25400" y="45720"/>
                </a:lnTo>
                <a:lnTo>
                  <a:pt x="25400" y="44450"/>
                </a:lnTo>
                <a:lnTo>
                  <a:pt x="24117" y="44450"/>
                </a:lnTo>
                <a:lnTo>
                  <a:pt x="24117" y="45720"/>
                </a:lnTo>
                <a:lnTo>
                  <a:pt x="21577" y="45720"/>
                </a:lnTo>
                <a:lnTo>
                  <a:pt x="21577" y="48260"/>
                </a:lnTo>
                <a:lnTo>
                  <a:pt x="772147" y="48260"/>
                </a:lnTo>
                <a:lnTo>
                  <a:pt x="772147" y="49530"/>
                </a:lnTo>
                <a:lnTo>
                  <a:pt x="773417" y="49530"/>
                </a:lnTo>
                <a:lnTo>
                  <a:pt x="773417" y="48260"/>
                </a:lnTo>
                <a:lnTo>
                  <a:pt x="773417" y="45720"/>
                </a:lnTo>
                <a:close/>
              </a:path>
              <a:path w="811529" h="63500">
                <a:moveTo>
                  <a:pt x="777227" y="43180"/>
                </a:moveTo>
                <a:lnTo>
                  <a:pt x="29197" y="43180"/>
                </a:lnTo>
                <a:lnTo>
                  <a:pt x="29197" y="41910"/>
                </a:lnTo>
                <a:lnTo>
                  <a:pt x="27927" y="41910"/>
                </a:lnTo>
                <a:lnTo>
                  <a:pt x="27927" y="43180"/>
                </a:lnTo>
                <a:lnTo>
                  <a:pt x="27927" y="44450"/>
                </a:lnTo>
                <a:lnTo>
                  <a:pt x="774700" y="44450"/>
                </a:lnTo>
                <a:lnTo>
                  <a:pt x="774700" y="45720"/>
                </a:lnTo>
                <a:lnTo>
                  <a:pt x="775970" y="45720"/>
                </a:lnTo>
                <a:lnTo>
                  <a:pt x="775970" y="44450"/>
                </a:lnTo>
                <a:lnTo>
                  <a:pt x="777227" y="44450"/>
                </a:lnTo>
                <a:lnTo>
                  <a:pt x="777227" y="43180"/>
                </a:lnTo>
                <a:close/>
              </a:path>
              <a:path w="811529" h="63500">
                <a:moveTo>
                  <a:pt x="779767" y="39370"/>
                </a:moveTo>
                <a:lnTo>
                  <a:pt x="35547" y="39370"/>
                </a:lnTo>
                <a:lnTo>
                  <a:pt x="35547" y="38100"/>
                </a:lnTo>
                <a:lnTo>
                  <a:pt x="33020" y="38100"/>
                </a:lnTo>
                <a:lnTo>
                  <a:pt x="33020" y="39370"/>
                </a:lnTo>
                <a:lnTo>
                  <a:pt x="31750" y="39370"/>
                </a:lnTo>
                <a:lnTo>
                  <a:pt x="31750" y="41910"/>
                </a:lnTo>
                <a:lnTo>
                  <a:pt x="777227" y="41910"/>
                </a:lnTo>
                <a:lnTo>
                  <a:pt x="777227" y="43180"/>
                </a:lnTo>
                <a:lnTo>
                  <a:pt x="778497" y="43180"/>
                </a:lnTo>
                <a:lnTo>
                  <a:pt x="778497" y="41910"/>
                </a:lnTo>
                <a:lnTo>
                  <a:pt x="779767" y="41910"/>
                </a:lnTo>
                <a:lnTo>
                  <a:pt x="779767" y="39370"/>
                </a:lnTo>
                <a:close/>
              </a:path>
              <a:path w="811529" h="63500">
                <a:moveTo>
                  <a:pt x="782320" y="36830"/>
                </a:moveTo>
                <a:lnTo>
                  <a:pt x="39370" y="36830"/>
                </a:lnTo>
                <a:lnTo>
                  <a:pt x="39370" y="35560"/>
                </a:lnTo>
                <a:lnTo>
                  <a:pt x="36817" y="35560"/>
                </a:lnTo>
                <a:lnTo>
                  <a:pt x="36817" y="36830"/>
                </a:lnTo>
                <a:lnTo>
                  <a:pt x="36817" y="38100"/>
                </a:lnTo>
                <a:lnTo>
                  <a:pt x="779767" y="38100"/>
                </a:lnTo>
                <a:lnTo>
                  <a:pt x="779767" y="39370"/>
                </a:lnTo>
                <a:lnTo>
                  <a:pt x="781050" y="39370"/>
                </a:lnTo>
                <a:lnTo>
                  <a:pt x="781050" y="38100"/>
                </a:lnTo>
                <a:lnTo>
                  <a:pt x="782320" y="38100"/>
                </a:lnTo>
                <a:lnTo>
                  <a:pt x="782320" y="36830"/>
                </a:lnTo>
                <a:close/>
              </a:path>
              <a:path w="811529" h="63500">
                <a:moveTo>
                  <a:pt x="784847" y="33020"/>
                </a:moveTo>
                <a:lnTo>
                  <a:pt x="44450" y="33020"/>
                </a:lnTo>
                <a:lnTo>
                  <a:pt x="44450" y="31750"/>
                </a:lnTo>
                <a:lnTo>
                  <a:pt x="43167" y="31750"/>
                </a:lnTo>
                <a:lnTo>
                  <a:pt x="43167" y="33020"/>
                </a:lnTo>
                <a:lnTo>
                  <a:pt x="40627" y="33020"/>
                </a:lnTo>
                <a:lnTo>
                  <a:pt x="40627" y="35560"/>
                </a:lnTo>
                <a:lnTo>
                  <a:pt x="782320" y="35560"/>
                </a:lnTo>
                <a:lnTo>
                  <a:pt x="782320" y="36830"/>
                </a:lnTo>
                <a:lnTo>
                  <a:pt x="783577" y="36830"/>
                </a:lnTo>
                <a:lnTo>
                  <a:pt x="783577" y="35560"/>
                </a:lnTo>
                <a:lnTo>
                  <a:pt x="784847" y="35560"/>
                </a:lnTo>
                <a:lnTo>
                  <a:pt x="784847" y="33020"/>
                </a:lnTo>
                <a:close/>
              </a:path>
              <a:path w="811529" h="63500">
                <a:moveTo>
                  <a:pt x="787400" y="30480"/>
                </a:moveTo>
                <a:lnTo>
                  <a:pt x="48247" y="30480"/>
                </a:lnTo>
                <a:lnTo>
                  <a:pt x="48247" y="29210"/>
                </a:lnTo>
                <a:lnTo>
                  <a:pt x="46977" y="29210"/>
                </a:lnTo>
                <a:lnTo>
                  <a:pt x="46977" y="30480"/>
                </a:lnTo>
                <a:lnTo>
                  <a:pt x="46977" y="31750"/>
                </a:lnTo>
                <a:lnTo>
                  <a:pt x="786117" y="31750"/>
                </a:lnTo>
                <a:lnTo>
                  <a:pt x="786117" y="33020"/>
                </a:lnTo>
                <a:lnTo>
                  <a:pt x="787400" y="33020"/>
                </a:lnTo>
                <a:lnTo>
                  <a:pt x="787400" y="31750"/>
                </a:lnTo>
                <a:lnTo>
                  <a:pt x="787400" y="30480"/>
                </a:lnTo>
                <a:close/>
              </a:path>
              <a:path w="811529" h="63500">
                <a:moveTo>
                  <a:pt x="789927" y="26670"/>
                </a:moveTo>
                <a:lnTo>
                  <a:pt x="54597" y="26670"/>
                </a:lnTo>
                <a:lnTo>
                  <a:pt x="54597" y="25400"/>
                </a:lnTo>
                <a:lnTo>
                  <a:pt x="52070" y="25400"/>
                </a:lnTo>
                <a:lnTo>
                  <a:pt x="52070" y="26670"/>
                </a:lnTo>
                <a:lnTo>
                  <a:pt x="50800" y="26670"/>
                </a:lnTo>
                <a:lnTo>
                  <a:pt x="50800" y="29210"/>
                </a:lnTo>
                <a:lnTo>
                  <a:pt x="787400" y="29210"/>
                </a:lnTo>
                <a:lnTo>
                  <a:pt x="787400" y="30480"/>
                </a:lnTo>
                <a:lnTo>
                  <a:pt x="788644" y="30480"/>
                </a:lnTo>
                <a:lnTo>
                  <a:pt x="788644" y="29210"/>
                </a:lnTo>
                <a:lnTo>
                  <a:pt x="789927" y="29210"/>
                </a:lnTo>
                <a:lnTo>
                  <a:pt x="789927" y="26670"/>
                </a:lnTo>
                <a:close/>
              </a:path>
              <a:path w="811529" h="63500">
                <a:moveTo>
                  <a:pt x="793750" y="24130"/>
                </a:moveTo>
                <a:lnTo>
                  <a:pt x="57150" y="24130"/>
                </a:lnTo>
                <a:lnTo>
                  <a:pt x="57150" y="22860"/>
                </a:lnTo>
                <a:lnTo>
                  <a:pt x="55867" y="22860"/>
                </a:lnTo>
                <a:lnTo>
                  <a:pt x="55867" y="24130"/>
                </a:lnTo>
                <a:lnTo>
                  <a:pt x="55867" y="25400"/>
                </a:lnTo>
                <a:lnTo>
                  <a:pt x="791197" y="25400"/>
                </a:lnTo>
                <a:lnTo>
                  <a:pt x="791197" y="26670"/>
                </a:lnTo>
                <a:lnTo>
                  <a:pt x="792467" y="26670"/>
                </a:lnTo>
                <a:lnTo>
                  <a:pt x="792467" y="25400"/>
                </a:lnTo>
                <a:lnTo>
                  <a:pt x="793750" y="25400"/>
                </a:lnTo>
                <a:lnTo>
                  <a:pt x="793750" y="24130"/>
                </a:lnTo>
                <a:close/>
              </a:path>
              <a:path w="811529" h="63500">
                <a:moveTo>
                  <a:pt x="794994" y="20320"/>
                </a:moveTo>
                <a:lnTo>
                  <a:pt x="63500" y="20320"/>
                </a:lnTo>
                <a:lnTo>
                  <a:pt x="63500" y="19050"/>
                </a:lnTo>
                <a:lnTo>
                  <a:pt x="60947" y="19050"/>
                </a:lnTo>
                <a:lnTo>
                  <a:pt x="60947" y="20320"/>
                </a:lnTo>
                <a:lnTo>
                  <a:pt x="59677" y="20320"/>
                </a:lnTo>
                <a:lnTo>
                  <a:pt x="59677" y="22860"/>
                </a:lnTo>
                <a:lnTo>
                  <a:pt x="794994" y="22860"/>
                </a:lnTo>
                <a:lnTo>
                  <a:pt x="794994" y="20320"/>
                </a:lnTo>
                <a:close/>
              </a:path>
              <a:path w="811529" h="63500">
                <a:moveTo>
                  <a:pt x="798817" y="17780"/>
                </a:moveTo>
                <a:lnTo>
                  <a:pt x="67297" y="17780"/>
                </a:lnTo>
                <a:lnTo>
                  <a:pt x="67297" y="16510"/>
                </a:lnTo>
                <a:lnTo>
                  <a:pt x="64770" y="16510"/>
                </a:lnTo>
                <a:lnTo>
                  <a:pt x="64770" y="17780"/>
                </a:lnTo>
                <a:lnTo>
                  <a:pt x="64770" y="19050"/>
                </a:lnTo>
                <a:lnTo>
                  <a:pt x="796277" y="19050"/>
                </a:lnTo>
                <a:lnTo>
                  <a:pt x="796277" y="20320"/>
                </a:lnTo>
                <a:lnTo>
                  <a:pt x="797547" y="20320"/>
                </a:lnTo>
                <a:lnTo>
                  <a:pt x="797547" y="19050"/>
                </a:lnTo>
                <a:lnTo>
                  <a:pt x="798817" y="19050"/>
                </a:lnTo>
                <a:lnTo>
                  <a:pt x="798817" y="17780"/>
                </a:lnTo>
                <a:close/>
              </a:path>
              <a:path w="811529" h="63500">
                <a:moveTo>
                  <a:pt x="800100" y="13970"/>
                </a:moveTo>
                <a:lnTo>
                  <a:pt x="72377" y="13970"/>
                </a:lnTo>
                <a:lnTo>
                  <a:pt x="72377" y="12700"/>
                </a:lnTo>
                <a:lnTo>
                  <a:pt x="71120" y="12700"/>
                </a:lnTo>
                <a:lnTo>
                  <a:pt x="71120" y="13970"/>
                </a:lnTo>
                <a:lnTo>
                  <a:pt x="68567" y="13970"/>
                </a:lnTo>
                <a:lnTo>
                  <a:pt x="68567" y="16510"/>
                </a:lnTo>
                <a:lnTo>
                  <a:pt x="798817" y="16510"/>
                </a:lnTo>
                <a:lnTo>
                  <a:pt x="798817" y="17780"/>
                </a:lnTo>
                <a:lnTo>
                  <a:pt x="800100" y="17780"/>
                </a:lnTo>
                <a:lnTo>
                  <a:pt x="800100" y="16510"/>
                </a:lnTo>
                <a:lnTo>
                  <a:pt x="800100" y="13970"/>
                </a:lnTo>
                <a:close/>
              </a:path>
              <a:path w="811529" h="63500">
                <a:moveTo>
                  <a:pt x="803897" y="11430"/>
                </a:moveTo>
                <a:lnTo>
                  <a:pt x="76200" y="11430"/>
                </a:lnTo>
                <a:lnTo>
                  <a:pt x="76200" y="10160"/>
                </a:lnTo>
                <a:lnTo>
                  <a:pt x="74917" y="10160"/>
                </a:lnTo>
                <a:lnTo>
                  <a:pt x="74917" y="11430"/>
                </a:lnTo>
                <a:lnTo>
                  <a:pt x="74917" y="12700"/>
                </a:lnTo>
                <a:lnTo>
                  <a:pt x="801370" y="12700"/>
                </a:lnTo>
                <a:lnTo>
                  <a:pt x="801370" y="13970"/>
                </a:lnTo>
                <a:lnTo>
                  <a:pt x="802627" y="13970"/>
                </a:lnTo>
                <a:lnTo>
                  <a:pt x="802627" y="12700"/>
                </a:lnTo>
                <a:lnTo>
                  <a:pt x="803897" y="12700"/>
                </a:lnTo>
                <a:lnTo>
                  <a:pt x="803897" y="11430"/>
                </a:lnTo>
                <a:close/>
              </a:path>
              <a:path w="811529" h="63500">
                <a:moveTo>
                  <a:pt x="806437" y="7620"/>
                </a:moveTo>
                <a:lnTo>
                  <a:pt x="82550" y="7620"/>
                </a:lnTo>
                <a:lnTo>
                  <a:pt x="82550" y="6350"/>
                </a:lnTo>
                <a:lnTo>
                  <a:pt x="79997" y="6350"/>
                </a:lnTo>
                <a:lnTo>
                  <a:pt x="79997" y="7620"/>
                </a:lnTo>
                <a:lnTo>
                  <a:pt x="78727" y="7620"/>
                </a:lnTo>
                <a:lnTo>
                  <a:pt x="78727" y="10160"/>
                </a:lnTo>
                <a:lnTo>
                  <a:pt x="803897" y="10160"/>
                </a:lnTo>
                <a:lnTo>
                  <a:pt x="803897" y="11430"/>
                </a:lnTo>
                <a:lnTo>
                  <a:pt x="805167" y="11430"/>
                </a:lnTo>
                <a:lnTo>
                  <a:pt x="805167" y="10160"/>
                </a:lnTo>
                <a:lnTo>
                  <a:pt x="806437" y="10160"/>
                </a:lnTo>
                <a:lnTo>
                  <a:pt x="806437" y="7620"/>
                </a:lnTo>
                <a:close/>
              </a:path>
              <a:path w="811529" h="63500">
                <a:moveTo>
                  <a:pt x="808977" y="5080"/>
                </a:moveTo>
                <a:lnTo>
                  <a:pt x="86347" y="5080"/>
                </a:lnTo>
                <a:lnTo>
                  <a:pt x="86347" y="3810"/>
                </a:lnTo>
                <a:lnTo>
                  <a:pt x="83820" y="3810"/>
                </a:lnTo>
                <a:lnTo>
                  <a:pt x="83820" y="5080"/>
                </a:lnTo>
                <a:lnTo>
                  <a:pt x="83820" y="6350"/>
                </a:lnTo>
                <a:lnTo>
                  <a:pt x="806450" y="6350"/>
                </a:lnTo>
                <a:lnTo>
                  <a:pt x="806450" y="7620"/>
                </a:lnTo>
                <a:lnTo>
                  <a:pt x="807720" y="7620"/>
                </a:lnTo>
                <a:lnTo>
                  <a:pt x="807720" y="6350"/>
                </a:lnTo>
                <a:lnTo>
                  <a:pt x="808977" y="6350"/>
                </a:lnTo>
                <a:lnTo>
                  <a:pt x="808977" y="5080"/>
                </a:lnTo>
                <a:close/>
              </a:path>
              <a:path w="811529" h="63500">
                <a:moveTo>
                  <a:pt x="811517" y="1270"/>
                </a:moveTo>
                <a:lnTo>
                  <a:pt x="91427" y="1270"/>
                </a:lnTo>
                <a:lnTo>
                  <a:pt x="91427" y="0"/>
                </a:lnTo>
                <a:lnTo>
                  <a:pt x="90170" y="0"/>
                </a:lnTo>
                <a:lnTo>
                  <a:pt x="90170" y="1270"/>
                </a:lnTo>
                <a:lnTo>
                  <a:pt x="87617" y="1270"/>
                </a:lnTo>
                <a:lnTo>
                  <a:pt x="87617" y="3810"/>
                </a:lnTo>
                <a:lnTo>
                  <a:pt x="808977" y="3810"/>
                </a:lnTo>
                <a:lnTo>
                  <a:pt x="808977" y="5080"/>
                </a:lnTo>
                <a:lnTo>
                  <a:pt x="810247" y="5080"/>
                </a:lnTo>
                <a:lnTo>
                  <a:pt x="810247" y="3810"/>
                </a:lnTo>
                <a:lnTo>
                  <a:pt x="811517" y="3810"/>
                </a:lnTo>
                <a:lnTo>
                  <a:pt x="811517" y="1270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7769822" y="2352039"/>
            <a:ext cx="130175" cy="20955"/>
          </a:xfrm>
          <a:custGeom>
            <a:avLst/>
            <a:gdLst/>
            <a:ahLst/>
            <a:cxnLst/>
            <a:rect l="l" t="t" r="r" b="b"/>
            <a:pathLst>
              <a:path w="130175" h="20955">
                <a:moveTo>
                  <a:pt x="118110" y="0"/>
                </a:moveTo>
                <a:lnTo>
                  <a:pt x="0" y="0"/>
                </a:lnTo>
                <a:lnTo>
                  <a:pt x="0" y="1270"/>
                </a:lnTo>
                <a:lnTo>
                  <a:pt x="118110" y="1270"/>
                </a:lnTo>
                <a:lnTo>
                  <a:pt x="118110" y="0"/>
                </a:lnTo>
                <a:close/>
              </a:path>
              <a:path w="130175" h="20955">
                <a:moveTo>
                  <a:pt x="120650" y="1282"/>
                </a:moveTo>
                <a:lnTo>
                  <a:pt x="119380" y="1282"/>
                </a:lnTo>
                <a:lnTo>
                  <a:pt x="119380" y="2552"/>
                </a:lnTo>
                <a:lnTo>
                  <a:pt x="2552" y="2552"/>
                </a:lnTo>
                <a:lnTo>
                  <a:pt x="2552" y="5092"/>
                </a:lnTo>
                <a:lnTo>
                  <a:pt x="2552" y="6362"/>
                </a:lnTo>
                <a:lnTo>
                  <a:pt x="3835" y="6362"/>
                </a:lnTo>
                <a:lnTo>
                  <a:pt x="3835" y="5092"/>
                </a:lnTo>
                <a:lnTo>
                  <a:pt x="120650" y="5092"/>
                </a:lnTo>
                <a:lnTo>
                  <a:pt x="120650" y="2552"/>
                </a:lnTo>
                <a:lnTo>
                  <a:pt x="120650" y="1282"/>
                </a:lnTo>
                <a:close/>
              </a:path>
              <a:path w="130175" h="20955">
                <a:moveTo>
                  <a:pt x="121932" y="6362"/>
                </a:moveTo>
                <a:lnTo>
                  <a:pt x="3835" y="6362"/>
                </a:lnTo>
                <a:lnTo>
                  <a:pt x="3835" y="7632"/>
                </a:lnTo>
                <a:lnTo>
                  <a:pt x="3835" y="8902"/>
                </a:lnTo>
                <a:lnTo>
                  <a:pt x="5105" y="8902"/>
                </a:lnTo>
                <a:lnTo>
                  <a:pt x="5105" y="7632"/>
                </a:lnTo>
                <a:lnTo>
                  <a:pt x="121932" y="7632"/>
                </a:lnTo>
                <a:lnTo>
                  <a:pt x="121932" y="6362"/>
                </a:lnTo>
                <a:close/>
              </a:path>
              <a:path w="130175" h="20955">
                <a:moveTo>
                  <a:pt x="124460" y="8902"/>
                </a:moveTo>
                <a:lnTo>
                  <a:pt x="6350" y="8902"/>
                </a:lnTo>
                <a:lnTo>
                  <a:pt x="6350" y="11442"/>
                </a:lnTo>
                <a:lnTo>
                  <a:pt x="6350" y="12712"/>
                </a:lnTo>
                <a:lnTo>
                  <a:pt x="7632" y="12712"/>
                </a:lnTo>
                <a:lnTo>
                  <a:pt x="7632" y="11442"/>
                </a:lnTo>
                <a:lnTo>
                  <a:pt x="124460" y="11442"/>
                </a:lnTo>
                <a:lnTo>
                  <a:pt x="124460" y="8902"/>
                </a:lnTo>
                <a:close/>
              </a:path>
              <a:path w="130175" h="20955">
                <a:moveTo>
                  <a:pt x="128282" y="15240"/>
                </a:moveTo>
                <a:lnTo>
                  <a:pt x="8902" y="15240"/>
                </a:lnTo>
                <a:lnTo>
                  <a:pt x="8902" y="13982"/>
                </a:lnTo>
                <a:lnTo>
                  <a:pt x="125730" y="13982"/>
                </a:lnTo>
                <a:lnTo>
                  <a:pt x="125730" y="12712"/>
                </a:lnTo>
                <a:lnTo>
                  <a:pt x="125730" y="11442"/>
                </a:lnTo>
                <a:lnTo>
                  <a:pt x="124460" y="11442"/>
                </a:lnTo>
                <a:lnTo>
                  <a:pt x="124460" y="12712"/>
                </a:lnTo>
                <a:lnTo>
                  <a:pt x="7632" y="12712"/>
                </a:lnTo>
                <a:lnTo>
                  <a:pt x="7632" y="13982"/>
                </a:lnTo>
                <a:lnTo>
                  <a:pt x="7632" y="15252"/>
                </a:lnTo>
                <a:lnTo>
                  <a:pt x="8902" y="15252"/>
                </a:lnTo>
                <a:lnTo>
                  <a:pt x="8902" y="17780"/>
                </a:lnTo>
                <a:lnTo>
                  <a:pt x="128282" y="17780"/>
                </a:lnTo>
                <a:lnTo>
                  <a:pt x="128282" y="15240"/>
                </a:lnTo>
                <a:close/>
              </a:path>
              <a:path w="130175" h="20955">
                <a:moveTo>
                  <a:pt x="129552" y="17792"/>
                </a:moveTo>
                <a:lnTo>
                  <a:pt x="128282" y="17792"/>
                </a:lnTo>
                <a:lnTo>
                  <a:pt x="128282" y="19062"/>
                </a:lnTo>
                <a:lnTo>
                  <a:pt x="10185" y="19062"/>
                </a:lnTo>
                <a:lnTo>
                  <a:pt x="10185" y="20332"/>
                </a:lnTo>
                <a:lnTo>
                  <a:pt x="129552" y="20332"/>
                </a:lnTo>
                <a:lnTo>
                  <a:pt x="129552" y="19062"/>
                </a:lnTo>
                <a:lnTo>
                  <a:pt x="129552" y="17792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6536677" y="2291092"/>
            <a:ext cx="736600" cy="19050"/>
          </a:xfrm>
          <a:custGeom>
            <a:avLst/>
            <a:gdLst/>
            <a:ahLst/>
            <a:cxnLst/>
            <a:rect l="l" t="t" r="r" b="b"/>
            <a:pathLst>
              <a:path w="736600" h="19050">
                <a:moveTo>
                  <a:pt x="1257" y="17767"/>
                </a:moveTo>
                <a:lnTo>
                  <a:pt x="0" y="17767"/>
                </a:lnTo>
                <a:lnTo>
                  <a:pt x="0" y="19050"/>
                </a:lnTo>
                <a:lnTo>
                  <a:pt x="1257" y="19050"/>
                </a:lnTo>
                <a:lnTo>
                  <a:pt x="1257" y="17767"/>
                </a:lnTo>
                <a:close/>
              </a:path>
              <a:path w="736600" h="19050">
                <a:moveTo>
                  <a:pt x="723900" y="16510"/>
                </a:moveTo>
                <a:lnTo>
                  <a:pt x="5080" y="16510"/>
                </a:lnTo>
                <a:lnTo>
                  <a:pt x="5080" y="15240"/>
                </a:lnTo>
                <a:lnTo>
                  <a:pt x="3797" y="15240"/>
                </a:lnTo>
                <a:lnTo>
                  <a:pt x="3797" y="16510"/>
                </a:lnTo>
                <a:lnTo>
                  <a:pt x="3797" y="17780"/>
                </a:lnTo>
                <a:lnTo>
                  <a:pt x="723900" y="17780"/>
                </a:lnTo>
                <a:lnTo>
                  <a:pt x="723900" y="16510"/>
                </a:lnTo>
                <a:close/>
              </a:path>
              <a:path w="736600" h="19050">
                <a:moveTo>
                  <a:pt x="726427" y="12700"/>
                </a:moveTo>
                <a:lnTo>
                  <a:pt x="10147" y="12700"/>
                </a:lnTo>
                <a:lnTo>
                  <a:pt x="10147" y="11430"/>
                </a:lnTo>
                <a:lnTo>
                  <a:pt x="8877" y="11430"/>
                </a:lnTo>
                <a:lnTo>
                  <a:pt x="8877" y="12700"/>
                </a:lnTo>
                <a:lnTo>
                  <a:pt x="6350" y="12700"/>
                </a:lnTo>
                <a:lnTo>
                  <a:pt x="6350" y="15240"/>
                </a:lnTo>
                <a:lnTo>
                  <a:pt x="723900" y="15240"/>
                </a:lnTo>
                <a:lnTo>
                  <a:pt x="723900" y="16510"/>
                </a:lnTo>
                <a:lnTo>
                  <a:pt x="725157" y="16510"/>
                </a:lnTo>
                <a:lnTo>
                  <a:pt x="725157" y="15240"/>
                </a:lnTo>
                <a:lnTo>
                  <a:pt x="726427" y="15240"/>
                </a:lnTo>
                <a:lnTo>
                  <a:pt x="726427" y="12700"/>
                </a:lnTo>
                <a:close/>
              </a:path>
              <a:path w="736600" h="19050">
                <a:moveTo>
                  <a:pt x="728980" y="10160"/>
                </a:moveTo>
                <a:lnTo>
                  <a:pt x="13957" y="10160"/>
                </a:lnTo>
                <a:lnTo>
                  <a:pt x="13957" y="8890"/>
                </a:lnTo>
                <a:lnTo>
                  <a:pt x="12700" y="8890"/>
                </a:lnTo>
                <a:lnTo>
                  <a:pt x="12700" y="10160"/>
                </a:lnTo>
                <a:lnTo>
                  <a:pt x="12700" y="11430"/>
                </a:lnTo>
                <a:lnTo>
                  <a:pt x="727697" y="11430"/>
                </a:lnTo>
                <a:lnTo>
                  <a:pt x="727697" y="12700"/>
                </a:lnTo>
                <a:lnTo>
                  <a:pt x="728980" y="12700"/>
                </a:lnTo>
                <a:lnTo>
                  <a:pt x="728980" y="11430"/>
                </a:lnTo>
                <a:lnTo>
                  <a:pt x="728980" y="10160"/>
                </a:lnTo>
                <a:close/>
              </a:path>
              <a:path w="736600" h="19050">
                <a:moveTo>
                  <a:pt x="731507" y="6350"/>
                </a:moveTo>
                <a:lnTo>
                  <a:pt x="20307" y="6350"/>
                </a:lnTo>
                <a:lnTo>
                  <a:pt x="20307" y="5080"/>
                </a:lnTo>
                <a:lnTo>
                  <a:pt x="17780" y="5080"/>
                </a:lnTo>
                <a:lnTo>
                  <a:pt x="17780" y="6350"/>
                </a:lnTo>
                <a:lnTo>
                  <a:pt x="16497" y="6350"/>
                </a:lnTo>
                <a:lnTo>
                  <a:pt x="16497" y="8890"/>
                </a:lnTo>
                <a:lnTo>
                  <a:pt x="728980" y="8890"/>
                </a:lnTo>
                <a:lnTo>
                  <a:pt x="728980" y="10160"/>
                </a:lnTo>
                <a:lnTo>
                  <a:pt x="730224" y="10160"/>
                </a:lnTo>
                <a:lnTo>
                  <a:pt x="730224" y="8890"/>
                </a:lnTo>
                <a:lnTo>
                  <a:pt x="731507" y="8890"/>
                </a:lnTo>
                <a:lnTo>
                  <a:pt x="731507" y="6350"/>
                </a:lnTo>
                <a:close/>
              </a:path>
              <a:path w="736600" h="19050">
                <a:moveTo>
                  <a:pt x="735330" y="3810"/>
                </a:moveTo>
                <a:lnTo>
                  <a:pt x="24130" y="3810"/>
                </a:lnTo>
                <a:lnTo>
                  <a:pt x="24130" y="2540"/>
                </a:lnTo>
                <a:lnTo>
                  <a:pt x="21577" y="2540"/>
                </a:lnTo>
                <a:lnTo>
                  <a:pt x="21577" y="3810"/>
                </a:lnTo>
                <a:lnTo>
                  <a:pt x="21577" y="5080"/>
                </a:lnTo>
                <a:lnTo>
                  <a:pt x="732777" y="5080"/>
                </a:lnTo>
                <a:lnTo>
                  <a:pt x="732777" y="6350"/>
                </a:lnTo>
                <a:lnTo>
                  <a:pt x="734047" y="6350"/>
                </a:lnTo>
                <a:lnTo>
                  <a:pt x="734047" y="5080"/>
                </a:lnTo>
                <a:lnTo>
                  <a:pt x="735330" y="5080"/>
                </a:lnTo>
                <a:lnTo>
                  <a:pt x="735330" y="3810"/>
                </a:lnTo>
                <a:close/>
              </a:path>
              <a:path w="736600" h="19050">
                <a:moveTo>
                  <a:pt x="736600" y="0"/>
                </a:moveTo>
                <a:lnTo>
                  <a:pt x="25400" y="0"/>
                </a:lnTo>
                <a:lnTo>
                  <a:pt x="25400" y="2527"/>
                </a:lnTo>
                <a:lnTo>
                  <a:pt x="736600" y="2527"/>
                </a:lnTo>
                <a:lnTo>
                  <a:pt x="736600" y="0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7735557" y="2291079"/>
            <a:ext cx="151130" cy="60325"/>
          </a:xfrm>
          <a:custGeom>
            <a:avLst/>
            <a:gdLst/>
            <a:ahLst/>
            <a:cxnLst/>
            <a:rect l="l" t="t" r="r" b="b"/>
            <a:pathLst>
              <a:path w="151129" h="60325">
                <a:moveTo>
                  <a:pt x="119367" y="0"/>
                </a:moveTo>
                <a:lnTo>
                  <a:pt x="0" y="0"/>
                </a:lnTo>
                <a:lnTo>
                  <a:pt x="0" y="2540"/>
                </a:lnTo>
                <a:lnTo>
                  <a:pt x="119367" y="2540"/>
                </a:lnTo>
                <a:lnTo>
                  <a:pt x="119367" y="0"/>
                </a:lnTo>
                <a:close/>
              </a:path>
              <a:path w="151129" h="60325">
                <a:moveTo>
                  <a:pt x="121920" y="2552"/>
                </a:moveTo>
                <a:lnTo>
                  <a:pt x="120650" y="2552"/>
                </a:lnTo>
                <a:lnTo>
                  <a:pt x="120650" y="3822"/>
                </a:lnTo>
                <a:lnTo>
                  <a:pt x="0" y="3822"/>
                </a:lnTo>
                <a:lnTo>
                  <a:pt x="0" y="5092"/>
                </a:lnTo>
                <a:lnTo>
                  <a:pt x="121920" y="5092"/>
                </a:lnTo>
                <a:lnTo>
                  <a:pt x="121920" y="3822"/>
                </a:lnTo>
                <a:lnTo>
                  <a:pt x="121920" y="2552"/>
                </a:lnTo>
                <a:close/>
              </a:path>
              <a:path w="151129" h="60325">
                <a:moveTo>
                  <a:pt x="123164" y="5092"/>
                </a:moveTo>
                <a:lnTo>
                  <a:pt x="121920" y="5092"/>
                </a:lnTo>
                <a:lnTo>
                  <a:pt x="121920" y="6362"/>
                </a:lnTo>
                <a:lnTo>
                  <a:pt x="1270" y="6362"/>
                </a:lnTo>
                <a:lnTo>
                  <a:pt x="1270" y="8902"/>
                </a:lnTo>
                <a:lnTo>
                  <a:pt x="123164" y="8902"/>
                </a:lnTo>
                <a:lnTo>
                  <a:pt x="123164" y="6362"/>
                </a:lnTo>
                <a:lnTo>
                  <a:pt x="123164" y="5092"/>
                </a:lnTo>
                <a:close/>
              </a:path>
              <a:path w="151129" h="60325">
                <a:moveTo>
                  <a:pt x="124447" y="10160"/>
                </a:moveTo>
                <a:lnTo>
                  <a:pt x="2514" y="10160"/>
                </a:lnTo>
                <a:lnTo>
                  <a:pt x="2514" y="11430"/>
                </a:lnTo>
                <a:lnTo>
                  <a:pt x="124447" y="11430"/>
                </a:lnTo>
                <a:lnTo>
                  <a:pt x="124447" y="10160"/>
                </a:lnTo>
                <a:close/>
              </a:path>
              <a:path w="151129" h="60325">
                <a:moveTo>
                  <a:pt x="127000" y="12700"/>
                </a:moveTo>
                <a:lnTo>
                  <a:pt x="5067" y="12700"/>
                </a:lnTo>
                <a:lnTo>
                  <a:pt x="5067" y="15240"/>
                </a:lnTo>
                <a:lnTo>
                  <a:pt x="127000" y="15240"/>
                </a:lnTo>
                <a:lnTo>
                  <a:pt x="127000" y="12700"/>
                </a:lnTo>
                <a:close/>
              </a:path>
              <a:path w="151129" h="60325">
                <a:moveTo>
                  <a:pt x="128270" y="16522"/>
                </a:moveTo>
                <a:lnTo>
                  <a:pt x="6350" y="16522"/>
                </a:lnTo>
                <a:lnTo>
                  <a:pt x="6350" y="17792"/>
                </a:lnTo>
                <a:lnTo>
                  <a:pt x="7620" y="17792"/>
                </a:lnTo>
                <a:lnTo>
                  <a:pt x="7620" y="19062"/>
                </a:lnTo>
                <a:lnTo>
                  <a:pt x="8864" y="19062"/>
                </a:lnTo>
                <a:lnTo>
                  <a:pt x="8864" y="17792"/>
                </a:lnTo>
                <a:lnTo>
                  <a:pt x="128270" y="17792"/>
                </a:lnTo>
                <a:lnTo>
                  <a:pt x="128270" y="16522"/>
                </a:lnTo>
                <a:close/>
              </a:path>
              <a:path w="151129" h="60325">
                <a:moveTo>
                  <a:pt x="130797" y="19062"/>
                </a:moveTo>
                <a:lnTo>
                  <a:pt x="8864" y="19062"/>
                </a:lnTo>
                <a:lnTo>
                  <a:pt x="8864" y="21602"/>
                </a:lnTo>
                <a:lnTo>
                  <a:pt x="10147" y="21602"/>
                </a:lnTo>
                <a:lnTo>
                  <a:pt x="10147" y="22872"/>
                </a:lnTo>
                <a:lnTo>
                  <a:pt x="11417" y="22872"/>
                </a:lnTo>
                <a:lnTo>
                  <a:pt x="11417" y="21602"/>
                </a:lnTo>
                <a:lnTo>
                  <a:pt x="130797" y="21602"/>
                </a:lnTo>
                <a:lnTo>
                  <a:pt x="130797" y="19062"/>
                </a:lnTo>
                <a:close/>
              </a:path>
              <a:path w="151129" h="60325">
                <a:moveTo>
                  <a:pt x="132067" y="21602"/>
                </a:moveTo>
                <a:lnTo>
                  <a:pt x="130797" y="21602"/>
                </a:lnTo>
                <a:lnTo>
                  <a:pt x="130797" y="22872"/>
                </a:lnTo>
                <a:lnTo>
                  <a:pt x="11417" y="22872"/>
                </a:lnTo>
                <a:lnTo>
                  <a:pt x="11417" y="24142"/>
                </a:lnTo>
                <a:lnTo>
                  <a:pt x="132067" y="24142"/>
                </a:lnTo>
                <a:lnTo>
                  <a:pt x="132067" y="22872"/>
                </a:lnTo>
                <a:lnTo>
                  <a:pt x="132067" y="21602"/>
                </a:lnTo>
                <a:close/>
              </a:path>
              <a:path w="151129" h="60325">
                <a:moveTo>
                  <a:pt x="134620" y="25412"/>
                </a:moveTo>
                <a:lnTo>
                  <a:pt x="133350" y="25412"/>
                </a:lnTo>
                <a:lnTo>
                  <a:pt x="133350" y="24142"/>
                </a:lnTo>
                <a:lnTo>
                  <a:pt x="132067" y="24142"/>
                </a:lnTo>
                <a:lnTo>
                  <a:pt x="132067" y="25412"/>
                </a:lnTo>
                <a:lnTo>
                  <a:pt x="13970" y="25412"/>
                </a:lnTo>
                <a:lnTo>
                  <a:pt x="13970" y="27952"/>
                </a:lnTo>
                <a:lnTo>
                  <a:pt x="134620" y="27952"/>
                </a:lnTo>
                <a:lnTo>
                  <a:pt x="134620" y="25412"/>
                </a:lnTo>
                <a:close/>
              </a:path>
              <a:path w="151129" h="60325">
                <a:moveTo>
                  <a:pt x="135864" y="27952"/>
                </a:moveTo>
                <a:lnTo>
                  <a:pt x="134620" y="27952"/>
                </a:lnTo>
                <a:lnTo>
                  <a:pt x="134620" y="29222"/>
                </a:lnTo>
                <a:lnTo>
                  <a:pt x="15214" y="29222"/>
                </a:lnTo>
                <a:lnTo>
                  <a:pt x="15214" y="30492"/>
                </a:lnTo>
                <a:lnTo>
                  <a:pt x="16497" y="30492"/>
                </a:lnTo>
                <a:lnTo>
                  <a:pt x="16497" y="31762"/>
                </a:lnTo>
                <a:lnTo>
                  <a:pt x="17767" y="31762"/>
                </a:lnTo>
                <a:lnTo>
                  <a:pt x="17767" y="30492"/>
                </a:lnTo>
                <a:lnTo>
                  <a:pt x="135864" y="30492"/>
                </a:lnTo>
                <a:lnTo>
                  <a:pt x="135864" y="29222"/>
                </a:lnTo>
                <a:lnTo>
                  <a:pt x="135864" y="27952"/>
                </a:lnTo>
                <a:close/>
              </a:path>
              <a:path w="151129" h="60325">
                <a:moveTo>
                  <a:pt x="137147" y="30492"/>
                </a:moveTo>
                <a:lnTo>
                  <a:pt x="135864" y="30492"/>
                </a:lnTo>
                <a:lnTo>
                  <a:pt x="135864" y="31762"/>
                </a:lnTo>
                <a:lnTo>
                  <a:pt x="17767" y="31762"/>
                </a:lnTo>
                <a:lnTo>
                  <a:pt x="17767" y="34302"/>
                </a:lnTo>
                <a:lnTo>
                  <a:pt x="19050" y="34302"/>
                </a:lnTo>
                <a:lnTo>
                  <a:pt x="19050" y="35572"/>
                </a:lnTo>
                <a:lnTo>
                  <a:pt x="20320" y="35572"/>
                </a:lnTo>
                <a:lnTo>
                  <a:pt x="20320" y="34302"/>
                </a:lnTo>
                <a:lnTo>
                  <a:pt x="137147" y="34302"/>
                </a:lnTo>
                <a:lnTo>
                  <a:pt x="137147" y="31762"/>
                </a:lnTo>
                <a:lnTo>
                  <a:pt x="137147" y="30492"/>
                </a:lnTo>
                <a:close/>
              </a:path>
              <a:path w="151129" h="60325">
                <a:moveTo>
                  <a:pt x="138417" y="35572"/>
                </a:moveTo>
                <a:lnTo>
                  <a:pt x="20320" y="35572"/>
                </a:lnTo>
                <a:lnTo>
                  <a:pt x="20320" y="36842"/>
                </a:lnTo>
                <a:lnTo>
                  <a:pt x="20320" y="38112"/>
                </a:lnTo>
                <a:lnTo>
                  <a:pt x="21564" y="38112"/>
                </a:lnTo>
                <a:lnTo>
                  <a:pt x="21564" y="36842"/>
                </a:lnTo>
                <a:lnTo>
                  <a:pt x="138417" y="36842"/>
                </a:lnTo>
                <a:lnTo>
                  <a:pt x="138417" y="35572"/>
                </a:lnTo>
                <a:close/>
              </a:path>
              <a:path w="151129" h="60325">
                <a:moveTo>
                  <a:pt x="140944" y="36842"/>
                </a:moveTo>
                <a:lnTo>
                  <a:pt x="139700" y="36842"/>
                </a:lnTo>
                <a:lnTo>
                  <a:pt x="139700" y="38112"/>
                </a:lnTo>
                <a:lnTo>
                  <a:pt x="22847" y="38112"/>
                </a:lnTo>
                <a:lnTo>
                  <a:pt x="22847" y="40652"/>
                </a:lnTo>
                <a:lnTo>
                  <a:pt x="22847" y="41922"/>
                </a:lnTo>
                <a:lnTo>
                  <a:pt x="24117" y="41922"/>
                </a:lnTo>
                <a:lnTo>
                  <a:pt x="24117" y="40652"/>
                </a:lnTo>
                <a:lnTo>
                  <a:pt x="140944" y="40652"/>
                </a:lnTo>
                <a:lnTo>
                  <a:pt x="140944" y="38112"/>
                </a:lnTo>
                <a:lnTo>
                  <a:pt x="140944" y="36842"/>
                </a:lnTo>
                <a:close/>
              </a:path>
              <a:path w="151129" h="60325">
                <a:moveTo>
                  <a:pt x="144767" y="44450"/>
                </a:moveTo>
                <a:lnTo>
                  <a:pt x="25400" y="44450"/>
                </a:lnTo>
                <a:lnTo>
                  <a:pt x="25400" y="43192"/>
                </a:lnTo>
                <a:lnTo>
                  <a:pt x="142214" y="43192"/>
                </a:lnTo>
                <a:lnTo>
                  <a:pt x="142214" y="41922"/>
                </a:lnTo>
                <a:lnTo>
                  <a:pt x="24117" y="41922"/>
                </a:lnTo>
                <a:lnTo>
                  <a:pt x="24117" y="43192"/>
                </a:lnTo>
                <a:lnTo>
                  <a:pt x="24117" y="44462"/>
                </a:lnTo>
                <a:lnTo>
                  <a:pt x="25400" y="44462"/>
                </a:lnTo>
                <a:lnTo>
                  <a:pt x="25400" y="46990"/>
                </a:lnTo>
                <a:lnTo>
                  <a:pt x="144767" y="46990"/>
                </a:lnTo>
                <a:lnTo>
                  <a:pt x="144767" y="44450"/>
                </a:lnTo>
                <a:close/>
              </a:path>
              <a:path w="151129" h="60325">
                <a:moveTo>
                  <a:pt x="148564" y="50800"/>
                </a:moveTo>
                <a:lnTo>
                  <a:pt x="29197" y="50800"/>
                </a:lnTo>
                <a:lnTo>
                  <a:pt x="29197" y="49542"/>
                </a:lnTo>
                <a:lnTo>
                  <a:pt x="146050" y="49542"/>
                </a:lnTo>
                <a:lnTo>
                  <a:pt x="146050" y="48272"/>
                </a:lnTo>
                <a:lnTo>
                  <a:pt x="146050" y="47002"/>
                </a:lnTo>
                <a:lnTo>
                  <a:pt x="144767" y="47002"/>
                </a:lnTo>
                <a:lnTo>
                  <a:pt x="144767" y="48272"/>
                </a:lnTo>
                <a:lnTo>
                  <a:pt x="26670" y="48272"/>
                </a:lnTo>
                <a:lnTo>
                  <a:pt x="26670" y="49542"/>
                </a:lnTo>
                <a:lnTo>
                  <a:pt x="27914" y="49542"/>
                </a:lnTo>
                <a:lnTo>
                  <a:pt x="27914" y="50812"/>
                </a:lnTo>
                <a:lnTo>
                  <a:pt x="29197" y="50812"/>
                </a:lnTo>
                <a:lnTo>
                  <a:pt x="29197" y="53340"/>
                </a:lnTo>
                <a:lnTo>
                  <a:pt x="148564" y="53340"/>
                </a:lnTo>
                <a:lnTo>
                  <a:pt x="148564" y="50800"/>
                </a:lnTo>
                <a:close/>
              </a:path>
              <a:path w="151129" h="60325">
                <a:moveTo>
                  <a:pt x="149847" y="53352"/>
                </a:moveTo>
                <a:lnTo>
                  <a:pt x="148564" y="53352"/>
                </a:lnTo>
                <a:lnTo>
                  <a:pt x="148564" y="54622"/>
                </a:lnTo>
                <a:lnTo>
                  <a:pt x="30467" y="54622"/>
                </a:lnTo>
                <a:lnTo>
                  <a:pt x="30467" y="55892"/>
                </a:lnTo>
                <a:lnTo>
                  <a:pt x="149847" y="55892"/>
                </a:lnTo>
                <a:lnTo>
                  <a:pt x="149847" y="54622"/>
                </a:lnTo>
                <a:lnTo>
                  <a:pt x="149847" y="53352"/>
                </a:lnTo>
                <a:close/>
              </a:path>
              <a:path w="151129" h="60325">
                <a:moveTo>
                  <a:pt x="151117" y="55892"/>
                </a:moveTo>
                <a:lnTo>
                  <a:pt x="149847" y="55892"/>
                </a:lnTo>
                <a:lnTo>
                  <a:pt x="149847" y="57162"/>
                </a:lnTo>
                <a:lnTo>
                  <a:pt x="33020" y="57162"/>
                </a:lnTo>
                <a:lnTo>
                  <a:pt x="33020" y="59702"/>
                </a:lnTo>
                <a:lnTo>
                  <a:pt x="151117" y="59702"/>
                </a:lnTo>
                <a:lnTo>
                  <a:pt x="151117" y="57162"/>
                </a:lnTo>
                <a:lnTo>
                  <a:pt x="151117" y="55892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6337287" y="2405392"/>
            <a:ext cx="840740" cy="49530"/>
          </a:xfrm>
          <a:custGeom>
            <a:avLst/>
            <a:gdLst/>
            <a:ahLst/>
            <a:cxnLst/>
            <a:rect l="l" t="t" r="r" b="b"/>
            <a:pathLst>
              <a:path w="840740" h="49530">
                <a:moveTo>
                  <a:pt x="797547" y="44450"/>
                </a:moveTo>
                <a:lnTo>
                  <a:pt x="0" y="44450"/>
                </a:lnTo>
                <a:lnTo>
                  <a:pt x="0" y="46990"/>
                </a:lnTo>
                <a:lnTo>
                  <a:pt x="795020" y="46990"/>
                </a:lnTo>
                <a:lnTo>
                  <a:pt x="795020" y="48247"/>
                </a:lnTo>
                <a:lnTo>
                  <a:pt x="0" y="48247"/>
                </a:lnTo>
                <a:lnTo>
                  <a:pt x="0" y="49517"/>
                </a:lnTo>
                <a:lnTo>
                  <a:pt x="795020" y="49517"/>
                </a:lnTo>
                <a:lnTo>
                  <a:pt x="795020" y="48260"/>
                </a:lnTo>
                <a:lnTo>
                  <a:pt x="796290" y="48260"/>
                </a:lnTo>
                <a:lnTo>
                  <a:pt x="796290" y="46990"/>
                </a:lnTo>
                <a:lnTo>
                  <a:pt x="797547" y="46990"/>
                </a:lnTo>
                <a:lnTo>
                  <a:pt x="797547" y="44450"/>
                </a:lnTo>
                <a:close/>
              </a:path>
              <a:path w="840740" h="49530">
                <a:moveTo>
                  <a:pt x="801370" y="41910"/>
                </a:moveTo>
                <a:lnTo>
                  <a:pt x="0" y="41910"/>
                </a:lnTo>
                <a:lnTo>
                  <a:pt x="0" y="43180"/>
                </a:lnTo>
                <a:lnTo>
                  <a:pt x="798817" y="43180"/>
                </a:lnTo>
                <a:lnTo>
                  <a:pt x="798817" y="44450"/>
                </a:lnTo>
                <a:lnTo>
                  <a:pt x="800087" y="44450"/>
                </a:lnTo>
                <a:lnTo>
                  <a:pt x="800087" y="43180"/>
                </a:lnTo>
                <a:lnTo>
                  <a:pt x="801370" y="43180"/>
                </a:lnTo>
                <a:lnTo>
                  <a:pt x="801370" y="41910"/>
                </a:lnTo>
                <a:close/>
              </a:path>
              <a:path w="840740" h="49530">
                <a:moveTo>
                  <a:pt x="803897" y="38100"/>
                </a:moveTo>
                <a:lnTo>
                  <a:pt x="3797" y="38100"/>
                </a:lnTo>
                <a:lnTo>
                  <a:pt x="3797" y="36830"/>
                </a:lnTo>
                <a:lnTo>
                  <a:pt x="2540" y="36830"/>
                </a:lnTo>
                <a:lnTo>
                  <a:pt x="2540" y="38100"/>
                </a:lnTo>
                <a:lnTo>
                  <a:pt x="0" y="38100"/>
                </a:lnTo>
                <a:lnTo>
                  <a:pt x="0" y="40640"/>
                </a:lnTo>
                <a:lnTo>
                  <a:pt x="801370" y="40640"/>
                </a:lnTo>
                <a:lnTo>
                  <a:pt x="801370" y="41910"/>
                </a:lnTo>
                <a:lnTo>
                  <a:pt x="802640" y="41910"/>
                </a:lnTo>
                <a:lnTo>
                  <a:pt x="802640" y="40640"/>
                </a:lnTo>
                <a:lnTo>
                  <a:pt x="803897" y="40640"/>
                </a:lnTo>
                <a:lnTo>
                  <a:pt x="803897" y="38100"/>
                </a:lnTo>
                <a:close/>
              </a:path>
              <a:path w="840740" h="49530">
                <a:moveTo>
                  <a:pt x="807720" y="35560"/>
                </a:moveTo>
                <a:lnTo>
                  <a:pt x="7620" y="35560"/>
                </a:lnTo>
                <a:lnTo>
                  <a:pt x="7620" y="34290"/>
                </a:lnTo>
                <a:lnTo>
                  <a:pt x="6350" y="34290"/>
                </a:lnTo>
                <a:lnTo>
                  <a:pt x="6350" y="35560"/>
                </a:lnTo>
                <a:lnTo>
                  <a:pt x="6350" y="36830"/>
                </a:lnTo>
                <a:lnTo>
                  <a:pt x="805167" y="36830"/>
                </a:lnTo>
                <a:lnTo>
                  <a:pt x="805167" y="38100"/>
                </a:lnTo>
                <a:lnTo>
                  <a:pt x="806437" y="38100"/>
                </a:lnTo>
                <a:lnTo>
                  <a:pt x="806437" y="36830"/>
                </a:lnTo>
                <a:lnTo>
                  <a:pt x="807720" y="36830"/>
                </a:lnTo>
                <a:lnTo>
                  <a:pt x="807720" y="35560"/>
                </a:lnTo>
                <a:close/>
              </a:path>
              <a:path w="840740" h="49530">
                <a:moveTo>
                  <a:pt x="810247" y="31750"/>
                </a:moveTo>
                <a:lnTo>
                  <a:pt x="13970" y="31750"/>
                </a:lnTo>
                <a:lnTo>
                  <a:pt x="13970" y="30480"/>
                </a:lnTo>
                <a:lnTo>
                  <a:pt x="11417" y="30480"/>
                </a:lnTo>
                <a:lnTo>
                  <a:pt x="11417" y="31750"/>
                </a:lnTo>
                <a:lnTo>
                  <a:pt x="10147" y="31750"/>
                </a:lnTo>
                <a:lnTo>
                  <a:pt x="10147" y="34290"/>
                </a:lnTo>
                <a:lnTo>
                  <a:pt x="807720" y="34290"/>
                </a:lnTo>
                <a:lnTo>
                  <a:pt x="807720" y="35560"/>
                </a:lnTo>
                <a:lnTo>
                  <a:pt x="808990" y="35560"/>
                </a:lnTo>
                <a:lnTo>
                  <a:pt x="808990" y="34290"/>
                </a:lnTo>
                <a:lnTo>
                  <a:pt x="810247" y="34290"/>
                </a:lnTo>
                <a:lnTo>
                  <a:pt x="810247" y="31750"/>
                </a:lnTo>
                <a:close/>
              </a:path>
              <a:path w="840740" h="49530">
                <a:moveTo>
                  <a:pt x="814070" y="29210"/>
                </a:moveTo>
                <a:lnTo>
                  <a:pt x="17767" y="29210"/>
                </a:lnTo>
                <a:lnTo>
                  <a:pt x="17767" y="27940"/>
                </a:lnTo>
                <a:lnTo>
                  <a:pt x="15240" y="27940"/>
                </a:lnTo>
                <a:lnTo>
                  <a:pt x="15240" y="29210"/>
                </a:lnTo>
                <a:lnTo>
                  <a:pt x="15240" y="30480"/>
                </a:lnTo>
                <a:lnTo>
                  <a:pt x="811517" y="30480"/>
                </a:lnTo>
                <a:lnTo>
                  <a:pt x="811517" y="31750"/>
                </a:lnTo>
                <a:lnTo>
                  <a:pt x="812787" y="31750"/>
                </a:lnTo>
                <a:lnTo>
                  <a:pt x="812787" y="30480"/>
                </a:lnTo>
                <a:lnTo>
                  <a:pt x="814070" y="30480"/>
                </a:lnTo>
                <a:lnTo>
                  <a:pt x="814070" y="29210"/>
                </a:lnTo>
                <a:close/>
              </a:path>
              <a:path w="840740" h="49530">
                <a:moveTo>
                  <a:pt x="816597" y="25400"/>
                </a:moveTo>
                <a:lnTo>
                  <a:pt x="22847" y="25400"/>
                </a:lnTo>
                <a:lnTo>
                  <a:pt x="22847" y="24130"/>
                </a:lnTo>
                <a:lnTo>
                  <a:pt x="20320" y="24130"/>
                </a:lnTo>
                <a:lnTo>
                  <a:pt x="20320" y="25400"/>
                </a:lnTo>
                <a:lnTo>
                  <a:pt x="19050" y="25400"/>
                </a:lnTo>
                <a:lnTo>
                  <a:pt x="19050" y="27940"/>
                </a:lnTo>
                <a:lnTo>
                  <a:pt x="814070" y="27940"/>
                </a:lnTo>
                <a:lnTo>
                  <a:pt x="814070" y="29210"/>
                </a:lnTo>
                <a:lnTo>
                  <a:pt x="815314" y="29210"/>
                </a:lnTo>
                <a:lnTo>
                  <a:pt x="815314" y="27940"/>
                </a:lnTo>
                <a:lnTo>
                  <a:pt x="816597" y="27940"/>
                </a:lnTo>
                <a:lnTo>
                  <a:pt x="816597" y="25400"/>
                </a:lnTo>
                <a:close/>
              </a:path>
              <a:path w="840740" h="49530">
                <a:moveTo>
                  <a:pt x="819137" y="22860"/>
                </a:moveTo>
                <a:lnTo>
                  <a:pt x="26670" y="22860"/>
                </a:lnTo>
                <a:lnTo>
                  <a:pt x="26670" y="21590"/>
                </a:lnTo>
                <a:lnTo>
                  <a:pt x="24117" y="21590"/>
                </a:lnTo>
                <a:lnTo>
                  <a:pt x="24117" y="22860"/>
                </a:lnTo>
                <a:lnTo>
                  <a:pt x="24117" y="24130"/>
                </a:lnTo>
                <a:lnTo>
                  <a:pt x="816597" y="24130"/>
                </a:lnTo>
                <a:lnTo>
                  <a:pt x="816597" y="25400"/>
                </a:lnTo>
                <a:lnTo>
                  <a:pt x="817867" y="25400"/>
                </a:lnTo>
                <a:lnTo>
                  <a:pt x="817867" y="24130"/>
                </a:lnTo>
                <a:lnTo>
                  <a:pt x="819137" y="24130"/>
                </a:lnTo>
                <a:lnTo>
                  <a:pt x="819137" y="22860"/>
                </a:lnTo>
                <a:close/>
              </a:path>
              <a:path w="840740" h="49530">
                <a:moveTo>
                  <a:pt x="821690" y="19050"/>
                </a:moveTo>
                <a:lnTo>
                  <a:pt x="31750" y="19050"/>
                </a:lnTo>
                <a:lnTo>
                  <a:pt x="31750" y="17780"/>
                </a:lnTo>
                <a:lnTo>
                  <a:pt x="30467" y="17780"/>
                </a:lnTo>
                <a:lnTo>
                  <a:pt x="30467" y="19050"/>
                </a:lnTo>
                <a:lnTo>
                  <a:pt x="27940" y="19050"/>
                </a:lnTo>
                <a:lnTo>
                  <a:pt x="27940" y="21590"/>
                </a:lnTo>
                <a:lnTo>
                  <a:pt x="819137" y="21590"/>
                </a:lnTo>
                <a:lnTo>
                  <a:pt x="819137" y="22860"/>
                </a:lnTo>
                <a:lnTo>
                  <a:pt x="820420" y="22860"/>
                </a:lnTo>
                <a:lnTo>
                  <a:pt x="820420" y="21590"/>
                </a:lnTo>
                <a:lnTo>
                  <a:pt x="821690" y="21590"/>
                </a:lnTo>
                <a:lnTo>
                  <a:pt x="821690" y="19050"/>
                </a:lnTo>
                <a:close/>
              </a:path>
              <a:path w="840740" h="49530">
                <a:moveTo>
                  <a:pt x="825487" y="16510"/>
                </a:moveTo>
                <a:lnTo>
                  <a:pt x="35547" y="16510"/>
                </a:lnTo>
                <a:lnTo>
                  <a:pt x="35547" y="15240"/>
                </a:lnTo>
                <a:lnTo>
                  <a:pt x="34290" y="15240"/>
                </a:lnTo>
                <a:lnTo>
                  <a:pt x="34290" y="16510"/>
                </a:lnTo>
                <a:lnTo>
                  <a:pt x="34290" y="17780"/>
                </a:lnTo>
                <a:lnTo>
                  <a:pt x="822947" y="17780"/>
                </a:lnTo>
                <a:lnTo>
                  <a:pt x="822947" y="19050"/>
                </a:lnTo>
                <a:lnTo>
                  <a:pt x="824217" y="19050"/>
                </a:lnTo>
                <a:lnTo>
                  <a:pt x="824217" y="17780"/>
                </a:lnTo>
                <a:lnTo>
                  <a:pt x="825487" y="17780"/>
                </a:lnTo>
                <a:lnTo>
                  <a:pt x="825487" y="16510"/>
                </a:lnTo>
                <a:close/>
              </a:path>
              <a:path w="840740" h="49530">
                <a:moveTo>
                  <a:pt x="828040" y="12700"/>
                </a:moveTo>
                <a:lnTo>
                  <a:pt x="41897" y="12700"/>
                </a:lnTo>
                <a:lnTo>
                  <a:pt x="41897" y="11430"/>
                </a:lnTo>
                <a:lnTo>
                  <a:pt x="39370" y="11430"/>
                </a:lnTo>
                <a:lnTo>
                  <a:pt x="39370" y="12700"/>
                </a:lnTo>
                <a:lnTo>
                  <a:pt x="38100" y="12700"/>
                </a:lnTo>
                <a:lnTo>
                  <a:pt x="38100" y="15240"/>
                </a:lnTo>
                <a:lnTo>
                  <a:pt x="825487" y="15240"/>
                </a:lnTo>
                <a:lnTo>
                  <a:pt x="825487" y="16510"/>
                </a:lnTo>
                <a:lnTo>
                  <a:pt x="826770" y="16510"/>
                </a:lnTo>
                <a:lnTo>
                  <a:pt x="826770" y="15240"/>
                </a:lnTo>
                <a:lnTo>
                  <a:pt x="828040" y="15240"/>
                </a:lnTo>
                <a:lnTo>
                  <a:pt x="828040" y="12700"/>
                </a:lnTo>
                <a:close/>
              </a:path>
              <a:path w="840740" h="49530">
                <a:moveTo>
                  <a:pt x="831837" y="10160"/>
                </a:moveTo>
                <a:lnTo>
                  <a:pt x="45720" y="10160"/>
                </a:lnTo>
                <a:lnTo>
                  <a:pt x="45720" y="8890"/>
                </a:lnTo>
                <a:lnTo>
                  <a:pt x="43167" y="8890"/>
                </a:lnTo>
                <a:lnTo>
                  <a:pt x="43167" y="10160"/>
                </a:lnTo>
                <a:lnTo>
                  <a:pt x="43167" y="11430"/>
                </a:lnTo>
                <a:lnTo>
                  <a:pt x="829297" y="11430"/>
                </a:lnTo>
                <a:lnTo>
                  <a:pt x="829297" y="12700"/>
                </a:lnTo>
                <a:lnTo>
                  <a:pt x="830567" y="12700"/>
                </a:lnTo>
                <a:lnTo>
                  <a:pt x="830567" y="11430"/>
                </a:lnTo>
                <a:lnTo>
                  <a:pt x="831837" y="11430"/>
                </a:lnTo>
                <a:lnTo>
                  <a:pt x="831837" y="10160"/>
                </a:lnTo>
                <a:close/>
              </a:path>
              <a:path w="840740" h="49530">
                <a:moveTo>
                  <a:pt x="834390" y="6350"/>
                </a:moveTo>
                <a:lnTo>
                  <a:pt x="50787" y="6350"/>
                </a:lnTo>
                <a:lnTo>
                  <a:pt x="50787" y="5080"/>
                </a:lnTo>
                <a:lnTo>
                  <a:pt x="49517" y="5080"/>
                </a:lnTo>
                <a:lnTo>
                  <a:pt x="49517" y="6350"/>
                </a:lnTo>
                <a:lnTo>
                  <a:pt x="46990" y="6350"/>
                </a:lnTo>
                <a:lnTo>
                  <a:pt x="46990" y="8890"/>
                </a:lnTo>
                <a:lnTo>
                  <a:pt x="831837" y="8890"/>
                </a:lnTo>
                <a:lnTo>
                  <a:pt x="831837" y="10160"/>
                </a:lnTo>
                <a:lnTo>
                  <a:pt x="833120" y="10160"/>
                </a:lnTo>
                <a:lnTo>
                  <a:pt x="833120" y="8890"/>
                </a:lnTo>
                <a:lnTo>
                  <a:pt x="834390" y="8890"/>
                </a:lnTo>
                <a:lnTo>
                  <a:pt x="834390" y="6350"/>
                </a:lnTo>
                <a:close/>
              </a:path>
              <a:path w="840740" h="49530">
                <a:moveTo>
                  <a:pt x="838187" y="3810"/>
                </a:moveTo>
                <a:lnTo>
                  <a:pt x="54597" y="3810"/>
                </a:lnTo>
                <a:lnTo>
                  <a:pt x="54597" y="2540"/>
                </a:lnTo>
                <a:lnTo>
                  <a:pt x="53340" y="2540"/>
                </a:lnTo>
                <a:lnTo>
                  <a:pt x="53340" y="3810"/>
                </a:lnTo>
                <a:lnTo>
                  <a:pt x="53340" y="5080"/>
                </a:lnTo>
                <a:lnTo>
                  <a:pt x="835647" y="5080"/>
                </a:lnTo>
                <a:lnTo>
                  <a:pt x="835647" y="6350"/>
                </a:lnTo>
                <a:lnTo>
                  <a:pt x="836917" y="6350"/>
                </a:lnTo>
                <a:lnTo>
                  <a:pt x="836917" y="5080"/>
                </a:lnTo>
                <a:lnTo>
                  <a:pt x="838187" y="5080"/>
                </a:lnTo>
                <a:lnTo>
                  <a:pt x="838187" y="3810"/>
                </a:lnTo>
                <a:close/>
              </a:path>
              <a:path w="840740" h="49530">
                <a:moveTo>
                  <a:pt x="840714" y="0"/>
                </a:moveTo>
                <a:lnTo>
                  <a:pt x="55867" y="0"/>
                </a:lnTo>
                <a:lnTo>
                  <a:pt x="55867" y="2540"/>
                </a:lnTo>
                <a:lnTo>
                  <a:pt x="838187" y="2540"/>
                </a:lnTo>
                <a:lnTo>
                  <a:pt x="838187" y="3810"/>
                </a:lnTo>
                <a:lnTo>
                  <a:pt x="839470" y="3810"/>
                </a:lnTo>
                <a:lnTo>
                  <a:pt x="839470" y="2540"/>
                </a:lnTo>
                <a:lnTo>
                  <a:pt x="840714" y="2540"/>
                </a:lnTo>
                <a:lnTo>
                  <a:pt x="840714" y="0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7807922" y="2418092"/>
            <a:ext cx="137795" cy="36830"/>
          </a:xfrm>
          <a:custGeom>
            <a:avLst/>
            <a:gdLst/>
            <a:ahLst/>
            <a:cxnLst/>
            <a:rect l="l" t="t" r="r" b="b"/>
            <a:pathLst>
              <a:path w="137795" h="36830">
                <a:moveTo>
                  <a:pt x="118110" y="0"/>
                </a:moveTo>
                <a:lnTo>
                  <a:pt x="0" y="0"/>
                </a:lnTo>
                <a:lnTo>
                  <a:pt x="0" y="2540"/>
                </a:lnTo>
                <a:lnTo>
                  <a:pt x="0" y="3810"/>
                </a:lnTo>
                <a:lnTo>
                  <a:pt x="1282" y="3810"/>
                </a:lnTo>
                <a:lnTo>
                  <a:pt x="1282" y="2540"/>
                </a:lnTo>
                <a:lnTo>
                  <a:pt x="118110" y="2540"/>
                </a:lnTo>
                <a:lnTo>
                  <a:pt x="118110" y="0"/>
                </a:lnTo>
                <a:close/>
              </a:path>
              <a:path w="137795" h="36830">
                <a:moveTo>
                  <a:pt x="119380" y="2540"/>
                </a:moveTo>
                <a:lnTo>
                  <a:pt x="118110" y="2540"/>
                </a:lnTo>
                <a:lnTo>
                  <a:pt x="118110" y="3810"/>
                </a:lnTo>
                <a:lnTo>
                  <a:pt x="1282" y="3810"/>
                </a:lnTo>
                <a:lnTo>
                  <a:pt x="1282" y="5080"/>
                </a:lnTo>
                <a:lnTo>
                  <a:pt x="1282" y="6350"/>
                </a:lnTo>
                <a:lnTo>
                  <a:pt x="2552" y="6350"/>
                </a:lnTo>
                <a:lnTo>
                  <a:pt x="2552" y="5080"/>
                </a:lnTo>
                <a:lnTo>
                  <a:pt x="119380" y="5080"/>
                </a:lnTo>
                <a:lnTo>
                  <a:pt x="119380" y="3810"/>
                </a:lnTo>
                <a:lnTo>
                  <a:pt x="119380" y="2540"/>
                </a:lnTo>
                <a:close/>
              </a:path>
              <a:path w="137795" h="36830">
                <a:moveTo>
                  <a:pt x="121932" y="6350"/>
                </a:moveTo>
                <a:lnTo>
                  <a:pt x="120650" y="6350"/>
                </a:lnTo>
                <a:lnTo>
                  <a:pt x="120650" y="5080"/>
                </a:lnTo>
                <a:lnTo>
                  <a:pt x="119380" y="5080"/>
                </a:lnTo>
                <a:lnTo>
                  <a:pt x="119380" y="6350"/>
                </a:lnTo>
                <a:lnTo>
                  <a:pt x="3835" y="6350"/>
                </a:lnTo>
                <a:lnTo>
                  <a:pt x="3835" y="8890"/>
                </a:lnTo>
                <a:lnTo>
                  <a:pt x="3835" y="10160"/>
                </a:lnTo>
                <a:lnTo>
                  <a:pt x="5105" y="10160"/>
                </a:lnTo>
                <a:lnTo>
                  <a:pt x="5105" y="8890"/>
                </a:lnTo>
                <a:lnTo>
                  <a:pt x="121932" y="8890"/>
                </a:lnTo>
                <a:lnTo>
                  <a:pt x="121932" y="6350"/>
                </a:lnTo>
                <a:close/>
              </a:path>
              <a:path w="137795" h="36830">
                <a:moveTo>
                  <a:pt x="123202" y="8890"/>
                </a:moveTo>
                <a:lnTo>
                  <a:pt x="121932" y="8890"/>
                </a:lnTo>
                <a:lnTo>
                  <a:pt x="121932" y="10160"/>
                </a:lnTo>
                <a:lnTo>
                  <a:pt x="5105" y="10160"/>
                </a:lnTo>
                <a:lnTo>
                  <a:pt x="5105" y="11430"/>
                </a:lnTo>
                <a:lnTo>
                  <a:pt x="5105" y="12700"/>
                </a:lnTo>
                <a:lnTo>
                  <a:pt x="6350" y="12700"/>
                </a:lnTo>
                <a:lnTo>
                  <a:pt x="6350" y="11430"/>
                </a:lnTo>
                <a:lnTo>
                  <a:pt x="123202" y="11430"/>
                </a:lnTo>
                <a:lnTo>
                  <a:pt x="123202" y="10160"/>
                </a:lnTo>
                <a:lnTo>
                  <a:pt x="123202" y="8890"/>
                </a:lnTo>
                <a:close/>
              </a:path>
              <a:path w="137795" h="36830">
                <a:moveTo>
                  <a:pt x="124485" y="12700"/>
                </a:moveTo>
                <a:lnTo>
                  <a:pt x="124472" y="11430"/>
                </a:lnTo>
                <a:lnTo>
                  <a:pt x="123202" y="11430"/>
                </a:lnTo>
                <a:lnTo>
                  <a:pt x="123202" y="12700"/>
                </a:lnTo>
                <a:lnTo>
                  <a:pt x="7632" y="12700"/>
                </a:lnTo>
                <a:lnTo>
                  <a:pt x="7632" y="15240"/>
                </a:lnTo>
                <a:lnTo>
                  <a:pt x="7632" y="16510"/>
                </a:lnTo>
                <a:lnTo>
                  <a:pt x="8902" y="16510"/>
                </a:lnTo>
                <a:lnTo>
                  <a:pt x="8902" y="15240"/>
                </a:lnTo>
                <a:lnTo>
                  <a:pt x="124485" y="15240"/>
                </a:lnTo>
                <a:lnTo>
                  <a:pt x="124485" y="12700"/>
                </a:lnTo>
                <a:close/>
              </a:path>
              <a:path w="137795" h="36830">
                <a:moveTo>
                  <a:pt x="125755" y="16510"/>
                </a:moveTo>
                <a:lnTo>
                  <a:pt x="8902" y="16510"/>
                </a:lnTo>
                <a:lnTo>
                  <a:pt x="8902" y="17780"/>
                </a:lnTo>
                <a:lnTo>
                  <a:pt x="8902" y="19050"/>
                </a:lnTo>
                <a:lnTo>
                  <a:pt x="10185" y="19050"/>
                </a:lnTo>
                <a:lnTo>
                  <a:pt x="10185" y="17780"/>
                </a:lnTo>
                <a:lnTo>
                  <a:pt x="125755" y="17780"/>
                </a:lnTo>
                <a:lnTo>
                  <a:pt x="125755" y="16510"/>
                </a:lnTo>
                <a:close/>
              </a:path>
              <a:path w="137795" h="36830">
                <a:moveTo>
                  <a:pt x="128282" y="17780"/>
                </a:moveTo>
                <a:lnTo>
                  <a:pt x="127000" y="17780"/>
                </a:lnTo>
                <a:lnTo>
                  <a:pt x="127000" y="19050"/>
                </a:lnTo>
                <a:lnTo>
                  <a:pt x="10185" y="19050"/>
                </a:lnTo>
                <a:lnTo>
                  <a:pt x="10185" y="21590"/>
                </a:lnTo>
                <a:lnTo>
                  <a:pt x="11455" y="21590"/>
                </a:lnTo>
                <a:lnTo>
                  <a:pt x="11455" y="22860"/>
                </a:lnTo>
                <a:lnTo>
                  <a:pt x="12700" y="22860"/>
                </a:lnTo>
                <a:lnTo>
                  <a:pt x="12700" y="21590"/>
                </a:lnTo>
                <a:lnTo>
                  <a:pt x="128282" y="21590"/>
                </a:lnTo>
                <a:lnTo>
                  <a:pt x="128282" y="19050"/>
                </a:lnTo>
                <a:lnTo>
                  <a:pt x="128282" y="17780"/>
                </a:lnTo>
                <a:close/>
              </a:path>
              <a:path w="137795" h="36830">
                <a:moveTo>
                  <a:pt x="132105" y="27927"/>
                </a:moveTo>
                <a:lnTo>
                  <a:pt x="132080" y="25387"/>
                </a:lnTo>
                <a:lnTo>
                  <a:pt x="13982" y="25387"/>
                </a:lnTo>
                <a:lnTo>
                  <a:pt x="13982" y="24130"/>
                </a:lnTo>
                <a:lnTo>
                  <a:pt x="129552" y="24130"/>
                </a:lnTo>
                <a:lnTo>
                  <a:pt x="129552" y="22860"/>
                </a:lnTo>
                <a:lnTo>
                  <a:pt x="12700" y="22860"/>
                </a:lnTo>
                <a:lnTo>
                  <a:pt x="12700" y="24130"/>
                </a:lnTo>
                <a:lnTo>
                  <a:pt x="12700" y="25400"/>
                </a:lnTo>
                <a:lnTo>
                  <a:pt x="13982" y="25400"/>
                </a:lnTo>
                <a:lnTo>
                  <a:pt x="13982" y="27927"/>
                </a:lnTo>
                <a:lnTo>
                  <a:pt x="132105" y="27927"/>
                </a:lnTo>
                <a:close/>
              </a:path>
              <a:path w="137795" h="36830">
                <a:moveTo>
                  <a:pt x="135902" y="31737"/>
                </a:moveTo>
                <a:lnTo>
                  <a:pt x="17805" y="31737"/>
                </a:lnTo>
                <a:lnTo>
                  <a:pt x="17805" y="30480"/>
                </a:lnTo>
                <a:lnTo>
                  <a:pt x="133350" y="30480"/>
                </a:lnTo>
                <a:lnTo>
                  <a:pt x="133350" y="29210"/>
                </a:lnTo>
                <a:lnTo>
                  <a:pt x="133350" y="27940"/>
                </a:lnTo>
                <a:lnTo>
                  <a:pt x="132105" y="27940"/>
                </a:lnTo>
                <a:lnTo>
                  <a:pt x="132105" y="29210"/>
                </a:lnTo>
                <a:lnTo>
                  <a:pt x="15252" y="29210"/>
                </a:lnTo>
                <a:lnTo>
                  <a:pt x="15252" y="30480"/>
                </a:lnTo>
                <a:lnTo>
                  <a:pt x="16535" y="30480"/>
                </a:lnTo>
                <a:lnTo>
                  <a:pt x="16535" y="31750"/>
                </a:lnTo>
                <a:lnTo>
                  <a:pt x="17805" y="31750"/>
                </a:lnTo>
                <a:lnTo>
                  <a:pt x="17805" y="34277"/>
                </a:lnTo>
                <a:lnTo>
                  <a:pt x="135902" y="34277"/>
                </a:lnTo>
                <a:lnTo>
                  <a:pt x="135902" y="31737"/>
                </a:lnTo>
                <a:close/>
              </a:path>
              <a:path w="137795" h="36830">
                <a:moveTo>
                  <a:pt x="137185" y="35560"/>
                </a:moveTo>
                <a:lnTo>
                  <a:pt x="137172" y="34290"/>
                </a:lnTo>
                <a:lnTo>
                  <a:pt x="135902" y="34290"/>
                </a:lnTo>
                <a:lnTo>
                  <a:pt x="135902" y="35560"/>
                </a:lnTo>
                <a:lnTo>
                  <a:pt x="19050" y="35560"/>
                </a:lnTo>
                <a:lnTo>
                  <a:pt x="19050" y="36830"/>
                </a:lnTo>
                <a:lnTo>
                  <a:pt x="137185" y="36830"/>
                </a:lnTo>
                <a:lnTo>
                  <a:pt x="137185" y="35560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6393154" y="2372359"/>
            <a:ext cx="814069" cy="36195"/>
          </a:xfrm>
          <a:custGeom>
            <a:avLst/>
            <a:gdLst/>
            <a:ahLst/>
            <a:cxnLst/>
            <a:rect l="l" t="t" r="r" b="b"/>
            <a:pathLst>
              <a:path w="814070" h="36194">
                <a:moveTo>
                  <a:pt x="784847" y="33032"/>
                </a:moveTo>
                <a:lnTo>
                  <a:pt x="3822" y="33032"/>
                </a:lnTo>
                <a:lnTo>
                  <a:pt x="3822" y="31762"/>
                </a:lnTo>
                <a:lnTo>
                  <a:pt x="2552" y="31762"/>
                </a:lnTo>
                <a:lnTo>
                  <a:pt x="2552" y="33032"/>
                </a:lnTo>
                <a:lnTo>
                  <a:pt x="0" y="33032"/>
                </a:lnTo>
                <a:lnTo>
                  <a:pt x="0" y="35572"/>
                </a:lnTo>
                <a:lnTo>
                  <a:pt x="784847" y="35572"/>
                </a:lnTo>
                <a:lnTo>
                  <a:pt x="784847" y="33032"/>
                </a:lnTo>
                <a:close/>
              </a:path>
              <a:path w="814070" h="36194">
                <a:moveTo>
                  <a:pt x="788670" y="30492"/>
                </a:moveTo>
                <a:lnTo>
                  <a:pt x="7620" y="30492"/>
                </a:lnTo>
                <a:lnTo>
                  <a:pt x="7620" y="29222"/>
                </a:lnTo>
                <a:lnTo>
                  <a:pt x="6350" y="29222"/>
                </a:lnTo>
                <a:lnTo>
                  <a:pt x="6350" y="30492"/>
                </a:lnTo>
                <a:lnTo>
                  <a:pt x="6350" y="31762"/>
                </a:lnTo>
                <a:lnTo>
                  <a:pt x="786130" y="31762"/>
                </a:lnTo>
                <a:lnTo>
                  <a:pt x="786130" y="33032"/>
                </a:lnTo>
                <a:lnTo>
                  <a:pt x="787400" y="33032"/>
                </a:lnTo>
                <a:lnTo>
                  <a:pt x="787400" y="31762"/>
                </a:lnTo>
                <a:lnTo>
                  <a:pt x="788670" y="31762"/>
                </a:lnTo>
                <a:lnTo>
                  <a:pt x="788670" y="30492"/>
                </a:lnTo>
                <a:close/>
              </a:path>
              <a:path w="814070" h="36194">
                <a:moveTo>
                  <a:pt x="789952" y="26682"/>
                </a:moveTo>
                <a:lnTo>
                  <a:pt x="13970" y="26682"/>
                </a:lnTo>
                <a:lnTo>
                  <a:pt x="13970" y="25412"/>
                </a:lnTo>
                <a:lnTo>
                  <a:pt x="11430" y="25412"/>
                </a:lnTo>
                <a:lnTo>
                  <a:pt x="11430" y="26682"/>
                </a:lnTo>
                <a:lnTo>
                  <a:pt x="10172" y="26682"/>
                </a:lnTo>
                <a:lnTo>
                  <a:pt x="10172" y="29222"/>
                </a:lnTo>
                <a:lnTo>
                  <a:pt x="789952" y="29222"/>
                </a:lnTo>
                <a:lnTo>
                  <a:pt x="789952" y="26682"/>
                </a:lnTo>
                <a:close/>
              </a:path>
              <a:path w="814070" h="36194">
                <a:moveTo>
                  <a:pt x="793750" y="24142"/>
                </a:moveTo>
                <a:lnTo>
                  <a:pt x="17780" y="24142"/>
                </a:lnTo>
                <a:lnTo>
                  <a:pt x="17780" y="22872"/>
                </a:lnTo>
                <a:lnTo>
                  <a:pt x="15252" y="22872"/>
                </a:lnTo>
                <a:lnTo>
                  <a:pt x="15252" y="24142"/>
                </a:lnTo>
                <a:lnTo>
                  <a:pt x="15252" y="25412"/>
                </a:lnTo>
                <a:lnTo>
                  <a:pt x="791222" y="25412"/>
                </a:lnTo>
                <a:lnTo>
                  <a:pt x="791222" y="26682"/>
                </a:lnTo>
                <a:lnTo>
                  <a:pt x="792480" y="26682"/>
                </a:lnTo>
                <a:lnTo>
                  <a:pt x="792480" y="25412"/>
                </a:lnTo>
                <a:lnTo>
                  <a:pt x="793750" y="25412"/>
                </a:lnTo>
                <a:lnTo>
                  <a:pt x="793750" y="24142"/>
                </a:lnTo>
                <a:close/>
              </a:path>
              <a:path w="814070" h="36194">
                <a:moveTo>
                  <a:pt x="795020" y="20332"/>
                </a:moveTo>
                <a:lnTo>
                  <a:pt x="22872" y="20332"/>
                </a:lnTo>
                <a:lnTo>
                  <a:pt x="22872" y="19062"/>
                </a:lnTo>
                <a:lnTo>
                  <a:pt x="21602" y="19062"/>
                </a:lnTo>
                <a:lnTo>
                  <a:pt x="21602" y="20332"/>
                </a:lnTo>
                <a:lnTo>
                  <a:pt x="19050" y="20332"/>
                </a:lnTo>
                <a:lnTo>
                  <a:pt x="19050" y="22872"/>
                </a:lnTo>
                <a:lnTo>
                  <a:pt x="793750" y="22872"/>
                </a:lnTo>
                <a:lnTo>
                  <a:pt x="793750" y="24142"/>
                </a:lnTo>
                <a:lnTo>
                  <a:pt x="795020" y="24142"/>
                </a:lnTo>
                <a:lnTo>
                  <a:pt x="795020" y="22872"/>
                </a:lnTo>
                <a:lnTo>
                  <a:pt x="795020" y="20332"/>
                </a:lnTo>
                <a:close/>
              </a:path>
              <a:path w="814070" h="36194">
                <a:moveTo>
                  <a:pt x="798830" y="17792"/>
                </a:moveTo>
                <a:lnTo>
                  <a:pt x="26670" y="17792"/>
                </a:lnTo>
                <a:lnTo>
                  <a:pt x="26670" y="16522"/>
                </a:lnTo>
                <a:lnTo>
                  <a:pt x="25400" y="16522"/>
                </a:lnTo>
                <a:lnTo>
                  <a:pt x="25400" y="17792"/>
                </a:lnTo>
                <a:lnTo>
                  <a:pt x="25400" y="19062"/>
                </a:lnTo>
                <a:lnTo>
                  <a:pt x="796302" y="19062"/>
                </a:lnTo>
                <a:lnTo>
                  <a:pt x="796302" y="20332"/>
                </a:lnTo>
                <a:lnTo>
                  <a:pt x="797572" y="20332"/>
                </a:lnTo>
                <a:lnTo>
                  <a:pt x="797572" y="19062"/>
                </a:lnTo>
                <a:lnTo>
                  <a:pt x="798830" y="19062"/>
                </a:lnTo>
                <a:lnTo>
                  <a:pt x="798830" y="17792"/>
                </a:lnTo>
                <a:close/>
              </a:path>
              <a:path w="814070" h="36194">
                <a:moveTo>
                  <a:pt x="801370" y="13982"/>
                </a:moveTo>
                <a:lnTo>
                  <a:pt x="33020" y="13982"/>
                </a:lnTo>
                <a:lnTo>
                  <a:pt x="33020" y="12712"/>
                </a:lnTo>
                <a:lnTo>
                  <a:pt x="30480" y="12712"/>
                </a:lnTo>
                <a:lnTo>
                  <a:pt x="30480" y="13982"/>
                </a:lnTo>
                <a:lnTo>
                  <a:pt x="29222" y="13982"/>
                </a:lnTo>
                <a:lnTo>
                  <a:pt x="29222" y="16522"/>
                </a:lnTo>
                <a:lnTo>
                  <a:pt x="798830" y="16522"/>
                </a:lnTo>
                <a:lnTo>
                  <a:pt x="798830" y="17792"/>
                </a:lnTo>
                <a:lnTo>
                  <a:pt x="800100" y="17792"/>
                </a:lnTo>
                <a:lnTo>
                  <a:pt x="800100" y="16522"/>
                </a:lnTo>
                <a:lnTo>
                  <a:pt x="801370" y="16522"/>
                </a:lnTo>
                <a:lnTo>
                  <a:pt x="801370" y="13982"/>
                </a:lnTo>
                <a:close/>
              </a:path>
              <a:path w="814070" h="36194">
                <a:moveTo>
                  <a:pt x="803922" y="11442"/>
                </a:moveTo>
                <a:lnTo>
                  <a:pt x="35572" y="11442"/>
                </a:lnTo>
                <a:lnTo>
                  <a:pt x="35572" y="10172"/>
                </a:lnTo>
                <a:lnTo>
                  <a:pt x="34302" y="10172"/>
                </a:lnTo>
                <a:lnTo>
                  <a:pt x="34302" y="11442"/>
                </a:lnTo>
                <a:lnTo>
                  <a:pt x="34302" y="12712"/>
                </a:lnTo>
                <a:lnTo>
                  <a:pt x="801370" y="12712"/>
                </a:lnTo>
                <a:lnTo>
                  <a:pt x="801370" y="13982"/>
                </a:lnTo>
                <a:lnTo>
                  <a:pt x="802652" y="13982"/>
                </a:lnTo>
                <a:lnTo>
                  <a:pt x="802652" y="12712"/>
                </a:lnTo>
                <a:lnTo>
                  <a:pt x="803922" y="12712"/>
                </a:lnTo>
                <a:lnTo>
                  <a:pt x="803922" y="11442"/>
                </a:lnTo>
                <a:close/>
              </a:path>
              <a:path w="814070" h="36194">
                <a:moveTo>
                  <a:pt x="806450" y="7632"/>
                </a:moveTo>
                <a:lnTo>
                  <a:pt x="41922" y="7632"/>
                </a:lnTo>
                <a:lnTo>
                  <a:pt x="41922" y="6362"/>
                </a:lnTo>
                <a:lnTo>
                  <a:pt x="39370" y="6362"/>
                </a:lnTo>
                <a:lnTo>
                  <a:pt x="39370" y="7632"/>
                </a:lnTo>
                <a:lnTo>
                  <a:pt x="38100" y="7632"/>
                </a:lnTo>
                <a:lnTo>
                  <a:pt x="38100" y="10172"/>
                </a:lnTo>
                <a:lnTo>
                  <a:pt x="803922" y="10172"/>
                </a:lnTo>
                <a:lnTo>
                  <a:pt x="803922" y="11442"/>
                </a:lnTo>
                <a:lnTo>
                  <a:pt x="805180" y="11442"/>
                </a:lnTo>
                <a:lnTo>
                  <a:pt x="805180" y="10172"/>
                </a:lnTo>
                <a:lnTo>
                  <a:pt x="806450" y="10172"/>
                </a:lnTo>
                <a:lnTo>
                  <a:pt x="806450" y="7632"/>
                </a:lnTo>
                <a:close/>
              </a:path>
              <a:path w="814070" h="36194">
                <a:moveTo>
                  <a:pt x="809002" y="5092"/>
                </a:moveTo>
                <a:lnTo>
                  <a:pt x="45720" y="5092"/>
                </a:lnTo>
                <a:lnTo>
                  <a:pt x="45720" y="3822"/>
                </a:lnTo>
                <a:lnTo>
                  <a:pt x="43180" y="3822"/>
                </a:lnTo>
                <a:lnTo>
                  <a:pt x="43180" y="5092"/>
                </a:lnTo>
                <a:lnTo>
                  <a:pt x="43180" y="6362"/>
                </a:lnTo>
                <a:lnTo>
                  <a:pt x="809002" y="6362"/>
                </a:lnTo>
                <a:lnTo>
                  <a:pt x="809002" y="5092"/>
                </a:lnTo>
                <a:close/>
              </a:path>
              <a:path w="814070" h="36194">
                <a:moveTo>
                  <a:pt x="811530" y="1282"/>
                </a:moveTo>
                <a:lnTo>
                  <a:pt x="50800" y="1282"/>
                </a:lnTo>
                <a:lnTo>
                  <a:pt x="50800" y="12"/>
                </a:lnTo>
                <a:lnTo>
                  <a:pt x="49530" y="12"/>
                </a:lnTo>
                <a:lnTo>
                  <a:pt x="49530" y="1282"/>
                </a:lnTo>
                <a:lnTo>
                  <a:pt x="47002" y="1282"/>
                </a:lnTo>
                <a:lnTo>
                  <a:pt x="47002" y="3822"/>
                </a:lnTo>
                <a:lnTo>
                  <a:pt x="809002" y="3822"/>
                </a:lnTo>
                <a:lnTo>
                  <a:pt x="809002" y="5092"/>
                </a:lnTo>
                <a:lnTo>
                  <a:pt x="810272" y="5092"/>
                </a:lnTo>
                <a:lnTo>
                  <a:pt x="810272" y="3822"/>
                </a:lnTo>
                <a:lnTo>
                  <a:pt x="811530" y="3822"/>
                </a:lnTo>
                <a:lnTo>
                  <a:pt x="811530" y="1282"/>
                </a:lnTo>
                <a:close/>
              </a:path>
              <a:path w="814070" h="36194">
                <a:moveTo>
                  <a:pt x="814070" y="0"/>
                </a:moveTo>
                <a:lnTo>
                  <a:pt x="812800" y="0"/>
                </a:lnTo>
                <a:lnTo>
                  <a:pt x="812800" y="1270"/>
                </a:lnTo>
                <a:lnTo>
                  <a:pt x="814070" y="1270"/>
                </a:lnTo>
                <a:lnTo>
                  <a:pt x="814070" y="0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7781283" y="2372355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49" y="1269"/>
                </a:moveTo>
                <a:lnTo>
                  <a:pt x="0" y="1269"/>
                </a:lnTo>
                <a:lnTo>
                  <a:pt x="0" y="0"/>
                </a:lnTo>
                <a:lnTo>
                  <a:pt x="1249" y="0"/>
                </a:lnTo>
                <a:lnTo>
                  <a:pt x="1249" y="1269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7782522" y="2372372"/>
            <a:ext cx="141605" cy="44450"/>
          </a:xfrm>
          <a:custGeom>
            <a:avLst/>
            <a:gdLst/>
            <a:ahLst/>
            <a:cxnLst/>
            <a:rect l="l" t="t" r="r" b="b"/>
            <a:pathLst>
              <a:path w="141604" h="44450">
                <a:moveTo>
                  <a:pt x="118110" y="0"/>
                </a:moveTo>
                <a:lnTo>
                  <a:pt x="116852" y="0"/>
                </a:lnTo>
                <a:lnTo>
                  <a:pt x="116852" y="1270"/>
                </a:lnTo>
                <a:lnTo>
                  <a:pt x="0" y="1270"/>
                </a:lnTo>
                <a:lnTo>
                  <a:pt x="0" y="3810"/>
                </a:lnTo>
                <a:lnTo>
                  <a:pt x="118110" y="3810"/>
                </a:lnTo>
                <a:lnTo>
                  <a:pt x="118110" y="1270"/>
                </a:lnTo>
                <a:lnTo>
                  <a:pt x="118110" y="0"/>
                </a:lnTo>
                <a:close/>
              </a:path>
              <a:path w="141604" h="44450">
                <a:moveTo>
                  <a:pt x="120650" y="3810"/>
                </a:moveTo>
                <a:lnTo>
                  <a:pt x="119380" y="3810"/>
                </a:lnTo>
                <a:lnTo>
                  <a:pt x="119380" y="5080"/>
                </a:lnTo>
                <a:lnTo>
                  <a:pt x="1282" y="5080"/>
                </a:lnTo>
                <a:lnTo>
                  <a:pt x="1282" y="6350"/>
                </a:lnTo>
                <a:lnTo>
                  <a:pt x="120650" y="6350"/>
                </a:lnTo>
                <a:lnTo>
                  <a:pt x="120650" y="5080"/>
                </a:lnTo>
                <a:lnTo>
                  <a:pt x="120650" y="3810"/>
                </a:lnTo>
                <a:close/>
              </a:path>
              <a:path w="141604" h="44450">
                <a:moveTo>
                  <a:pt x="123202" y="11417"/>
                </a:moveTo>
                <a:lnTo>
                  <a:pt x="5105" y="11417"/>
                </a:lnTo>
                <a:lnTo>
                  <a:pt x="5105" y="10160"/>
                </a:lnTo>
                <a:lnTo>
                  <a:pt x="121932" y="10160"/>
                </a:lnTo>
                <a:lnTo>
                  <a:pt x="121932" y="7620"/>
                </a:lnTo>
                <a:lnTo>
                  <a:pt x="121932" y="6350"/>
                </a:lnTo>
                <a:lnTo>
                  <a:pt x="120650" y="6350"/>
                </a:lnTo>
                <a:lnTo>
                  <a:pt x="120650" y="7620"/>
                </a:lnTo>
                <a:lnTo>
                  <a:pt x="3835" y="7620"/>
                </a:lnTo>
                <a:lnTo>
                  <a:pt x="3835" y="10160"/>
                </a:lnTo>
                <a:lnTo>
                  <a:pt x="3835" y="11430"/>
                </a:lnTo>
                <a:lnTo>
                  <a:pt x="5105" y="11430"/>
                </a:lnTo>
                <a:lnTo>
                  <a:pt x="5105" y="12687"/>
                </a:lnTo>
                <a:lnTo>
                  <a:pt x="123202" y="12687"/>
                </a:lnTo>
                <a:lnTo>
                  <a:pt x="123202" y="11417"/>
                </a:lnTo>
                <a:close/>
              </a:path>
              <a:path w="141604" h="44450">
                <a:moveTo>
                  <a:pt x="125730" y="13970"/>
                </a:moveTo>
                <a:lnTo>
                  <a:pt x="7632" y="13970"/>
                </a:lnTo>
                <a:lnTo>
                  <a:pt x="7632" y="16510"/>
                </a:lnTo>
                <a:lnTo>
                  <a:pt x="7632" y="17780"/>
                </a:lnTo>
                <a:lnTo>
                  <a:pt x="8902" y="17780"/>
                </a:lnTo>
                <a:lnTo>
                  <a:pt x="8902" y="16510"/>
                </a:lnTo>
                <a:lnTo>
                  <a:pt x="125730" y="16510"/>
                </a:lnTo>
                <a:lnTo>
                  <a:pt x="125730" y="13970"/>
                </a:lnTo>
                <a:close/>
              </a:path>
              <a:path w="141604" h="44450">
                <a:moveTo>
                  <a:pt x="127000" y="17780"/>
                </a:moveTo>
                <a:lnTo>
                  <a:pt x="8902" y="17780"/>
                </a:lnTo>
                <a:lnTo>
                  <a:pt x="8902" y="19050"/>
                </a:lnTo>
                <a:lnTo>
                  <a:pt x="8902" y="20320"/>
                </a:lnTo>
                <a:lnTo>
                  <a:pt x="10185" y="20320"/>
                </a:lnTo>
                <a:lnTo>
                  <a:pt x="10185" y="19050"/>
                </a:lnTo>
                <a:lnTo>
                  <a:pt x="127000" y="19050"/>
                </a:lnTo>
                <a:lnTo>
                  <a:pt x="127000" y="17780"/>
                </a:lnTo>
                <a:close/>
              </a:path>
              <a:path w="141604" h="44450">
                <a:moveTo>
                  <a:pt x="129552" y="20320"/>
                </a:moveTo>
                <a:lnTo>
                  <a:pt x="11455" y="20320"/>
                </a:lnTo>
                <a:lnTo>
                  <a:pt x="11455" y="22860"/>
                </a:lnTo>
                <a:lnTo>
                  <a:pt x="11455" y="24130"/>
                </a:lnTo>
                <a:lnTo>
                  <a:pt x="12700" y="24130"/>
                </a:lnTo>
                <a:lnTo>
                  <a:pt x="12700" y="22860"/>
                </a:lnTo>
                <a:lnTo>
                  <a:pt x="129552" y="22860"/>
                </a:lnTo>
                <a:lnTo>
                  <a:pt x="129552" y="20320"/>
                </a:lnTo>
                <a:close/>
              </a:path>
              <a:path w="141604" h="44450">
                <a:moveTo>
                  <a:pt x="130810" y="22860"/>
                </a:moveTo>
                <a:lnTo>
                  <a:pt x="129552" y="22860"/>
                </a:lnTo>
                <a:lnTo>
                  <a:pt x="129552" y="24130"/>
                </a:lnTo>
                <a:lnTo>
                  <a:pt x="12700" y="24130"/>
                </a:lnTo>
                <a:lnTo>
                  <a:pt x="12700" y="25400"/>
                </a:lnTo>
                <a:lnTo>
                  <a:pt x="12700" y="26670"/>
                </a:lnTo>
                <a:lnTo>
                  <a:pt x="13982" y="26670"/>
                </a:lnTo>
                <a:lnTo>
                  <a:pt x="13982" y="25400"/>
                </a:lnTo>
                <a:lnTo>
                  <a:pt x="130810" y="25400"/>
                </a:lnTo>
                <a:lnTo>
                  <a:pt x="130810" y="24130"/>
                </a:lnTo>
                <a:lnTo>
                  <a:pt x="130810" y="22860"/>
                </a:lnTo>
                <a:close/>
              </a:path>
              <a:path w="141604" h="44450">
                <a:moveTo>
                  <a:pt x="132080" y="25400"/>
                </a:moveTo>
                <a:lnTo>
                  <a:pt x="130810" y="25400"/>
                </a:lnTo>
                <a:lnTo>
                  <a:pt x="130810" y="26670"/>
                </a:lnTo>
                <a:lnTo>
                  <a:pt x="13982" y="26670"/>
                </a:lnTo>
                <a:lnTo>
                  <a:pt x="13982" y="29210"/>
                </a:lnTo>
                <a:lnTo>
                  <a:pt x="132080" y="29210"/>
                </a:lnTo>
                <a:lnTo>
                  <a:pt x="132080" y="26670"/>
                </a:lnTo>
                <a:lnTo>
                  <a:pt x="132080" y="25400"/>
                </a:lnTo>
                <a:close/>
              </a:path>
              <a:path w="141604" h="44450">
                <a:moveTo>
                  <a:pt x="134632" y="29210"/>
                </a:moveTo>
                <a:lnTo>
                  <a:pt x="133350" y="29210"/>
                </a:lnTo>
                <a:lnTo>
                  <a:pt x="133350" y="30480"/>
                </a:lnTo>
                <a:lnTo>
                  <a:pt x="15252" y="30480"/>
                </a:lnTo>
                <a:lnTo>
                  <a:pt x="15252" y="31750"/>
                </a:lnTo>
                <a:lnTo>
                  <a:pt x="16535" y="31750"/>
                </a:lnTo>
                <a:lnTo>
                  <a:pt x="16535" y="33020"/>
                </a:lnTo>
                <a:lnTo>
                  <a:pt x="17805" y="33020"/>
                </a:lnTo>
                <a:lnTo>
                  <a:pt x="17805" y="31750"/>
                </a:lnTo>
                <a:lnTo>
                  <a:pt x="134632" y="31750"/>
                </a:lnTo>
                <a:lnTo>
                  <a:pt x="134632" y="30480"/>
                </a:lnTo>
                <a:lnTo>
                  <a:pt x="134632" y="29210"/>
                </a:lnTo>
                <a:close/>
              </a:path>
              <a:path w="141604" h="44450">
                <a:moveTo>
                  <a:pt x="135902" y="31750"/>
                </a:moveTo>
                <a:lnTo>
                  <a:pt x="134632" y="31750"/>
                </a:lnTo>
                <a:lnTo>
                  <a:pt x="134632" y="33020"/>
                </a:lnTo>
                <a:lnTo>
                  <a:pt x="17805" y="33020"/>
                </a:lnTo>
                <a:lnTo>
                  <a:pt x="17805" y="35560"/>
                </a:lnTo>
                <a:lnTo>
                  <a:pt x="135902" y="35560"/>
                </a:lnTo>
                <a:lnTo>
                  <a:pt x="135902" y="33020"/>
                </a:lnTo>
                <a:lnTo>
                  <a:pt x="135902" y="31750"/>
                </a:lnTo>
                <a:close/>
              </a:path>
              <a:path w="141604" h="44450">
                <a:moveTo>
                  <a:pt x="137160" y="36817"/>
                </a:moveTo>
                <a:lnTo>
                  <a:pt x="19050" y="36817"/>
                </a:lnTo>
                <a:lnTo>
                  <a:pt x="19050" y="38087"/>
                </a:lnTo>
                <a:lnTo>
                  <a:pt x="137160" y="38087"/>
                </a:lnTo>
                <a:lnTo>
                  <a:pt x="137160" y="36817"/>
                </a:lnTo>
                <a:close/>
              </a:path>
              <a:path w="141604" h="44450">
                <a:moveTo>
                  <a:pt x="140982" y="43167"/>
                </a:moveTo>
                <a:lnTo>
                  <a:pt x="22885" y="43167"/>
                </a:lnTo>
                <a:lnTo>
                  <a:pt x="22885" y="41910"/>
                </a:lnTo>
                <a:lnTo>
                  <a:pt x="139700" y="41910"/>
                </a:lnTo>
                <a:lnTo>
                  <a:pt x="139700" y="39370"/>
                </a:lnTo>
                <a:lnTo>
                  <a:pt x="21602" y="39370"/>
                </a:lnTo>
                <a:lnTo>
                  <a:pt x="21602" y="41910"/>
                </a:lnTo>
                <a:lnTo>
                  <a:pt x="21602" y="43180"/>
                </a:lnTo>
                <a:lnTo>
                  <a:pt x="22885" y="43180"/>
                </a:lnTo>
                <a:lnTo>
                  <a:pt x="22885" y="44437"/>
                </a:lnTo>
                <a:lnTo>
                  <a:pt x="140982" y="44437"/>
                </a:lnTo>
                <a:lnTo>
                  <a:pt x="140982" y="43167"/>
                </a:lnTo>
                <a:close/>
              </a:path>
            </a:pathLst>
          </a:custGeom>
          <a:solidFill>
            <a:srgbClr val="A54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6315685" y="2487942"/>
            <a:ext cx="782320" cy="48260"/>
          </a:xfrm>
          <a:custGeom>
            <a:avLst/>
            <a:gdLst/>
            <a:ahLst/>
            <a:cxnLst/>
            <a:rect l="l" t="t" r="r" b="b"/>
            <a:pathLst>
              <a:path w="782320" h="48260">
                <a:moveTo>
                  <a:pt x="1270" y="46977"/>
                </a:moveTo>
                <a:lnTo>
                  <a:pt x="0" y="46977"/>
                </a:lnTo>
                <a:lnTo>
                  <a:pt x="0" y="48260"/>
                </a:lnTo>
                <a:lnTo>
                  <a:pt x="1270" y="48260"/>
                </a:lnTo>
                <a:lnTo>
                  <a:pt x="1270" y="46977"/>
                </a:lnTo>
                <a:close/>
              </a:path>
              <a:path w="782320" h="48260">
                <a:moveTo>
                  <a:pt x="739140" y="44450"/>
                </a:moveTo>
                <a:lnTo>
                  <a:pt x="3822" y="44450"/>
                </a:lnTo>
                <a:lnTo>
                  <a:pt x="3822" y="43180"/>
                </a:lnTo>
                <a:lnTo>
                  <a:pt x="2552" y="43180"/>
                </a:lnTo>
                <a:lnTo>
                  <a:pt x="2552" y="44450"/>
                </a:lnTo>
                <a:lnTo>
                  <a:pt x="2552" y="46990"/>
                </a:lnTo>
                <a:lnTo>
                  <a:pt x="736600" y="46990"/>
                </a:lnTo>
                <a:lnTo>
                  <a:pt x="736600" y="48260"/>
                </a:lnTo>
                <a:lnTo>
                  <a:pt x="737870" y="48260"/>
                </a:lnTo>
                <a:lnTo>
                  <a:pt x="737870" y="46990"/>
                </a:lnTo>
                <a:lnTo>
                  <a:pt x="739140" y="46990"/>
                </a:lnTo>
                <a:lnTo>
                  <a:pt x="739140" y="44450"/>
                </a:lnTo>
                <a:close/>
              </a:path>
              <a:path w="782320" h="48260">
                <a:moveTo>
                  <a:pt x="742950" y="41910"/>
                </a:moveTo>
                <a:lnTo>
                  <a:pt x="5092" y="41910"/>
                </a:lnTo>
                <a:lnTo>
                  <a:pt x="5092" y="40640"/>
                </a:lnTo>
                <a:lnTo>
                  <a:pt x="3822" y="40640"/>
                </a:lnTo>
                <a:lnTo>
                  <a:pt x="3822" y="41910"/>
                </a:lnTo>
                <a:lnTo>
                  <a:pt x="3822" y="43180"/>
                </a:lnTo>
                <a:lnTo>
                  <a:pt x="740422" y="43180"/>
                </a:lnTo>
                <a:lnTo>
                  <a:pt x="740422" y="44450"/>
                </a:lnTo>
                <a:lnTo>
                  <a:pt x="741692" y="44450"/>
                </a:lnTo>
                <a:lnTo>
                  <a:pt x="741692" y="43180"/>
                </a:lnTo>
                <a:lnTo>
                  <a:pt x="742950" y="43180"/>
                </a:lnTo>
                <a:lnTo>
                  <a:pt x="742950" y="41910"/>
                </a:lnTo>
                <a:close/>
              </a:path>
              <a:path w="782320" h="48260">
                <a:moveTo>
                  <a:pt x="744220" y="38100"/>
                </a:moveTo>
                <a:lnTo>
                  <a:pt x="7620" y="38100"/>
                </a:lnTo>
                <a:lnTo>
                  <a:pt x="7620" y="36830"/>
                </a:lnTo>
                <a:lnTo>
                  <a:pt x="6350" y="36830"/>
                </a:lnTo>
                <a:lnTo>
                  <a:pt x="6350" y="38100"/>
                </a:lnTo>
                <a:lnTo>
                  <a:pt x="5092" y="38100"/>
                </a:lnTo>
                <a:lnTo>
                  <a:pt x="5092" y="40640"/>
                </a:lnTo>
                <a:lnTo>
                  <a:pt x="744220" y="40640"/>
                </a:lnTo>
                <a:lnTo>
                  <a:pt x="744220" y="38100"/>
                </a:lnTo>
                <a:close/>
              </a:path>
              <a:path w="782320" h="48260">
                <a:moveTo>
                  <a:pt x="748017" y="35560"/>
                </a:moveTo>
                <a:lnTo>
                  <a:pt x="8902" y="35560"/>
                </a:lnTo>
                <a:lnTo>
                  <a:pt x="8902" y="34290"/>
                </a:lnTo>
                <a:lnTo>
                  <a:pt x="7620" y="34290"/>
                </a:lnTo>
                <a:lnTo>
                  <a:pt x="7620" y="35560"/>
                </a:lnTo>
                <a:lnTo>
                  <a:pt x="7620" y="36830"/>
                </a:lnTo>
                <a:lnTo>
                  <a:pt x="745490" y="36830"/>
                </a:lnTo>
                <a:lnTo>
                  <a:pt x="745490" y="38100"/>
                </a:lnTo>
                <a:lnTo>
                  <a:pt x="746772" y="38100"/>
                </a:lnTo>
                <a:lnTo>
                  <a:pt x="746772" y="36830"/>
                </a:lnTo>
                <a:lnTo>
                  <a:pt x="748017" y="36830"/>
                </a:lnTo>
                <a:lnTo>
                  <a:pt x="748017" y="35560"/>
                </a:lnTo>
                <a:close/>
              </a:path>
              <a:path w="782320" h="48260">
                <a:moveTo>
                  <a:pt x="750570" y="31750"/>
                </a:moveTo>
                <a:lnTo>
                  <a:pt x="11442" y="31750"/>
                </a:lnTo>
                <a:lnTo>
                  <a:pt x="11442" y="30480"/>
                </a:lnTo>
                <a:lnTo>
                  <a:pt x="10172" y="30480"/>
                </a:lnTo>
                <a:lnTo>
                  <a:pt x="10172" y="31750"/>
                </a:lnTo>
                <a:lnTo>
                  <a:pt x="8902" y="31750"/>
                </a:lnTo>
                <a:lnTo>
                  <a:pt x="8902" y="34290"/>
                </a:lnTo>
                <a:lnTo>
                  <a:pt x="748017" y="34290"/>
                </a:lnTo>
                <a:lnTo>
                  <a:pt x="748017" y="35560"/>
                </a:lnTo>
                <a:lnTo>
                  <a:pt x="749300" y="35560"/>
                </a:lnTo>
                <a:lnTo>
                  <a:pt x="749300" y="34290"/>
                </a:lnTo>
                <a:lnTo>
                  <a:pt x="750570" y="34290"/>
                </a:lnTo>
                <a:lnTo>
                  <a:pt x="750570" y="31750"/>
                </a:lnTo>
                <a:close/>
              </a:path>
              <a:path w="782320" h="48260">
                <a:moveTo>
                  <a:pt x="754392" y="29210"/>
                </a:moveTo>
                <a:lnTo>
                  <a:pt x="12700" y="29210"/>
                </a:lnTo>
                <a:lnTo>
                  <a:pt x="12700" y="27940"/>
                </a:lnTo>
                <a:lnTo>
                  <a:pt x="11442" y="27940"/>
                </a:lnTo>
                <a:lnTo>
                  <a:pt x="11442" y="29210"/>
                </a:lnTo>
                <a:lnTo>
                  <a:pt x="11442" y="30480"/>
                </a:lnTo>
                <a:lnTo>
                  <a:pt x="751840" y="30480"/>
                </a:lnTo>
                <a:lnTo>
                  <a:pt x="751840" y="31750"/>
                </a:lnTo>
                <a:lnTo>
                  <a:pt x="753122" y="31750"/>
                </a:lnTo>
                <a:lnTo>
                  <a:pt x="753122" y="30480"/>
                </a:lnTo>
                <a:lnTo>
                  <a:pt x="754392" y="30480"/>
                </a:lnTo>
                <a:lnTo>
                  <a:pt x="754392" y="29210"/>
                </a:lnTo>
                <a:close/>
              </a:path>
              <a:path w="782320" h="48260">
                <a:moveTo>
                  <a:pt x="756920" y="25400"/>
                </a:moveTo>
                <a:lnTo>
                  <a:pt x="15252" y="25400"/>
                </a:lnTo>
                <a:lnTo>
                  <a:pt x="15252" y="24130"/>
                </a:lnTo>
                <a:lnTo>
                  <a:pt x="13970" y="24130"/>
                </a:lnTo>
                <a:lnTo>
                  <a:pt x="13970" y="25400"/>
                </a:lnTo>
                <a:lnTo>
                  <a:pt x="12700" y="25400"/>
                </a:lnTo>
                <a:lnTo>
                  <a:pt x="12700" y="27940"/>
                </a:lnTo>
                <a:lnTo>
                  <a:pt x="754392" y="27940"/>
                </a:lnTo>
                <a:lnTo>
                  <a:pt x="754392" y="29210"/>
                </a:lnTo>
                <a:lnTo>
                  <a:pt x="755650" y="29210"/>
                </a:lnTo>
                <a:lnTo>
                  <a:pt x="755650" y="27940"/>
                </a:lnTo>
                <a:lnTo>
                  <a:pt x="756920" y="27940"/>
                </a:lnTo>
                <a:lnTo>
                  <a:pt x="756920" y="25400"/>
                </a:lnTo>
                <a:close/>
              </a:path>
              <a:path w="782320" h="48260">
                <a:moveTo>
                  <a:pt x="760742" y="22860"/>
                </a:moveTo>
                <a:lnTo>
                  <a:pt x="16522" y="22860"/>
                </a:lnTo>
                <a:lnTo>
                  <a:pt x="16522" y="21590"/>
                </a:lnTo>
                <a:lnTo>
                  <a:pt x="15252" y="21590"/>
                </a:lnTo>
                <a:lnTo>
                  <a:pt x="15252" y="22860"/>
                </a:lnTo>
                <a:lnTo>
                  <a:pt x="15252" y="24130"/>
                </a:lnTo>
                <a:lnTo>
                  <a:pt x="758190" y="24130"/>
                </a:lnTo>
                <a:lnTo>
                  <a:pt x="758190" y="25400"/>
                </a:lnTo>
                <a:lnTo>
                  <a:pt x="759472" y="25400"/>
                </a:lnTo>
                <a:lnTo>
                  <a:pt x="759472" y="24130"/>
                </a:lnTo>
                <a:lnTo>
                  <a:pt x="760742" y="24130"/>
                </a:lnTo>
                <a:lnTo>
                  <a:pt x="760742" y="22860"/>
                </a:lnTo>
                <a:close/>
              </a:path>
              <a:path w="782320" h="48260">
                <a:moveTo>
                  <a:pt x="763270" y="19050"/>
                </a:moveTo>
                <a:lnTo>
                  <a:pt x="19050" y="19050"/>
                </a:lnTo>
                <a:lnTo>
                  <a:pt x="19050" y="17780"/>
                </a:lnTo>
                <a:lnTo>
                  <a:pt x="17792" y="17780"/>
                </a:lnTo>
                <a:lnTo>
                  <a:pt x="17792" y="19050"/>
                </a:lnTo>
                <a:lnTo>
                  <a:pt x="16522" y="19050"/>
                </a:lnTo>
                <a:lnTo>
                  <a:pt x="16522" y="21590"/>
                </a:lnTo>
                <a:lnTo>
                  <a:pt x="760742" y="21590"/>
                </a:lnTo>
                <a:lnTo>
                  <a:pt x="760742" y="22860"/>
                </a:lnTo>
                <a:lnTo>
                  <a:pt x="762000" y="22860"/>
                </a:lnTo>
                <a:lnTo>
                  <a:pt x="762000" y="21590"/>
                </a:lnTo>
                <a:lnTo>
                  <a:pt x="763270" y="21590"/>
                </a:lnTo>
                <a:lnTo>
                  <a:pt x="763270" y="19050"/>
                </a:lnTo>
                <a:close/>
              </a:path>
              <a:path w="782320" h="48260">
                <a:moveTo>
                  <a:pt x="767092" y="16510"/>
                </a:moveTo>
                <a:lnTo>
                  <a:pt x="20320" y="16510"/>
                </a:lnTo>
                <a:lnTo>
                  <a:pt x="20320" y="15240"/>
                </a:lnTo>
                <a:lnTo>
                  <a:pt x="19050" y="15240"/>
                </a:lnTo>
                <a:lnTo>
                  <a:pt x="19050" y="16510"/>
                </a:lnTo>
                <a:lnTo>
                  <a:pt x="19050" y="17780"/>
                </a:lnTo>
                <a:lnTo>
                  <a:pt x="764540" y="17780"/>
                </a:lnTo>
                <a:lnTo>
                  <a:pt x="764540" y="19050"/>
                </a:lnTo>
                <a:lnTo>
                  <a:pt x="765822" y="19050"/>
                </a:lnTo>
                <a:lnTo>
                  <a:pt x="765822" y="17780"/>
                </a:lnTo>
                <a:lnTo>
                  <a:pt x="767092" y="17780"/>
                </a:lnTo>
                <a:lnTo>
                  <a:pt x="767092" y="16510"/>
                </a:lnTo>
                <a:close/>
              </a:path>
              <a:path w="782320" h="48260">
                <a:moveTo>
                  <a:pt x="769620" y="12700"/>
                </a:moveTo>
                <a:lnTo>
                  <a:pt x="20320" y="12700"/>
                </a:lnTo>
                <a:lnTo>
                  <a:pt x="20320" y="15240"/>
                </a:lnTo>
                <a:lnTo>
                  <a:pt x="767092" y="15240"/>
                </a:lnTo>
                <a:lnTo>
                  <a:pt x="767092" y="16510"/>
                </a:lnTo>
                <a:lnTo>
                  <a:pt x="768350" y="16510"/>
                </a:lnTo>
                <a:lnTo>
                  <a:pt x="768350" y="15240"/>
                </a:lnTo>
                <a:lnTo>
                  <a:pt x="769620" y="15240"/>
                </a:lnTo>
                <a:lnTo>
                  <a:pt x="769620" y="12700"/>
                </a:lnTo>
                <a:close/>
              </a:path>
              <a:path w="782320" h="48260">
                <a:moveTo>
                  <a:pt x="773442" y="10160"/>
                </a:moveTo>
                <a:lnTo>
                  <a:pt x="21602" y="10160"/>
                </a:lnTo>
                <a:lnTo>
                  <a:pt x="21602" y="11430"/>
                </a:lnTo>
                <a:lnTo>
                  <a:pt x="770890" y="11430"/>
                </a:lnTo>
                <a:lnTo>
                  <a:pt x="770890" y="12700"/>
                </a:lnTo>
                <a:lnTo>
                  <a:pt x="772172" y="12700"/>
                </a:lnTo>
                <a:lnTo>
                  <a:pt x="772172" y="11430"/>
                </a:lnTo>
                <a:lnTo>
                  <a:pt x="773442" y="11430"/>
                </a:lnTo>
                <a:lnTo>
                  <a:pt x="773442" y="10160"/>
                </a:lnTo>
                <a:close/>
              </a:path>
              <a:path w="782320" h="48260">
                <a:moveTo>
                  <a:pt x="775970" y="6350"/>
                </a:moveTo>
                <a:lnTo>
                  <a:pt x="21602" y="6350"/>
                </a:lnTo>
                <a:lnTo>
                  <a:pt x="21602" y="8890"/>
                </a:lnTo>
                <a:lnTo>
                  <a:pt x="773442" y="8890"/>
                </a:lnTo>
                <a:lnTo>
                  <a:pt x="773442" y="10160"/>
                </a:lnTo>
                <a:lnTo>
                  <a:pt x="774700" y="10160"/>
                </a:lnTo>
                <a:lnTo>
                  <a:pt x="774700" y="8890"/>
                </a:lnTo>
                <a:lnTo>
                  <a:pt x="775970" y="8890"/>
                </a:lnTo>
                <a:lnTo>
                  <a:pt x="775970" y="6350"/>
                </a:lnTo>
                <a:close/>
              </a:path>
              <a:path w="782320" h="48260">
                <a:moveTo>
                  <a:pt x="779792" y="3810"/>
                </a:moveTo>
                <a:lnTo>
                  <a:pt x="21602" y="3810"/>
                </a:lnTo>
                <a:lnTo>
                  <a:pt x="21602" y="5080"/>
                </a:lnTo>
                <a:lnTo>
                  <a:pt x="777240" y="5080"/>
                </a:lnTo>
                <a:lnTo>
                  <a:pt x="777240" y="6350"/>
                </a:lnTo>
                <a:lnTo>
                  <a:pt x="778522" y="6350"/>
                </a:lnTo>
                <a:lnTo>
                  <a:pt x="778522" y="5080"/>
                </a:lnTo>
                <a:lnTo>
                  <a:pt x="779792" y="5080"/>
                </a:lnTo>
                <a:lnTo>
                  <a:pt x="779792" y="3810"/>
                </a:lnTo>
                <a:close/>
              </a:path>
              <a:path w="782320" h="48260">
                <a:moveTo>
                  <a:pt x="782320" y="0"/>
                </a:moveTo>
                <a:lnTo>
                  <a:pt x="21602" y="0"/>
                </a:lnTo>
                <a:lnTo>
                  <a:pt x="21602" y="2540"/>
                </a:lnTo>
                <a:lnTo>
                  <a:pt x="779792" y="2540"/>
                </a:lnTo>
                <a:lnTo>
                  <a:pt x="779792" y="3810"/>
                </a:lnTo>
                <a:lnTo>
                  <a:pt x="781050" y="3810"/>
                </a:lnTo>
                <a:lnTo>
                  <a:pt x="781050" y="2540"/>
                </a:lnTo>
                <a:lnTo>
                  <a:pt x="782320" y="2540"/>
                </a:lnTo>
                <a:lnTo>
                  <a:pt x="782320" y="0"/>
                </a:lnTo>
                <a:close/>
              </a:path>
            </a:pathLst>
          </a:custGeom>
          <a:solidFill>
            <a:srgbClr val="A3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7854925" y="2490469"/>
            <a:ext cx="136525" cy="46355"/>
          </a:xfrm>
          <a:custGeom>
            <a:avLst/>
            <a:gdLst/>
            <a:ahLst/>
            <a:cxnLst/>
            <a:rect l="l" t="t" r="r" b="b"/>
            <a:pathLst>
              <a:path w="136525" h="46355">
                <a:moveTo>
                  <a:pt x="1282" y="0"/>
                </a:moveTo>
                <a:lnTo>
                  <a:pt x="0" y="0"/>
                </a:lnTo>
                <a:lnTo>
                  <a:pt x="0" y="1270"/>
                </a:lnTo>
                <a:lnTo>
                  <a:pt x="1282" y="1270"/>
                </a:lnTo>
                <a:lnTo>
                  <a:pt x="1282" y="0"/>
                </a:lnTo>
                <a:close/>
              </a:path>
              <a:path w="136525" h="46355">
                <a:moveTo>
                  <a:pt x="110502" y="1282"/>
                </a:moveTo>
                <a:lnTo>
                  <a:pt x="1282" y="1282"/>
                </a:lnTo>
                <a:lnTo>
                  <a:pt x="1282" y="2552"/>
                </a:lnTo>
                <a:lnTo>
                  <a:pt x="2552" y="2552"/>
                </a:lnTo>
                <a:lnTo>
                  <a:pt x="2552" y="3822"/>
                </a:lnTo>
                <a:lnTo>
                  <a:pt x="3797" y="3822"/>
                </a:lnTo>
                <a:lnTo>
                  <a:pt x="3797" y="2552"/>
                </a:lnTo>
                <a:lnTo>
                  <a:pt x="110502" y="2552"/>
                </a:lnTo>
                <a:lnTo>
                  <a:pt x="110502" y="1282"/>
                </a:lnTo>
                <a:close/>
              </a:path>
              <a:path w="136525" h="46355">
                <a:moveTo>
                  <a:pt x="113030" y="3810"/>
                </a:moveTo>
                <a:lnTo>
                  <a:pt x="5080" y="3810"/>
                </a:lnTo>
                <a:lnTo>
                  <a:pt x="5080" y="6350"/>
                </a:lnTo>
                <a:lnTo>
                  <a:pt x="113030" y="6350"/>
                </a:lnTo>
                <a:lnTo>
                  <a:pt x="113030" y="3810"/>
                </a:lnTo>
                <a:close/>
              </a:path>
              <a:path w="136525" h="46355">
                <a:moveTo>
                  <a:pt x="114300" y="7632"/>
                </a:moveTo>
                <a:lnTo>
                  <a:pt x="6350" y="7632"/>
                </a:lnTo>
                <a:lnTo>
                  <a:pt x="6350" y="8902"/>
                </a:lnTo>
                <a:lnTo>
                  <a:pt x="7632" y="8902"/>
                </a:lnTo>
                <a:lnTo>
                  <a:pt x="7632" y="10172"/>
                </a:lnTo>
                <a:lnTo>
                  <a:pt x="8902" y="10172"/>
                </a:lnTo>
                <a:lnTo>
                  <a:pt x="8902" y="8902"/>
                </a:lnTo>
                <a:lnTo>
                  <a:pt x="114300" y="8902"/>
                </a:lnTo>
                <a:lnTo>
                  <a:pt x="114300" y="7632"/>
                </a:lnTo>
                <a:close/>
              </a:path>
              <a:path w="136525" h="46355">
                <a:moveTo>
                  <a:pt x="116827" y="10172"/>
                </a:moveTo>
                <a:lnTo>
                  <a:pt x="10147" y="10172"/>
                </a:lnTo>
                <a:lnTo>
                  <a:pt x="10147" y="12712"/>
                </a:lnTo>
                <a:lnTo>
                  <a:pt x="10147" y="13982"/>
                </a:lnTo>
                <a:lnTo>
                  <a:pt x="11430" y="13982"/>
                </a:lnTo>
                <a:lnTo>
                  <a:pt x="11430" y="12712"/>
                </a:lnTo>
                <a:lnTo>
                  <a:pt x="116827" y="12712"/>
                </a:lnTo>
                <a:lnTo>
                  <a:pt x="116827" y="10172"/>
                </a:lnTo>
                <a:close/>
              </a:path>
              <a:path w="136525" h="46355">
                <a:moveTo>
                  <a:pt x="118097" y="12712"/>
                </a:moveTo>
                <a:lnTo>
                  <a:pt x="116827" y="12712"/>
                </a:lnTo>
                <a:lnTo>
                  <a:pt x="116827" y="13982"/>
                </a:lnTo>
                <a:lnTo>
                  <a:pt x="11430" y="13982"/>
                </a:lnTo>
                <a:lnTo>
                  <a:pt x="11430" y="15252"/>
                </a:lnTo>
                <a:lnTo>
                  <a:pt x="11430" y="16522"/>
                </a:lnTo>
                <a:lnTo>
                  <a:pt x="12700" y="16522"/>
                </a:lnTo>
                <a:lnTo>
                  <a:pt x="12700" y="15252"/>
                </a:lnTo>
                <a:lnTo>
                  <a:pt x="118097" y="15252"/>
                </a:lnTo>
                <a:lnTo>
                  <a:pt x="118097" y="13982"/>
                </a:lnTo>
                <a:lnTo>
                  <a:pt x="118097" y="12712"/>
                </a:lnTo>
                <a:close/>
              </a:path>
              <a:path w="136525" h="46355">
                <a:moveTo>
                  <a:pt x="119380" y="15252"/>
                </a:moveTo>
                <a:lnTo>
                  <a:pt x="118097" y="15252"/>
                </a:lnTo>
                <a:lnTo>
                  <a:pt x="118097" y="16522"/>
                </a:lnTo>
                <a:lnTo>
                  <a:pt x="12700" y="16522"/>
                </a:lnTo>
                <a:lnTo>
                  <a:pt x="12700" y="19062"/>
                </a:lnTo>
                <a:lnTo>
                  <a:pt x="119380" y="19062"/>
                </a:lnTo>
                <a:lnTo>
                  <a:pt x="119380" y="16522"/>
                </a:lnTo>
                <a:lnTo>
                  <a:pt x="119380" y="15252"/>
                </a:lnTo>
                <a:close/>
              </a:path>
              <a:path w="136525" h="46355">
                <a:moveTo>
                  <a:pt x="121932" y="19062"/>
                </a:moveTo>
                <a:lnTo>
                  <a:pt x="120650" y="19062"/>
                </a:lnTo>
                <a:lnTo>
                  <a:pt x="120650" y="20332"/>
                </a:lnTo>
                <a:lnTo>
                  <a:pt x="13982" y="20332"/>
                </a:lnTo>
                <a:lnTo>
                  <a:pt x="13982" y="21602"/>
                </a:lnTo>
                <a:lnTo>
                  <a:pt x="121932" y="21602"/>
                </a:lnTo>
                <a:lnTo>
                  <a:pt x="121932" y="20332"/>
                </a:lnTo>
                <a:lnTo>
                  <a:pt x="121932" y="19062"/>
                </a:lnTo>
                <a:close/>
              </a:path>
              <a:path w="136525" h="46355">
                <a:moveTo>
                  <a:pt x="123190" y="21602"/>
                </a:moveTo>
                <a:lnTo>
                  <a:pt x="121932" y="21602"/>
                </a:lnTo>
                <a:lnTo>
                  <a:pt x="121932" y="22872"/>
                </a:lnTo>
                <a:lnTo>
                  <a:pt x="16497" y="22872"/>
                </a:lnTo>
                <a:lnTo>
                  <a:pt x="16497" y="25412"/>
                </a:lnTo>
                <a:lnTo>
                  <a:pt x="16497" y="26682"/>
                </a:lnTo>
                <a:lnTo>
                  <a:pt x="17780" y="26682"/>
                </a:lnTo>
                <a:lnTo>
                  <a:pt x="17780" y="25412"/>
                </a:lnTo>
                <a:lnTo>
                  <a:pt x="123177" y="25412"/>
                </a:lnTo>
                <a:lnTo>
                  <a:pt x="123177" y="22872"/>
                </a:lnTo>
                <a:lnTo>
                  <a:pt x="123190" y="21602"/>
                </a:lnTo>
                <a:close/>
              </a:path>
              <a:path w="136525" h="46355">
                <a:moveTo>
                  <a:pt x="124447" y="26682"/>
                </a:moveTo>
                <a:lnTo>
                  <a:pt x="17780" y="26682"/>
                </a:lnTo>
                <a:lnTo>
                  <a:pt x="17780" y="27952"/>
                </a:lnTo>
                <a:lnTo>
                  <a:pt x="17780" y="29222"/>
                </a:lnTo>
                <a:lnTo>
                  <a:pt x="19050" y="29222"/>
                </a:lnTo>
                <a:lnTo>
                  <a:pt x="19050" y="27952"/>
                </a:lnTo>
                <a:lnTo>
                  <a:pt x="124447" y="27952"/>
                </a:lnTo>
                <a:lnTo>
                  <a:pt x="124447" y="26682"/>
                </a:lnTo>
                <a:close/>
              </a:path>
              <a:path w="136525" h="46355">
                <a:moveTo>
                  <a:pt x="127000" y="29222"/>
                </a:moveTo>
                <a:lnTo>
                  <a:pt x="20332" y="29222"/>
                </a:lnTo>
                <a:lnTo>
                  <a:pt x="20332" y="31762"/>
                </a:lnTo>
                <a:lnTo>
                  <a:pt x="21602" y="31762"/>
                </a:lnTo>
                <a:lnTo>
                  <a:pt x="21602" y="33032"/>
                </a:lnTo>
                <a:lnTo>
                  <a:pt x="22847" y="33032"/>
                </a:lnTo>
                <a:lnTo>
                  <a:pt x="22847" y="31762"/>
                </a:lnTo>
                <a:lnTo>
                  <a:pt x="127000" y="31762"/>
                </a:lnTo>
                <a:lnTo>
                  <a:pt x="127000" y="29222"/>
                </a:lnTo>
                <a:close/>
              </a:path>
              <a:path w="136525" h="46355">
                <a:moveTo>
                  <a:pt x="128257" y="33032"/>
                </a:moveTo>
                <a:lnTo>
                  <a:pt x="22847" y="33032"/>
                </a:lnTo>
                <a:lnTo>
                  <a:pt x="22847" y="34277"/>
                </a:lnTo>
                <a:lnTo>
                  <a:pt x="128257" y="34277"/>
                </a:lnTo>
                <a:lnTo>
                  <a:pt x="128257" y="33032"/>
                </a:lnTo>
                <a:close/>
              </a:path>
              <a:path w="136525" h="46355">
                <a:moveTo>
                  <a:pt x="130797" y="35572"/>
                </a:moveTo>
                <a:lnTo>
                  <a:pt x="25400" y="35572"/>
                </a:lnTo>
                <a:lnTo>
                  <a:pt x="25400" y="38112"/>
                </a:lnTo>
                <a:lnTo>
                  <a:pt x="26682" y="38112"/>
                </a:lnTo>
                <a:lnTo>
                  <a:pt x="26682" y="39382"/>
                </a:lnTo>
                <a:lnTo>
                  <a:pt x="27952" y="39382"/>
                </a:lnTo>
                <a:lnTo>
                  <a:pt x="27952" y="38112"/>
                </a:lnTo>
                <a:lnTo>
                  <a:pt x="130797" y="38112"/>
                </a:lnTo>
                <a:lnTo>
                  <a:pt x="130797" y="35572"/>
                </a:lnTo>
                <a:close/>
              </a:path>
              <a:path w="136525" h="46355">
                <a:moveTo>
                  <a:pt x="132080" y="38112"/>
                </a:moveTo>
                <a:lnTo>
                  <a:pt x="130797" y="38112"/>
                </a:lnTo>
                <a:lnTo>
                  <a:pt x="130797" y="39382"/>
                </a:lnTo>
                <a:lnTo>
                  <a:pt x="27952" y="39382"/>
                </a:lnTo>
                <a:lnTo>
                  <a:pt x="27952" y="40652"/>
                </a:lnTo>
                <a:lnTo>
                  <a:pt x="132080" y="40652"/>
                </a:lnTo>
                <a:lnTo>
                  <a:pt x="132080" y="39382"/>
                </a:lnTo>
                <a:lnTo>
                  <a:pt x="132080" y="38112"/>
                </a:lnTo>
                <a:close/>
              </a:path>
              <a:path w="136525" h="46355">
                <a:moveTo>
                  <a:pt x="135902" y="44450"/>
                </a:moveTo>
                <a:lnTo>
                  <a:pt x="134632" y="44450"/>
                </a:lnTo>
                <a:lnTo>
                  <a:pt x="134632" y="41922"/>
                </a:lnTo>
                <a:lnTo>
                  <a:pt x="133350" y="41922"/>
                </a:lnTo>
                <a:lnTo>
                  <a:pt x="133350" y="40652"/>
                </a:lnTo>
                <a:lnTo>
                  <a:pt x="132080" y="40652"/>
                </a:lnTo>
                <a:lnTo>
                  <a:pt x="132080" y="41922"/>
                </a:lnTo>
                <a:lnTo>
                  <a:pt x="30480" y="41922"/>
                </a:lnTo>
                <a:lnTo>
                  <a:pt x="30480" y="44462"/>
                </a:lnTo>
                <a:lnTo>
                  <a:pt x="30480" y="45732"/>
                </a:lnTo>
                <a:lnTo>
                  <a:pt x="31750" y="45732"/>
                </a:lnTo>
                <a:lnTo>
                  <a:pt x="31750" y="44462"/>
                </a:lnTo>
                <a:lnTo>
                  <a:pt x="134632" y="44462"/>
                </a:lnTo>
                <a:lnTo>
                  <a:pt x="134632" y="45732"/>
                </a:lnTo>
                <a:lnTo>
                  <a:pt x="135902" y="45732"/>
                </a:lnTo>
                <a:lnTo>
                  <a:pt x="135902" y="44450"/>
                </a:lnTo>
                <a:close/>
              </a:path>
            </a:pathLst>
          </a:custGeom>
          <a:solidFill>
            <a:srgbClr val="A3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6337287" y="2454909"/>
            <a:ext cx="793750" cy="33655"/>
          </a:xfrm>
          <a:custGeom>
            <a:avLst/>
            <a:gdLst/>
            <a:ahLst/>
            <a:cxnLst/>
            <a:rect l="l" t="t" r="r" b="b"/>
            <a:pathLst>
              <a:path w="793750" h="33655">
                <a:moveTo>
                  <a:pt x="764540" y="30492"/>
                </a:moveTo>
                <a:lnTo>
                  <a:pt x="0" y="30492"/>
                </a:lnTo>
                <a:lnTo>
                  <a:pt x="0" y="31762"/>
                </a:lnTo>
                <a:lnTo>
                  <a:pt x="761987" y="31762"/>
                </a:lnTo>
                <a:lnTo>
                  <a:pt x="761987" y="33032"/>
                </a:lnTo>
                <a:lnTo>
                  <a:pt x="763270" y="33032"/>
                </a:lnTo>
                <a:lnTo>
                  <a:pt x="763270" y="31762"/>
                </a:lnTo>
                <a:lnTo>
                  <a:pt x="764540" y="31762"/>
                </a:lnTo>
                <a:lnTo>
                  <a:pt x="764540" y="30492"/>
                </a:lnTo>
                <a:close/>
              </a:path>
              <a:path w="793750" h="33655">
                <a:moveTo>
                  <a:pt x="767067" y="26682"/>
                </a:moveTo>
                <a:lnTo>
                  <a:pt x="0" y="26682"/>
                </a:lnTo>
                <a:lnTo>
                  <a:pt x="0" y="29222"/>
                </a:lnTo>
                <a:lnTo>
                  <a:pt x="764540" y="29222"/>
                </a:lnTo>
                <a:lnTo>
                  <a:pt x="764540" y="30492"/>
                </a:lnTo>
                <a:lnTo>
                  <a:pt x="765797" y="30492"/>
                </a:lnTo>
                <a:lnTo>
                  <a:pt x="765797" y="29222"/>
                </a:lnTo>
                <a:lnTo>
                  <a:pt x="767067" y="29222"/>
                </a:lnTo>
                <a:lnTo>
                  <a:pt x="767067" y="26682"/>
                </a:lnTo>
                <a:close/>
              </a:path>
              <a:path w="793750" h="33655">
                <a:moveTo>
                  <a:pt x="769620" y="24142"/>
                </a:moveTo>
                <a:lnTo>
                  <a:pt x="0" y="24142"/>
                </a:lnTo>
                <a:lnTo>
                  <a:pt x="0" y="25412"/>
                </a:lnTo>
                <a:lnTo>
                  <a:pt x="768337" y="25412"/>
                </a:lnTo>
                <a:lnTo>
                  <a:pt x="768337" y="26682"/>
                </a:lnTo>
                <a:lnTo>
                  <a:pt x="769620" y="26682"/>
                </a:lnTo>
                <a:lnTo>
                  <a:pt x="769620" y="25412"/>
                </a:lnTo>
                <a:lnTo>
                  <a:pt x="769620" y="24142"/>
                </a:lnTo>
                <a:close/>
              </a:path>
              <a:path w="793750" h="33655">
                <a:moveTo>
                  <a:pt x="772147" y="20332"/>
                </a:moveTo>
                <a:lnTo>
                  <a:pt x="0" y="20332"/>
                </a:lnTo>
                <a:lnTo>
                  <a:pt x="0" y="22872"/>
                </a:lnTo>
                <a:lnTo>
                  <a:pt x="769620" y="22872"/>
                </a:lnTo>
                <a:lnTo>
                  <a:pt x="769620" y="24142"/>
                </a:lnTo>
                <a:lnTo>
                  <a:pt x="770890" y="24142"/>
                </a:lnTo>
                <a:lnTo>
                  <a:pt x="770890" y="22872"/>
                </a:lnTo>
                <a:lnTo>
                  <a:pt x="772147" y="22872"/>
                </a:lnTo>
                <a:lnTo>
                  <a:pt x="772147" y="20332"/>
                </a:lnTo>
                <a:close/>
              </a:path>
              <a:path w="793750" h="33655">
                <a:moveTo>
                  <a:pt x="775970" y="17792"/>
                </a:moveTo>
                <a:lnTo>
                  <a:pt x="0" y="17792"/>
                </a:lnTo>
                <a:lnTo>
                  <a:pt x="0" y="19062"/>
                </a:lnTo>
                <a:lnTo>
                  <a:pt x="773417" y="19062"/>
                </a:lnTo>
                <a:lnTo>
                  <a:pt x="773417" y="20332"/>
                </a:lnTo>
                <a:lnTo>
                  <a:pt x="774687" y="20332"/>
                </a:lnTo>
                <a:lnTo>
                  <a:pt x="774687" y="19062"/>
                </a:lnTo>
                <a:lnTo>
                  <a:pt x="775970" y="19062"/>
                </a:lnTo>
                <a:lnTo>
                  <a:pt x="775970" y="17792"/>
                </a:lnTo>
                <a:close/>
              </a:path>
              <a:path w="793750" h="33655">
                <a:moveTo>
                  <a:pt x="778497" y="13982"/>
                </a:moveTo>
                <a:lnTo>
                  <a:pt x="0" y="13982"/>
                </a:lnTo>
                <a:lnTo>
                  <a:pt x="0" y="16522"/>
                </a:lnTo>
                <a:lnTo>
                  <a:pt x="775970" y="16522"/>
                </a:lnTo>
                <a:lnTo>
                  <a:pt x="775970" y="17792"/>
                </a:lnTo>
                <a:lnTo>
                  <a:pt x="777240" y="17792"/>
                </a:lnTo>
                <a:lnTo>
                  <a:pt x="777240" y="16522"/>
                </a:lnTo>
                <a:lnTo>
                  <a:pt x="778497" y="16522"/>
                </a:lnTo>
                <a:lnTo>
                  <a:pt x="778497" y="13982"/>
                </a:lnTo>
                <a:close/>
              </a:path>
              <a:path w="793750" h="33655">
                <a:moveTo>
                  <a:pt x="782320" y="11442"/>
                </a:moveTo>
                <a:lnTo>
                  <a:pt x="0" y="11442"/>
                </a:lnTo>
                <a:lnTo>
                  <a:pt x="0" y="12712"/>
                </a:lnTo>
                <a:lnTo>
                  <a:pt x="779767" y="12712"/>
                </a:lnTo>
                <a:lnTo>
                  <a:pt x="779767" y="13982"/>
                </a:lnTo>
                <a:lnTo>
                  <a:pt x="781037" y="13982"/>
                </a:lnTo>
                <a:lnTo>
                  <a:pt x="781037" y="12712"/>
                </a:lnTo>
                <a:lnTo>
                  <a:pt x="782320" y="12712"/>
                </a:lnTo>
                <a:lnTo>
                  <a:pt x="782320" y="11442"/>
                </a:lnTo>
                <a:close/>
              </a:path>
              <a:path w="793750" h="33655">
                <a:moveTo>
                  <a:pt x="784847" y="7632"/>
                </a:moveTo>
                <a:lnTo>
                  <a:pt x="0" y="7632"/>
                </a:lnTo>
                <a:lnTo>
                  <a:pt x="0" y="10172"/>
                </a:lnTo>
                <a:lnTo>
                  <a:pt x="782320" y="10172"/>
                </a:lnTo>
                <a:lnTo>
                  <a:pt x="782320" y="11442"/>
                </a:lnTo>
                <a:lnTo>
                  <a:pt x="783590" y="11442"/>
                </a:lnTo>
                <a:lnTo>
                  <a:pt x="783590" y="10172"/>
                </a:lnTo>
                <a:lnTo>
                  <a:pt x="784847" y="10172"/>
                </a:lnTo>
                <a:lnTo>
                  <a:pt x="784847" y="7632"/>
                </a:lnTo>
                <a:close/>
              </a:path>
              <a:path w="793750" h="33655">
                <a:moveTo>
                  <a:pt x="788670" y="5092"/>
                </a:moveTo>
                <a:lnTo>
                  <a:pt x="0" y="5092"/>
                </a:lnTo>
                <a:lnTo>
                  <a:pt x="0" y="6362"/>
                </a:lnTo>
                <a:lnTo>
                  <a:pt x="786117" y="6362"/>
                </a:lnTo>
                <a:lnTo>
                  <a:pt x="786117" y="7632"/>
                </a:lnTo>
                <a:lnTo>
                  <a:pt x="787387" y="7632"/>
                </a:lnTo>
                <a:lnTo>
                  <a:pt x="787387" y="6362"/>
                </a:lnTo>
                <a:lnTo>
                  <a:pt x="788670" y="6362"/>
                </a:lnTo>
                <a:lnTo>
                  <a:pt x="788670" y="5092"/>
                </a:lnTo>
                <a:close/>
              </a:path>
              <a:path w="793750" h="33655">
                <a:moveTo>
                  <a:pt x="791197" y="1282"/>
                </a:moveTo>
                <a:lnTo>
                  <a:pt x="0" y="1282"/>
                </a:lnTo>
                <a:lnTo>
                  <a:pt x="0" y="3822"/>
                </a:lnTo>
                <a:lnTo>
                  <a:pt x="788670" y="3822"/>
                </a:lnTo>
                <a:lnTo>
                  <a:pt x="788670" y="5092"/>
                </a:lnTo>
                <a:lnTo>
                  <a:pt x="789940" y="5092"/>
                </a:lnTo>
                <a:lnTo>
                  <a:pt x="789940" y="3822"/>
                </a:lnTo>
                <a:lnTo>
                  <a:pt x="791197" y="3822"/>
                </a:lnTo>
                <a:lnTo>
                  <a:pt x="791197" y="1282"/>
                </a:lnTo>
                <a:close/>
              </a:path>
              <a:path w="793750" h="33655">
                <a:moveTo>
                  <a:pt x="793737" y="0"/>
                </a:moveTo>
                <a:lnTo>
                  <a:pt x="792467" y="0"/>
                </a:lnTo>
                <a:lnTo>
                  <a:pt x="792467" y="1270"/>
                </a:lnTo>
                <a:lnTo>
                  <a:pt x="793737" y="1270"/>
                </a:lnTo>
                <a:lnTo>
                  <a:pt x="793737" y="0"/>
                </a:lnTo>
                <a:close/>
              </a:path>
            </a:pathLst>
          </a:custGeom>
          <a:solidFill>
            <a:srgbClr val="A3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7828259" y="2454905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74" y="1269"/>
                </a:moveTo>
                <a:lnTo>
                  <a:pt x="0" y="1269"/>
                </a:lnTo>
                <a:lnTo>
                  <a:pt x="0" y="0"/>
                </a:lnTo>
                <a:lnTo>
                  <a:pt x="1274" y="0"/>
                </a:lnTo>
                <a:lnTo>
                  <a:pt x="1274" y="1269"/>
                </a:lnTo>
                <a:close/>
              </a:path>
            </a:pathLst>
          </a:custGeom>
          <a:solidFill>
            <a:srgbClr val="A3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7829525" y="2454922"/>
            <a:ext cx="135255" cy="36830"/>
          </a:xfrm>
          <a:custGeom>
            <a:avLst/>
            <a:gdLst/>
            <a:ahLst/>
            <a:cxnLst/>
            <a:rect l="l" t="t" r="r" b="b"/>
            <a:pathLst>
              <a:path w="135254" h="36830">
                <a:moveTo>
                  <a:pt x="116852" y="0"/>
                </a:moveTo>
                <a:lnTo>
                  <a:pt x="115582" y="0"/>
                </a:lnTo>
                <a:lnTo>
                  <a:pt x="115582" y="1270"/>
                </a:lnTo>
                <a:lnTo>
                  <a:pt x="0" y="1270"/>
                </a:lnTo>
                <a:lnTo>
                  <a:pt x="0" y="3810"/>
                </a:lnTo>
                <a:lnTo>
                  <a:pt x="116852" y="3810"/>
                </a:lnTo>
                <a:lnTo>
                  <a:pt x="116852" y="1270"/>
                </a:lnTo>
                <a:lnTo>
                  <a:pt x="116852" y="0"/>
                </a:lnTo>
                <a:close/>
              </a:path>
              <a:path w="135254" h="36830">
                <a:moveTo>
                  <a:pt x="118097" y="5067"/>
                </a:moveTo>
                <a:lnTo>
                  <a:pt x="1282" y="5067"/>
                </a:lnTo>
                <a:lnTo>
                  <a:pt x="1282" y="6337"/>
                </a:lnTo>
                <a:lnTo>
                  <a:pt x="118097" y="6337"/>
                </a:lnTo>
                <a:lnTo>
                  <a:pt x="118097" y="5067"/>
                </a:lnTo>
                <a:close/>
              </a:path>
              <a:path w="135254" h="36830">
                <a:moveTo>
                  <a:pt x="120650" y="6350"/>
                </a:moveTo>
                <a:lnTo>
                  <a:pt x="119380" y="6350"/>
                </a:lnTo>
                <a:lnTo>
                  <a:pt x="119380" y="7620"/>
                </a:lnTo>
                <a:lnTo>
                  <a:pt x="3797" y="7620"/>
                </a:lnTo>
                <a:lnTo>
                  <a:pt x="3797" y="10160"/>
                </a:lnTo>
                <a:lnTo>
                  <a:pt x="5080" y="10160"/>
                </a:lnTo>
                <a:lnTo>
                  <a:pt x="5080" y="11430"/>
                </a:lnTo>
                <a:lnTo>
                  <a:pt x="6350" y="11430"/>
                </a:lnTo>
                <a:lnTo>
                  <a:pt x="6350" y="10160"/>
                </a:lnTo>
                <a:lnTo>
                  <a:pt x="120650" y="10160"/>
                </a:lnTo>
                <a:lnTo>
                  <a:pt x="120650" y="7620"/>
                </a:lnTo>
                <a:lnTo>
                  <a:pt x="120650" y="6350"/>
                </a:lnTo>
                <a:close/>
              </a:path>
              <a:path w="135254" h="36830">
                <a:moveTo>
                  <a:pt x="121932" y="11430"/>
                </a:moveTo>
                <a:lnTo>
                  <a:pt x="6350" y="11430"/>
                </a:lnTo>
                <a:lnTo>
                  <a:pt x="6350" y="12700"/>
                </a:lnTo>
                <a:lnTo>
                  <a:pt x="6350" y="13970"/>
                </a:lnTo>
                <a:lnTo>
                  <a:pt x="7632" y="13970"/>
                </a:lnTo>
                <a:lnTo>
                  <a:pt x="7632" y="12700"/>
                </a:lnTo>
                <a:lnTo>
                  <a:pt x="121932" y="12700"/>
                </a:lnTo>
                <a:lnTo>
                  <a:pt x="121932" y="11430"/>
                </a:lnTo>
                <a:close/>
              </a:path>
              <a:path w="135254" h="36830">
                <a:moveTo>
                  <a:pt x="124447" y="13970"/>
                </a:moveTo>
                <a:lnTo>
                  <a:pt x="8902" y="13970"/>
                </a:lnTo>
                <a:lnTo>
                  <a:pt x="8902" y="16510"/>
                </a:lnTo>
                <a:lnTo>
                  <a:pt x="10147" y="16510"/>
                </a:lnTo>
                <a:lnTo>
                  <a:pt x="10147" y="17780"/>
                </a:lnTo>
                <a:lnTo>
                  <a:pt x="11430" y="17780"/>
                </a:lnTo>
                <a:lnTo>
                  <a:pt x="11430" y="16510"/>
                </a:lnTo>
                <a:lnTo>
                  <a:pt x="124447" y="16510"/>
                </a:lnTo>
                <a:lnTo>
                  <a:pt x="124447" y="13970"/>
                </a:lnTo>
                <a:close/>
              </a:path>
              <a:path w="135254" h="36830">
                <a:moveTo>
                  <a:pt x="125730" y="16510"/>
                </a:moveTo>
                <a:lnTo>
                  <a:pt x="124447" y="16510"/>
                </a:lnTo>
                <a:lnTo>
                  <a:pt x="124447" y="17780"/>
                </a:lnTo>
                <a:lnTo>
                  <a:pt x="11430" y="17780"/>
                </a:lnTo>
                <a:lnTo>
                  <a:pt x="11430" y="19050"/>
                </a:lnTo>
                <a:lnTo>
                  <a:pt x="125730" y="19050"/>
                </a:lnTo>
                <a:lnTo>
                  <a:pt x="125730" y="17780"/>
                </a:lnTo>
                <a:lnTo>
                  <a:pt x="125730" y="16510"/>
                </a:lnTo>
                <a:close/>
              </a:path>
              <a:path w="135254" h="36830">
                <a:moveTo>
                  <a:pt x="128282" y="20320"/>
                </a:moveTo>
                <a:lnTo>
                  <a:pt x="13982" y="20320"/>
                </a:lnTo>
                <a:lnTo>
                  <a:pt x="13982" y="22860"/>
                </a:lnTo>
                <a:lnTo>
                  <a:pt x="15252" y="22860"/>
                </a:lnTo>
                <a:lnTo>
                  <a:pt x="15252" y="24130"/>
                </a:lnTo>
                <a:lnTo>
                  <a:pt x="16497" y="24130"/>
                </a:lnTo>
                <a:lnTo>
                  <a:pt x="16497" y="22860"/>
                </a:lnTo>
                <a:lnTo>
                  <a:pt x="128282" y="22860"/>
                </a:lnTo>
                <a:lnTo>
                  <a:pt x="128282" y="20320"/>
                </a:lnTo>
                <a:close/>
              </a:path>
              <a:path w="135254" h="36830">
                <a:moveTo>
                  <a:pt x="129527" y="22860"/>
                </a:moveTo>
                <a:lnTo>
                  <a:pt x="128282" y="22860"/>
                </a:lnTo>
                <a:lnTo>
                  <a:pt x="128282" y="24130"/>
                </a:lnTo>
                <a:lnTo>
                  <a:pt x="16497" y="24130"/>
                </a:lnTo>
                <a:lnTo>
                  <a:pt x="16497" y="25400"/>
                </a:lnTo>
                <a:lnTo>
                  <a:pt x="17780" y="25400"/>
                </a:lnTo>
                <a:lnTo>
                  <a:pt x="17780" y="26670"/>
                </a:lnTo>
                <a:lnTo>
                  <a:pt x="19050" y="26670"/>
                </a:lnTo>
                <a:lnTo>
                  <a:pt x="19050" y="25400"/>
                </a:lnTo>
                <a:lnTo>
                  <a:pt x="129527" y="25400"/>
                </a:lnTo>
                <a:lnTo>
                  <a:pt x="129527" y="24130"/>
                </a:lnTo>
                <a:lnTo>
                  <a:pt x="129527" y="22860"/>
                </a:lnTo>
                <a:close/>
              </a:path>
              <a:path w="135254" h="36830">
                <a:moveTo>
                  <a:pt x="130797" y="25400"/>
                </a:moveTo>
                <a:lnTo>
                  <a:pt x="129527" y="25400"/>
                </a:lnTo>
                <a:lnTo>
                  <a:pt x="129527" y="26670"/>
                </a:lnTo>
                <a:lnTo>
                  <a:pt x="19050" y="26670"/>
                </a:lnTo>
                <a:lnTo>
                  <a:pt x="19050" y="29210"/>
                </a:lnTo>
                <a:lnTo>
                  <a:pt x="20332" y="29210"/>
                </a:lnTo>
                <a:lnTo>
                  <a:pt x="20332" y="30480"/>
                </a:lnTo>
                <a:lnTo>
                  <a:pt x="21602" y="30480"/>
                </a:lnTo>
                <a:lnTo>
                  <a:pt x="21602" y="29210"/>
                </a:lnTo>
                <a:lnTo>
                  <a:pt x="130797" y="29210"/>
                </a:lnTo>
                <a:lnTo>
                  <a:pt x="130797" y="26670"/>
                </a:lnTo>
                <a:lnTo>
                  <a:pt x="130797" y="25400"/>
                </a:lnTo>
                <a:close/>
              </a:path>
              <a:path w="135254" h="36830">
                <a:moveTo>
                  <a:pt x="133350" y="29210"/>
                </a:moveTo>
                <a:lnTo>
                  <a:pt x="132080" y="29210"/>
                </a:lnTo>
                <a:lnTo>
                  <a:pt x="132080" y="30480"/>
                </a:lnTo>
                <a:lnTo>
                  <a:pt x="21602" y="30480"/>
                </a:lnTo>
                <a:lnTo>
                  <a:pt x="21602" y="31750"/>
                </a:lnTo>
                <a:lnTo>
                  <a:pt x="22847" y="31750"/>
                </a:lnTo>
                <a:lnTo>
                  <a:pt x="22847" y="33020"/>
                </a:lnTo>
                <a:lnTo>
                  <a:pt x="24130" y="33020"/>
                </a:lnTo>
                <a:lnTo>
                  <a:pt x="24130" y="31750"/>
                </a:lnTo>
                <a:lnTo>
                  <a:pt x="133350" y="31750"/>
                </a:lnTo>
                <a:lnTo>
                  <a:pt x="133350" y="30480"/>
                </a:lnTo>
                <a:lnTo>
                  <a:pt x="133350" y="29210"/>
                </a:lnTo>
                <a:close/>
              </a:path>
              <a:path w="135254" h="36830">
                <a:moveTo>
                  <a:pt x="134632" y="31750"/>
                </a:moveTo>
                <a:lnTo>
                  <a:pt x="133350" y="31750"/>
                </a:lnTo>
                <a:lnTo>
                  <a:pt x="133350" y="33020"/>
                </a:lnTo>
                <a:lnTo>
                  <a:pt x="25400" y="33020"/>
                </a:lnTo>
                <a:lnTo>
                  <a:pt x="25400" y="35560"/>
                </a:lnTo>
                <a:lnTo>
                  <a:pt x="25400" y="36830"/>
                </a:lnTo>
                <a:lnTo>
                  <a:pt x="26682" y="36830"/>
                </a:lnTo>
                <a:lnTo>
                  <a:pt x="26682" y="35560"/>
                </a:lnTo>
                <a:lnTo>
                  <a:pt x="134632" y="35560"/>
                </a:lnTo>
                <a:lnTo>
                  <a:pt x="134632" y="33020"/>
                </a:lnTo>
                <a:lnTo>
                  <a:pt x="134632" y="31750"/>
                </a:lnTo>
                <a:close/>
              </a:path>
            </a:pathLst>
          </a:custGeom>
          <a:solidFill>
            <a:srgbClr val="A3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9" name="object 319"/>
          <p:cNvGrpSpPr/>
          <p:nvPr/>
        </p:nvGrpSpPr>
        <p:grpSpPr>
          <a:xfrm>
            <a:off x="6267437" y="2536189"/>
            <a:ext cx="784860" cy="82550"/>
            <a:chOff x="6267437" y="2536189"/>
            <a:chExt cx="784860" cy="82550"/>
          </a:xfrm>
        </p:grpSpPr>
        <p:sp>
          <p:nvSpPr>
            <p:cNvPr id="320" name="object 320"/>
            <p:cNvSpPr/>
            <p:nvPr/>
          </p:nvSpPr>
          <p:spPr>
            <a:xfrm>
              <a:off x="6267437" y="2562847"/>
              <a:ext cx="758190" cy="56515"/>
            </a:xfrm>
            <a:custGeom>
              <a:avLst/>
              <a:gdLst/>
              <a:ahLst/>
              <a:cxnLst/>
              <a:rect l="l" t="t" r="r" b="b"/>
              <a:pathLst>
                <a:path w="758190" h="56514">
                  <a:moveTo>
                    <a:pt x="565137" y="52095"/>
                  </a:moveTo>
                  <a:lnTo>
                    <a:pt x="1270" y="52095"/>
                  </a:lnTo>
                  <a:lnTo>
                    <a:pt x="1270" y="54622"/>
                  </a:lnTo>
                  <a:lnTo>
                    <a:pt x="0" y="54622"/>
                  </a:lnTo>
                  <a:lnTo>
                    <a:pt x="0" y="55905"/>
                  </a:lnTo>
                  <a:lnTo>
                    <a:pt x="1270" y="55905"/>
                  </a:lnTo>
                  <a:lnTo>
                    <a:pt x="1270" y="54635"/>
                  </a:lnTo>
                  <a:lnTo>
                    <a:pt x="562597" y="54635"/>
                  </a:lnTo>
                  <a:lnTo>
                    <a:pt x="562597" y="55905"/>
                  </a:lnTo>
                  <a:lnTo>
                    <a:pt x="563867" y="55905"/>
                  </a:lnTo>
                  <a:lnTo>
                    <a:pt x="563867" y="54635"/>
                  </a:lnTo>
                  <a:lnTo>
                    <a:pt x="565137" y="54635"/>
                  </a:lnTo>
                  <a:lnTo>
                    <a:pt x="565137" y="52095"/>
                  </a:lnTo>
                  <a:close/>
                </a:path>
                <a:path w="758190" h="56514">
                  <a:moveTo>
                    <a:pt x="568947" y="49555"/>
                  </a:moveTo>
                  <a:lnTo>
                    <a:pt x="3797" y="49555"/>
                  </a:lnTo>
                  <a:lnTo>
                    <a:pt x="3797" y="50825"/>
                  </a:lnTo>
                  <a:lnTo>
                    <a:pt x="566420" y="50825"/>
                  </a:lnTo>
                  <a:lnTo>
                    <a:pt x="566420" y="52095"/>
                  </a:lnTo>
                  <a:lnTo>
                    <a:pt x="567690" y="52095"/>
                  </a:lnTo>
                  <a:lnTo>
                    <a:pt x="567690" y="50825"/>
                  </a:lnTo>
                  <a:lnTo>
                    <a:pt x="568947" y="50825"/>
                  </a:lnTo>
                  <a:lnTo>
                    <a:pt x="568947" y="49555"/>
                  </a:lnTo>
                  <a:close/>
                </a:path>
                <a:path w="758190" h="56514">
                  <a:moveTo>
                    <a:pt x="571487" y="45745"/>
                  </a:moveTo>
                  <a:lnTo>
                    <a:pt x="6350" y="45745"/>
                  </a:lnTo>
                  <a:lnTo>
                    <a:pt x="6350" y="44475"/>
                  </a:lnTo>
                  <a:lnTo>
                    <a:pt x="5067" y="44475"/>
                  </a:lnTo>
                  <a:lnTo>
                    <a:pt x="5067" y="45745"/>
                  </a:lnTo>
                  <a:lnTo>
                    <a:pt x="5067" y="48285"/>
                  </a:lnTo>
                  <a:lnTo>
                    <a:pt x="568947" y="48285"/>
                  </a:lnTo>
                  <a:lnTo>
                    <a:pt x="568947" y="49555"/>
                  </a:lnTo>
                  <a:lnTo>
                    <a:pt x="570217" y="49555"/>
                  </a:lnTo>
                  <a:lnTo>
                    <a:pt x="570217" y="48285"/>
                  </a:lnTo>
                  <a:lnTo>
                    <a:pt x="571487" y="48285"/>
                  </a:lnTo>
                  <a:lnTo>
                    <a:pt x="571487" y="45745"/>
                  </a:lnTo>
                  <a:close/>
                </a:path>
                <a:path w="758190" h="56514">
                  <a:moveTo>
                    <a:pt x="575297" y="43205"/>
                  </a:moveTo>
                  <a:lnTo>
                    <a:pt x="7620" y="43205"/>
                  </a:lnTo>
                  <a:lnTo>
                    <a:pt x="7620" y="44475"/>
                  </a:lnTo>
                  <a:lnTo>
                    <a:pt x="572770" y="44475"/>
                  </a:lnTo>
                  <a:lnTo>
                    <a:pt x="572770" y="45745"/>
                  </a:lnTo>
                  <a:lnTo>
                    <a:pt x="574040" y="45745"/>
                  </a:lnTo>
                  <a:lnTo>
                    <a:pt x="574040" y="44475"/>
                  </a:lnTo>
                  <a:lnTo>
                    <a:pt x="575297" y="44475"/>
                  </a:lnTo>
                  <a:lnTo>
                    <a:pt x="575297" y="43205"/>
                  </a:lnTo>
                  <a:close/>
                </a:path>
                <a:path w="758190" h="56514">
                  <a:moveTo>
                    <a:pt x="577837" y="39395"/>
                  </a:moveTo>
                  <a:lnTo>
                    <a:pt x="10147" y="39395"/>
                  </a:lnTo>
                  <a:lnTo>
                    <a:pt x="10147" y="38125"/>
                  </a:lnTo>
                  <a:lnTo>
                    <a:pt x="8890" y="38125"/>
                  </a:lnTo>
                  <a:lnTo>
                    <a:pt x="8890" y="39395"/>
                  </a:lnTo>
                  <a:lnTo>
                    <a:pt x="8890" y="41935"/>
                  </a:lnTo>
                  <a:lnTo>
                    <a:pt x="575297" y="41935"/>
                  </a:lnTo>
                  <a:lnTo>
                    <a:pt x="575297" y="43205"/>
                  </a:lnTo>
                  <a:lnTo>
                    <a:pt x="576567" y="43205"/>
                  </a:lnTo>
                  <a:lnTo>
                    <a:pt x="576567" y="41935"/>
                  </a:lnTo>
                  <a:lnTo>
                    <a:pt x="577837" y="41935"/>
                  </a:lnTo>
                  <a:lnTo>
                    <a:pt x="577837" y="39395"/>
                  </a:lnTo>
                  <a:close/>
                </a:path>
                <a:path w="758190" h="56514">
                  <a:moveTo>
                    <a:pt x="581647" y="36855"/>
                  </a:moveTo>
                  <a:lnTo>
                    <a:pt x="11417" y="36855"/>
                  </a:lnTo>
                  <a:lnTo>
                    <a:pt x="11417" y="38125"/>
                  </a:lnTo>
                  <a:lnTo>
                    <a:pt x="579120" y="38125"/>
                  </a:lnTo>
                  <a:lnTo>
                    <a:pt x="579120" y="39395"/>
                  </a:lnTo>
                  <a:lnTo>
                    <a:pt x="580390" y="39395"/>
                  </a:lnTo>
                  <a:lnTo>
                    <a:pt x="580390" y="38125"/>
                  </a:lnTo>
                  <a:lnTo>
                    <a:pt x="581647" y="38125"/>
                  </a:lnTo>
                  <a:lnTo>
                    <a:pt x="581647" y="36855"/>
                  </a:lnTo>
                  <a:close/>
                </a:path>
                <a:path w="758190" h="56514">
                  <a:moveTo>
                    <a:pt x="584187" y="33045"/>
                  </a:moveTo>
                  <a:lnTo>
                    <a:pt x="13970" y="33045"/>
                  </a:lnTo>
                  <a:lnTo>
                    <a:pt x="13970" y="31775"/>
                  </a:lnTo>
                  <a:lnTo>
                    <a:pt x="12700" y="31775"/>
                  </a:lnTo>
                  <a:lnTo>
                    <a:pt x="12700" y="33045"/>
                  </a:lnTo>
                  <a:lnTo>
                    <a:pt x="12700" y="35585"/>
                  </a:lnTo>
                  <a:lnTo>
                    <a:pt x="581647" y="35585"/>
                  </a:lnTo>
                  <a:lnTo>
                    <a:pt x="581647" y="36855"/>
                  </a:lnTo>
                  <a:lnTo>
                    <a:pt x="582917" y="36855"/>
                  </a:lnTo>
                  <a:lnTo>
                    <a:pt x="582917" y="35585"/>
                  </a:lnTo>
                  <a:lnTo>
                    <a:pt x="584187" y="35585"/>
                  </a:lnTo>
                  <a:lnTo>
                    <a:pt x="584187" y="33045"/>
                  </a:lnTo>
                  <a:close/>
                </a:path>
                <a:path w="758190" h="56514">
                  <a:moveTo>
                    <a:pt x="587997" y="30505"/>
                  </a:moveTo>
                  <a:lnTo>
                    <a:pt x="15240" y="30505"/>
                  </a:lnTo>
                  <a:lnTo>
                    <a:pt x="15240" y="31775"/>
                  </a:lnTo>
                  <a:lnTo>
                    <a:pt x="585470" y="31775"/>
                  </a:lnTo>
                  <a:lnTo>
                    <a:pt x="585470" y="33045"/>
                  </a:lnTo>
                  <a:lnTo>
                    <a:pt x="586740" y="33045"/>
                  </a:lnTo>
                  <a:lnTo>
                    <a:pt x="586740" y="31775"/>
                  </a:lnTo>
                  <a:lnTo>
                    <a:pt x="587997" y="31775"/>
                  </a:lnTo>
                  <a:lnTo>
                    <a:pt x="587997" y="30505"/>
                  </a:lnTo>
                  <a:close/>
                </a:path>
                <a:path w="758190" h="56514">
                  <a:moveTo>
                    <a:pt x="590537" y="26695"/>
                  </a:moveTo>
                  <a:lnTo>
                    <a:pt x="17767" y="26695"/>
                  </a:lnTo>
                  <a:lnTo>
                    <a:pt x="17767" y="25425"/>
                  </a:lnTo>
                  <a:lnTo>
                    <a:pt x="16497" y="25425"/>
                  </a:lnTo>
                  <a:lnTo>
                    <a:pt x="16497" y="26695"/>
                  </a:lnTo>
                  <a:lnTo>
                    <a:pt x="16497" y="29235"/>
                  </a:lnTo>
                  <a:lnTo>
                    <a:pt x="587997" y="29235"/>
                  </a:lnTo>
                  <a:lnTo>
                    <a:pt x="587997" y="30505"/>
                  </a:lnTo>
                  <a:lnTo>
                    <a:pt x="589267" y="30505"/>
                  </a:lnTo>
                  <a:lnTo>
                    <a:pt x="589267" y="29235"/>
                  </a:lnTo>
                  <a:lnTo>
                    <a:pt x="590537" y="29235"/>
                  </a:lnTo>
                  <a:lnTo>
                    <a:pt x="590537" y="26695"/>
                  </a:lnTo>
                  <a:close/>
                </a:path>
                <a:path w="758190" h="56514">
                  <a:moveTo>
                    <a:pt x="706094" y="52095"/>
                  </a:moveTo>
                  <a:lnTo>
                    <a:pt x="600697" y="52095"/>
                  </a:lnTo>
                  <a:lnTo>
                    <a:pt x="600697" y="54635"/>
                  </a:lnTo>
                  <a:lnTo>
                    <a:pt x="703567" y="54635"/>
                  </a:lnTo>
                  <a:lnTo>
                    <a:pt x="703567" y="55905"/>
                  </a:lnTo>
                  <a:lnTo>
                    <a:pt x="704837" y="55905"/>
                  </a:lnTo>
                  <a:lnTo>
                    <a:pt x="704837" y="54635"/>
                  </a:lnTo>
                  <a:lnTo>
                    <a:pt x="706094" y="54635"/>
                  </a:lnTo>
                  <a:lnTo>
                    <a:pt x="706094" y="52095"/>
                  </a:lnTo>
                  <a:close/>
                </a:path>
                <a:path w="758190" h="56514">
                  <a:moveTo>
                    <a:pt x="709917" y="49555"/>
                  </a:moveTo>
                  <a:lnTo>
                    <a:pt x="599440" y="49555"/>
                  </a:lnTo>
                  <a:lnTo>
                    <a:pt x="599440" y="50825"/>
                  </a:lnTo>
                  <a:lnTo>
                    <a:pt x="599440" y="52095"/>
                  </a:lnTo>
                  <a:lnTo>
                    <a:pt x="600697" y="52095"/>
                  </a:lnTo>
                  <a:lnTo>
                    <a:pt x="600697" y="50825"/>
                  </a:lnTo>
                  <a:lnTo>
                    <a:pt x="707364" y="50825"/>
                  </a:lnTo>
                  <a:lnTo>
                    <a:pt x="707364" y="52095"/>
                  </a:lnTo>
                  <a:lnTo>
                    <a:pt x="708647" y="52095"/>
                  </a:lnTo>
                  <a:lnTo>
                    <a:pt x="708647" y="50825"/>
                  </a:lnTo>
                  <a:lnTo>
                    <a:pt x="709917" y="50825"/>
                  </a:lnTo>
                  <a:lnTo>
                    <a:pt x="709917" y="49555"/>
                  </a:lnTo>
                  <a:close/>
                </a:path>
                <a:path w="758190" h="56514">
                  <a:moveTo>
                    <a:pt x="712470" y="45745"/>
                  </a:moveTo>
                  <a:lnTo>
                    <a:pt x="599440" y="45745"/>
                  </a:lnTo>
                  <a:lnTo>
                    <a:pt x="599440" y="48285"/>
                  </a:lnTo>
                  <a:lnTo>
                    <a:pt x="709917" y="48285"/>
                  </a:lnTo>
                  <a:lnTo>
                    <a:pt x="709917" y="49555"/>
                  </a:lnTo>
                  <a:lnTo>
                    <a:pt x="711187" y="49555"/>
                  </a:lnTo>
                  <a:lnTo>
                    <a:pt x="711187" y="48285"/>
                  </a:lnTo>
                  <a:lnTo>
                    <a:pt x="712470" y="48285"/>
                  </a:lnTo>
                  <a:lnTo>
                    <a:pt x="712470" y="45745"/>
                  </a:lnTo>
                  <a:close/>
                </a:path>
                <a:path w="758190" h="56514">
                  <a:moveTo>
                    <a:pt x="716267" y="43205"/>
                  </a:moveTo>
                  <a:lnTo>
                    <a:pt x="598170" y="43205"/>
                  </a:lnTo>
                  <a:lnTo>
                    <a:pt x="598170" y="44475"/>
                  </a:lnTo>
                  <a:lnTo>
                    <a:pt x="598170" y="45745"/>
                  </a:lnTo>
                  <a:lnTo>
                    <a:pt x="599440" y="45745"/>
                  </a:lnTo>
                  <a:lnTo>
                    <a:pt x="599440" y="44475"/>
                  </a:lnTo>
                  <a:lnTo>
                    <a:pt x="713740" y="44475"/>
                  </a:lnTo>
                  <a:lnTo>
                    <a:pt x="713740" y="45745"/>
                  </a:lnTo>
                  <a:lnTo>
                    <a:pt x="714997" y="45745"/>
                  </a:lnTo>
                  <a:lnTo>
                    <a:pt x="714997" y="44475"/>
                  </a:lnTo>
                  <a:lnTo>
                    <a:pt x="716267" y="44475"/>
                  </a:lnTo>
                  <a:lnTo>
                    <a:pt x="716267" y="43205"/>
                  </a:lnTo>
                  <a:close/>
                </a:path>
                <a:path w="758190" h="56514">
                  <a:moveTo>
                    <a:pt x="718820" y="39395"/>
                  </a:moveTo>
                  <a:lnTo>
                    <a:pt x="598170" y="39395"/>
                  </a:lnTo>
                  <a:lnTo>
                    <a:pt x="598170" y="41935"/>
                  </a:lnTo>
                  <a:lnTo>
                    <a:pt x="716267" y="41935"/>
                  </a:lnTo>
                  <a:lnTo>
                    <a:pt x="716267" y="43205"/>
                  </a:lnTo>
                  <a:lnTo>
                    <a:pt x="717537" y="43205"/>
                  </a:lnTo>
                  <a:lnTo>
                    <a:pt x="717537" y="41935"/>
                  </a:lnTo>
                  <a:lnTo>
                    <a:pt x="718820" y="41935"/>
                  </a:lnTo>
                  <a:lnTo>
                    <a:pt x="718820" y="39395"/>
                  </a:lnTo>
                  <a:close/>
                </a:path>
                <a:path w="758190" h="56514">
                  <a:moveTo>
                    <a:pt x="722617" y="36855"/>
                  </a:moveTo>
                  <a:lnTo>
                    <a:pt x="596887" y="36855"/>
                  </a:lnTo>
                  <a:lnTo>
                    <a:pt x="596887" y="38125"/>
                  </a:lnTo>
                  <a:lnTo>
                    <a:pt x="596887" y="39395"/>
                  </a:lnTo>
                  <a:lnTo>
                    <a:pt x="598170" y="39395"/>
                  </a:lnTo>
                  <a:lnTo>
                    <a:pt x="598170" y="38125"/>
                  </a:lnTo>
                  <a:lnTo>
                    <a:pt x="720090" y="38125"/>
                  </a:lnTo>
                  <a:lnTo>
                    <a:pt x="720090" y="39395"/>
                  </a:lnTo>
                  <a:lnTo>
                    <a:pt x="721347" y="39395"/>
                  </a:lnTo>
                  <a:lnTo>
                    <a:pt x="721347" y="38125"/>
                  </a:lnTo>
                  <a:lnTo>
                    <a:pt x="722617" y="38125"/>
                  </a:lnTo>
                  <a:lnTo>
                    <a:pt x="722617" y="36855"/>
                  </a:lnTo>
                  <a:close/>
                </a:path>
                <a:path w="758190" h="56514">
                  <a:moveTo>
                    <a:pt x="725170" y="33045"/>
                  </a:moveTo>
                  <a:lnTo>
                    <a:pt x="596887" y="33045"/>
                  </a:lnTo>
                  <a:lnTo>
                    <a:pt x="596887" y="35585"/>
                  </a:lnTo>
                  <a:lnTo>
                    <a:pt x="722617" y="35585"/>
                  </a:lnTo>
                  <a:lnTo>
                    <a:pt x="722617" y="36855"/>
                  </a:lnTo>
                  <a:lnTo>
                    <a:pt x="723887" y="36855"/>
                  </a:lnTo>
                  <a:lnTo>
                    <a:pt x="723887" y="35585"/>
                  </a:lnTo>
                  <a:lnTo>
                    <a:pt x="725170" y="35585"/>
                  </a:lnTo>
                  <a:lnTo>
                    <a:pt x="725170" y="33045"/>
                  </a:lnTo>
                  <a:close/>
                </a:path>
                <a:path w="758190" h="56514">
                  <a:moveTo>
                    <a:pt x="728967" y="30505"/>
                  </a:moveTo>
                  <a:lnTo>
                    <a:pt x="595617" y="30505"/>
                  </a:lnTo>
                  <a:lnTo>
                    <a:pt x="595617" y="31775"/>
                  </a:lnTo>
                  <a:lnTo>
                    <a:pt x="595617" y="33045"/>
                  </a:lnTo>
                  <a:lnTo>
                    <a:pt x="596887" y="33045"/>
                  </a:lnTo>
                  <a:lnTo>
                    <a:pt x="596887" y="31775"/>
                  </a:lnTo>
                  <a:lnTo>
                    <a:pt x="726440" y="31775"/>
                  </a:lnTo>
                  <a:lnTo>
                    <a:pt x="726440" y="33045"/>
                  </a:lnTo>
                  <a:lnTo>
                    <a:pt x="727697" y="33045"/>
                  </a:lnTo>
                  <a:lnTo>
                    <a:pt x="727697" y="31775"/>
                  </a:lnTo>
                  <a:lnTo>
                    <a:pt x="728967" y="31775"/>
                  </a:lnTo>
                  <a:lnTo>
                    <a:pt x="728967" y="30505"/>
                  </a:lnTo>
                  <a:close/>
                </a:path>
                <a:path w="758190" h="56514">
                  <a:moveTo>
                    <a:pt x="731520" y="26695"/>
                  </a:moveTo>
                  <a:lnTo>
                    <a:pt x="595617" y="26695"/>
                  </a:lnTo>
                  <a:lnTo>
                    <a:pt x="595617" y="29235"/>
                  </a:lnTo>
                  <a:lnTo>
                    <a:pt x="728967" y="29235"/>
                  </a:lnTo>
                  <a:lnTo>
                    <a:pt x="728967" y="30505"/>
                  </a:lnTo>
                  <a:lnTo>
                    <a:pt x="730237" y="30505"/>
                  </a:lnTo>
                  <a:lnTo>
                    <a:pt x="730237" y="29235"/>
                  </a:lnTo>
                  <a:lnTo>
                    <a:pt x="731520" y="29235"/>
                  </a:lnTo>
                  <a:lnTo>
                    <a:pt x="731520" y="26695"/>
                  </a:lnTo>
                  <a:close/>
                </a:path>
                <a:path w="758190" h="56514">
                  <a:moveTo>
                    <a:pt x="735317" y="24155"/>
                  </a:moveTo>
                  <a:lnTo>
                    <a:pt x="19050" y="24155"/>
                  </a:lnTo>
                  <a:lnTo>
                    <a:pt x="19050" y="25425"/>
                  </a:lnTo>
                  <a:lnTo>
                    <a:pt x="591820" y="25425"/>
                  </a:lnTo>
                  <a:lnTo>
                    <a:pt x="591820" y="26695"/>
                  </a:lnTo>
                  <a:lnTo>
                    <a:pt x="593064" y="26695"/>
                  </a:lnTo>
                  <a:lnTo>
                    <a:pt x="593064" y="25425"/>
                  </a:lnTo>
                  <a:lnTo>
                    <a:pt x="594347" y="25425"/>
                  </a:lnTo>
                  <a:lnTo>
                    <a:pt x="594347" y="26695"/>
                  </a:lnTo>
                  <a:lnTo>
                    <a:pt x="595617" y="26695"/>
                  </a:lnTo>
                  <a:lnTo>
                    <a:pt x="595617" y="25425"/>
                  </a:lnTo>
                  <a:lnTo>
                    <a:pt x="732764" y="25425"/>
                  </a:lnTo>
                  <a:lnTo>
                    <a:pt x="732764" y="26695"/>
                  </a:lnTo>
                  <a:lnTo>
                    <a:pt x="734047" y="26695"/>
                  </a:lnTo>
                  <a:lnTo>
                    <a:pt x="734047" y="25425"/>
                  </a:lnTo>
                  <a:lnTo>
                    <a:pt x="735317" y="25425"/>
                  </a:lnTo>
                  <a:lnTo>
                    <a:pt x="735317" y="24155"/>
                  </a:lnTo>
                  <a:close/>
                </a:path>
                <a:path w="758190" h="56514">
                  <a:moveTo>
                    <a:pt x="737870" y="20345"/>
                  </a:moveTo>
                  <a:lnTo>
                    <a:pt x="21590" y="20345"/>
                  </a:lnTo>
                  <a:lnTo>
                    <a:pt x="21590" y="19075"/>
                  </a:lnTo>
                  <a:lnTo>
                    <a:pt x="20320" y="19075"/>
                  </a:lnTo>
                  <a:lnTo>
                    <a:pt x="20320" y="20345"/>
                  </a:lnTo>
                  <a:lnTo>
                    <a:pt x="20320" y="22885"/>
                  </a:lnTo>
                  <a:lnTo>
                    <a:pt x="735317" y="22885"/>
                  </a:lnTo>
                  <a:lnTo>
                    <a:pt x="735317" y="24155"/>
                  </a:lnTo>
                  <a:lnTo>
                    <a:pt x="736587" y="24155"/>
                  </a:lnTo>
                  <a:lnTo>
                    <a:pt x="736587" y="22885"/>
                  </a:lnTo>
                  <a:lnTo>
                    <a:pt x="737870" y="22885"/>
                  </a:lnTo>
                  <a:lnTo>
                    <a:pt x="737870" y="20345"/>
                  </a:lnTo>
                  <a:close/>
                </a:path>
                <a:path w="758190" h="56514">
                  <a:moveTo>
                    <a:pt x="741667" y="17805"/>
                  </a:moveTo>
                  <a:lnTo>
                    <a:pt x="22847" y="17805"/>
                  </a:lnTo>
                  <a:lnTo>
                    <a:pt x="22847" y="16535"/>
                  </a:lnTo>
                  <a:lnTo>
                    <a:pt x="21590" y="16535"/>
                  </a:lnTo>
                  <a:lnTo>
                    <a:pt x="21590" y="17805"/>
                  </a:lnTo>
                  <a:lnTo>
                    <a:pt x="21590" y="19075"/>
                  </a:lnTo>
                  <a:lnTo>
                    <a:pt x="739140" y="19075"/>
                  </a:lnTo>
                  <a:lnTo>
                    <a:pt x="739140" y="20345"/>
                  </a:lnTo>
                  <a:lnTo>
                    <a:pt x="740397" y="20345"/>
                  </a:lnTo>
                  <a:lnTo>
                    <a:pt x="740397" y="19075"/>
                  </a:lnTo>
                  <a:lnTo>
                    <a:pt x="741667" y="19075"/>
                  </a:lnTo>
                  <a:lnTo>
                    <a:pt x="741667" y="17805"/>
                  </a:lnTo>
                  <a:close/>
                </a:path>
                <a:path w="758190" h="56514">
                  <a:moveTo>
                    <a:pt x="742937" y="13995"/>
                  </a:moveTo>
                  <a:lnTo>
                    <a:pt x="25400" y="13995"/>
                  </a:lnTo>
                  <a:lnTo>
                    <a:pt x="25400" y="12725"/>
                  </a:lnTo>
                  <a:lnTo>
                    <a:pt x="24117" y="12725"/>
                  </a:lnTo>
                  <a:lnTo>
                    <a:pt x="24117" y="13995"/>
                  </a:lnTo>
                  <a:lnTo>
                    <a:pt x="24117" y="16535"/>
                  </a:lnTo>
                  <a:lnTo>
                    <a:pt x="741667" y="16535"/>
                  </a:lnTo>
                  <a:lnTo>
                    <a:pt x="741667" y="17805"/>
                  </a:lnTo>
                  <a:lnTo>
                    <a:pt x="742937" y="17805"/>
                  </a:lnTo>
                  <a:lnTo>
                    <a:pt x="742937" y="16535"/>
                  </a:lnTo>
                  <a:lnTo>
                    <a:pt x="742937" y="13995"/>
                  </a:lnTo>
                  <a:close/>
                </a:path>
                <a:path w="758190" h="56514">
                  <a:moveTo>
                    <a:pt x="746747" y="11455"/>
                  </a:moveTo>
                  <a:lnTo>
                    <a:pt x="26670" y="11455"/>
                  </a:lnTo>
                  <a:lnTo>
                    <a:pt x="26670" y="10185"/>
                  </a:lnTo>
                  <a:lnTo>
                    <a:pt x="25400" y="10185"/>
                  </a:lnTo>
                  <a:lnTo>
                    <a:pt x="25400" y="11455"/>
                  </a:lnTo>
                  <a:lnTo>
                    <a:pt x="25400" y="12725"/>
                  </a:lnTo>
                  <a:lnTo>
                    <a:pt x="744220" y="12725"/>
                  </a:lnTo>
                  <a:lnTo>
                    <a:pt x="744220" y="13995"/>
                  </a:lnTo>
                  <a:lnTo>
                    <a:pt x="745490" y="13995"/>
                  </a:lnTo>
                  <a:lnTo>
                    <a:pt x="745490" y="12725"/>
                  </a:lnTo>
                  <a:lnTo>
                    <a:pt x="746747" y="12725"/>
                  </a:lnTo>
                  <a:lnTo>
                    <a:pt x="746747" y="11455"/>
                  </a:lnTo>
                  <a:close/>
                </a:path>
                <a:path w="758190" h="56514">
                  <a:moveTo>
                    <a:pt x="749287" y="7645"/>
                  </a:moveTo>
                  <a:lnTo>
                    <a:pt x="29197" y="7645"/>
                  </a:lnTo>
                  <a:lnTo>
                    <a:pt x="29197" y="6375"/>
                  </a:lnTo>
                  <a:lnTo>
                    <a:pt x="27940" y="6375"/>
                  </a:lnTo>
                  <a:lnTo>
                    <a:pt x="27940" y="7645"/>
                  </a:lnTo>
                  <a:lnTo>
                    <a:pt x="27940" y="10185"/>
                  </a:lnTo>
                  <a:lnTo>
                    <a:pt x="746747" y="10185"/>
                  </a:lnTo>
                  <a:lnTo>
                    <a:pt x="746747" y="11455"/>
                  </a:lnTo>
                  <a:lnTo>
                    <a:pt x="748017" y="11455"/>
                  </a:lnTo>
                  <a:lnTo>
                    <a:pt x="748017" y="10185"/>
                  </a:lnTo>
                  <a:lnTo>
                    <a:pt x="749287" y="10185"/>
                  </a:lnTo>
                  <a:lnTo>
                    <a:pt x="749287" y="7645"/>
                  </a:lnTo>
                  <a:close/>
                </a:path>
                <a:path w="758190" h="56514">
                  <a:moveTo>
                    <a:pt x="753097" y="5105"/>
                  </a:moveTo>
                  <a:lnTo>
                    <a:pt x="30467" y="5105"/>
                  </a:lnTo>
                  <a:lnTo>
                    <a:pt x="30467" y="3835"/>
                  </a:lnTo>
                  <a:lnTo>
                    <a:pt x="29197" y="3835"/>
                  </a:lnTo>
                  <a:lnTo>
                    <a:pt x="29197" y="5105"/>
                  </a:lnTo>
                  <a:lnTo>
                    <a:pt x="29197" y="6375"/>
                  </a:lnTo>
                  <a:lnTo>
                    <a:pt x="750570" y="6375"/>
                  </a:lnTo>
                  <a:lnTo>
                    <a:pt x="750570" y="7645"/>
                  </a:lnTo>
                  <a:lnTo>
                    <a:pt x="751840" y="7645"/>
                  </a:lnTo>
                  <a:lnTo>
                    <a:pt x="751840" y="6375"/>
                  </a:lnTo>
                  <a:lnTo>
                    <a:pt x="753097" y="6375"/>
                  </a:lnTo>
                  <a:lnTo>
                    <a:pt x="753097" y="5105"/>
                  </a:lnTo>
                  <a:close/>
                </a:path>
                <a:path w="758190" h="56514">
                  <a:moveTo>
                    <a:pt x="755637" y="1295"/>
                  </a:moveTo>
                  <a:lnTo>
                    <a:pt x="33020" y="1295"/>
                  </a:lnTo>
                  <a:lnTo>
                    <a:pt x="33020" y="25"/>
                  </a:lnTo>
                  <a:lnTo>
                    <a:pt x="31750" y="25"/>
                  </a:lnTo>
                  <a:lnTo>
                    <a:pt x="31750" y="1295"/>
                  </a:lnTo>
                  <a:lnTo>
                    <a:pt x="31750" y="3835"/>
                  </a:lnTo>
                  <a:lnTo>
                    <a:pt x="753097" y="3835"/>
                  </a:lnTo>
                  <a:lnTo>
                    <a:pt x="753097" y="5105"/>
                  </a:lnTo>
                  <a:lnTo>
                    <a:pt x="754367" y="5105"/>
                  </a:lnTo>
                  <a:lnTo>
                    <a:pt x="754367" y="3835"/>
                  </a:lnTo>
                  <a:lnTo>
                    <a:pt x="755637" y="3835"/>
                  </a:lnTo>
                  <a:lnTo>
                    <a:pt x="755637" y="1295"/>
                  </a:lnTo>
                  <a:close/>
                </a:path>
                <a:path w="758190" h="56514">
                  <a:moveTo>
                    <a:pt x="758190" y="0"/>
                  </a:moveTo>
                  <a:lnTo>
                    <a:pt x="756920" y="0"/>
                  </a:lnTo>
                  <a:lnTo>
                    <a:pt x="756920" y="1282"/>
                  </a:lnTo>
                  <a:lnTo>
                    <a:pt x="758190" y="1282"/>
                  </a:lnTo>
                  <a:lnTo>
                    <a:pt x="758190" y="0"/>
                  </a:lnTo>
                  <a:close/>
                </a:path>
              </a:pathLst>
            </a:custGeom>
            <a:solidFill>
              <a:srgbClr val="A33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6300457" y="2536202"/>
              <a:ext cx="751840" cy="27940"/>
            </a:xfrm>
            <a:custGeom>
              <a:avLst/>
              <a:gdLst/>
              <a:ahLst/>
              <a:cxnLst/>
              <a:rect l="l" t="t" r="r" b="b"/>
              <a:pathLst>
                <a:path w="751840" h="27939">
                  <a:moveTo>
                    <a:pt x="726427" y="25400"/>
                  </a:moveTo>
                  <a:lnTo>
                    <a:pt x="1270" y="25400"/>
                  </a:lnTo>
                  <a:lnTo>
                    <a:pt x="1270" y="24130"/>
                  </a:lnTo>
                  <a:lnTo>
                    <a:pt x="0" y="24130"/>
                  </a:lnTo>
                  <a:lnTo>
                    <a:pt x="0" y="25400"/>
                  </a:lnTo>
                  <a:lnTo>
                    <a:pt x="0" y="26670"/>
                  </a:lnTo>
                  <a:lnTo>
                    <a:pt x="723900" y="26670"/>
                  </a:lnTo>
                  <a:lnTo>
                    <a:pt x="723900" y="27927"/>
                  </a:lnTo>
                  <a:lnTo>
                    <a:pt x="725170" y="27940"/>
                  </a:lnTo>
                  <a:lnTo>
                    <a:pt x="725170" y="26670"/>
                  </a:lnTo>
                  <a:lnTo>
                    <a:pt x="726427" y="26670"/>
                  </a:lnTo>
                  <a:lnTo>
                    <a:pt x="726427" y="25400"/>
                  </a:lnTo>
                  <a:close/>
                </a:path>
                <a:path w="751840" h="27939">
                  <a:moveTo>
                    <a:pt x="728967" y="21590"/>
                  </a:moveTo>
                  <a:lnTo>
                    <a:pt x="3797" y="21590"/>
                  </a:lnTo>
                  <a:lnTo>
                    <a:pt x="3797" y="20320"/>
                  </a:lnTo>
                  <a:lnTo>
                    <a:pt x="2527" y="20320"/>
                  </a:lnTo>
                  <a:lnTo>
                    <a:pt x="2527" y="21590"/>
                  </a:lnTo>
                  <a:lnTo>
                    <a:pt x="2527" y="24130"/>
                  </a:lnTo>
                  <a:lnTo>
                    <a:pt x="726427" y="24130"/>
                  </a:lnTo>
                  <a:lnTo>
                    <a:pt x="726427" y="25400"/>
                  </a:lnTo>
                  <a:lnTo>
                    <a:pt x="727697" y="25400"/>
                  </a:lnTo>
                  <a:lnTo>
                    <a:pt x="727697" y="24130"/>
                  </a:lnTo>
                  <a:lnTo>
                    <a:pt x="728967" y="24130"/>
                  </a:lnTo>
                  <a:lnTo>
                    <a:pt x="728967" y="21590"/>
                  </a:lnTo>
                  <a:close/>
                </a:path>
                <a:path w="751840" h="27939">
                  <a:moveTo>
                    <a:pt x="732777" y="19050"/>
                  </a:moveTo>
                  <a:lnTo>
                    <a:pt x="5080" y="19050"/>
                  </a:lnTo>
                  <a:lnTo>
                    <a:pt x="5080" y="17780"/>
                  </a:lnTo>
                  <a:lnTo>
                    <a:pt x="3797" y="17780"/>
                  </a:lnTo>
                  <a:lnTo>
                    <a:pt x="3797" y="19050"/>
                  </a:lnTo>
                  <a:lnTo>
                    <a:pt x="3797" y="20320"/>
                  </a:lnTo>
                  <a:lnTo>
                    <a:pt x="730250" y="20320"/>
                  </a:lnTo>
                  <a:lnTo>
                    <a:pt x="730250" y="21590"/>
                  </a:lnTo>
                  <a:lnTo>
                    <a:pt x="731494" y="21590"/>
                  </a:lnTo>
                  <a:lnTo>
                    <a:pt x="731494" y="20320"/>
                  </a:lnTo>
                  <a:lnTo>
                    <a:pt x="732777" y="20320"/>
                  </a:lnTo>
                  <a:lnTo>
                    <a:pt x="732777" y="19050"/>
                  </a:lnTo>
                  <a:close/>
                </a:path>
                <a:path w="751840" h="27939">
                  <a:moveTo>
                    <a:pt x="735317" y="15240"/>
                  </a:moveTo>
                  <a:lnTo>
                    <a:pt x="7620" y="15240"/>
                  </a:lnTo>
                  <a:lnTo>
                    <a:pt x="7620" y="13970"/>
                  </a:lnTo>
                  <a:lnTo>
                    <a:pt x="6350" y="13970"/>
                  </a:lnTo>
                  <a:lnTo>
                    <a:pt x="6350" y="15240"/>
                  </a:lnTo>
                  <a:lnTo>
                    <a:pt x="6350" y="17780"/>
                  </a:lnTo>
                  <a:lnTo>
                    <a:pt x="732777" y="17780"/>
                  </a:lnTo>
                  <a:lnTo>
                    <a:pt x="732777" y="19050"/>
                  </a:lnTo>
                  <a:lnTo>
                    <a:pt x="734047" y="19050"/>
                  </a:lnTo>
                  <a:lnTo>
                    <a:pt x="734047" y="17780"/>
                  </a:lnTo>
                  <a:lnTo>
                    <a:pt x="735317" y="17780"/>
                  </a:lnTo>
                  <a:lnTo>
                    <a:pt x="735317" y="15240"/>
                  </a:lnTo>
                  <a:close/>
                </a:path>
                <a:path w="751840" h="27939">
                  <a:moveTo>
                    <a:pt x="739127" y="12700"/>
                  </a:moveTo>
                  <a:lnTo>
                    <a:pt x="8877" y="12700"/>
                  </a:lnTo>
                  <a:lnTo>
                    <a:pt x="8877" y="11430"/>
                  </a:lnTo>
                  <a:lnTo>
                    <a:pt x="7620" y="11430"/>
                  </a:lnTo>
                  <a:lnTo>
                    <a:pt x="7620" y="12700"/>
                  </a:lnTo>
                  <a:lnTo>
                    <a:pt x="7620" y="13970"/>
                  </a:lnTo>
                  <a:lnTo>
                    <a:pt x="736600" y="13970"/>
                  </a:lnTo>
                  <a:lnTo>
                    <a:pt x="736600" y="15240"/>
                  </a:lnTo>
                  <a:lnTo>
                    <a:pt x="737870" y="15240"/>
                  </a:lnTo>
                  <a:lnTo>
                    <a:pt x="737870" y="13970"/>
                  </a:lnTo>
                  <a:lnTo>
                    <a:pt x="739127" y="13970"/>
                  </a:lnTo>
                  <a:lnTo>
                    <a:pt x="739127" y="12700"/>
                  </a:lnTo>
                  <a:close/>
                </a:path>
                <a:path w="751840" h="27939">
                  <a:moveTo>
                    <a:pt x="741667" y="8890"/>
                  </a:moveTo>
                  <a:lnTo>
                    <a:pt x="11430" y="8890"/>
                  </a:lnTo>
                  <a:lnTo>
                    <a:pt x="11430" y="7620"/>
                  </a:lnTo>
                  <a:lnTo>
                    <a:pt x="10147" y="7620"/>
                  </a:lnTo>
                  <a:lnTo>
                    <a:pt x="10147" y="8890"/>
                  </a:lnTo>
                  <a:lnTo>
                    <a:pt x="10147" y="11430"/>
                  </a:lnTo>
                  <a:lnTo>
                    <a:pt x="739127" y="11430"/>
                  </a:lnTo>
                  <a:lnTo>
                    <a:pt x="739127" y="12700"/>
                  </a:lnTo>
                  <a:lnTo>
                    <a:pt x="740397" y="12700"/>
                  </a:lnTo>
                  <a:lnTo>
                    <a:pt x="740397" y="11430"/>
                  </a:lnTo>
                  <a:lnTo>
                    <a:pt x="741667" y="11430"/>
                  </a:lnTo>
                  <a:lnTo>
                    <a:pt x="741667" y="8890"/>
                  </a:lnTo>
                  <a:close/>
                </a:path>
                <a:path w="751840" h="27939">
                  <a:moveTo>
                    <a:pt x="745477" y="6350"/>
                  </a:moveTo>
                  <a:lnTo>
                    <a:pt x="12700" y="6350"/>
                  </a:lnTo>
                  <a:lnTo>
                    <a:pt x="12700" y="5080"/>
                  </a:lnTo>
                  <a:lnTo>
                    <a:pt x="11430" y="5080"/>
                  </a:lnTo>
                  <a:lnTo>
                    <a:pt x="11430" y="6350"/>
                  </a:lnTo>
                  <a:lnTo>
                    <a:pt x="11430" y="7620"/>
                  </a:lnTo>
                  <a:lnTo>
                    <a:pt x="742950" y="7620"/>
                  </a:lnTo>
                  <a:lnTo>
                    <a:pt x="742950" y="8890"/>
                  </a:lnTo>
                  <a:lnTo>
                    <a:pt x="744220" y="8890"/>
                  </a:lnTo>
                  <a:lnTo>
                    <a:pt x="744220" y="7620"/>
                  </a:lnTo>
                  <a:lnTo>
                    <a:pt x="745477" y="7620"/>
                  </a:lnTo>
                  <a:lnTo>
                    <a:pt x="745477" y="6350"/>
                  </a:lnTo>
                  <a:close/>
                </a:path>
                <a:path w="751840" h="27939">
                  <a:moveTo>
                    <a:pt x="748017" y="2540"/>
                  </a:moveTo>
                  <a:lnTo>
                    <a:pt x="15227" y="2540"/>
                  </a:lnTo>
                  <a:lnTo>
                    <a:pt x="15227" y="1270"/>
                  </a:lnTo>
                  <a:lnTo>
                    <a:pt x="13970" y="1270"/>
                  </a:lnTo>
                  <a:lnTo>
                    <a:pt x="13970" y="2540"/>
                  </a:lnTo>
                  <a:lnTo>
                    <a:pt x="13970" y="5080"/>
                  </a:lnTo>
                  <a:lnTo>
                    <a:pt x="745477" y="5080"/>
                  </a:lnTo>
                  <a:lnTo>
                    <a:pt x="745477" y="6350"/>
                  </a:lnTo>
                  <a:lnTo>
                    <a:pt x="746747" y="6350"/>
                  </a:lnTo>
                  <a:lnTo>
                    <a:pt x="746747" y="5080"/>
                  </a:lnTo>
                  <a:lnTo>
                    <a:pt x="748017" y="5080"/>
                  </a:lnTo>
                  <a:lnTo>
                    <a:pt x="748017" y="2540"/>
                  </a:lnTo>
                  <a:close/>
                </a:path>
                <a:path w="751840" h="27939">
                  <a:moveTo>
                    <a:pt x="751827" y="0"/>
                  </a:moveTo>
                  <a:lnTo>
                    <a:pt x="15227" y="0"/>
                  </a:lnTo>
                  <a:lnTo>
                    <a:pt x="15227" y="1270"/>
                  </a:lnTo>
                  <a:lnTo>
                    <a:pt x="749300" y="1270"/>
                  </a:lnTo>
                  <a:lnTo>
                    <a:pt x="749300" y="2540"/>
                  </a:lnTo>
                  <a:lnTo>
                    <a:pt x="750570" y="2540"/>
                  </a:lnTo>
                  <a:lnTo>
                    <a:pt x="750570" y="1270"/>
                  </a:lnTo>
                  <a:lnTo>
                    <a:pt x="751827" y="1270"/>
                  </a:lnTo>
                  <a:lnTo>
                    <a:pt x="751827" y="0"/>
                  </a:lnTo>
                  <a:close/>
                </a:path>
              </a:pathLst>
            </a:custGeom>
            <a:solidFill>
              <a:srgbClr val="A33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2" name="object 322"/>
          <p:cNvSpPr/>
          <p:nvPr/>
        </p:nvSpPr>
        <p:spPr>
          <a:xfrm>
            <a:off x="7886675" y="2536202"/>
            <a:ext cx="149860" cy="82550"/>
          </a:xfrm>
          <a:custGeom>
            <a:avLst/>
            <a:gdLst/>
            <a:ahLst/>
            <a:cxnLst/>
            <a:rect l="l" t="t" r="r" b="b"/>
            <a:pathLst>
              <a:path w="149859" h="82550">
                <a:moveTo>
                  <a:pt x="104152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82" y="2540"/>
                </a:lnTo>
                <a:lnTo>
                  <a:pt x="1282" y="1270"/>
                </a:lnTo>
                <a:lnTo>
                  <a:pt x="104152" y="1270"/>
                </a:lnTo>
                <a:lnTo>
                  <a:pt x="104152" y="0"/>
                </a:lnTo>
                <a:close/>
              </a:path>
              <a:path w="149859" h="82550">
                <a:moveTo>
                  <a:pt x="105397" y="1270"/>
                </a:moveTo>
                <a:lnTo>
                  <a:pt x="104152" y="1270"/>
                </a:lnTo>
                <a:lnTo>
                  <a:pt x="104152" y="2540"/>
                </a:lnTo>
                <a:lnTo>
                  <a:pt x="1282" y="2540"/>
                </a:lnTo>
                <a:lnTo>
                  <a:pt x="1282" y="5080"/>
                </a:lnTo>
                <a:lnTo>
                  <a:pt x="105397" y="5080"/>
                </a:lnTo>
                <a:lnTo>
                  <a:pt x="105397" y="2540"/>
                </a:lnTo>
                <a:lnTo>
                  <a:pt x="105397" y="1270"/>
                </a:lnTo>
                <a:close/>
              </a:path>
              <a:path w="149859" h="82550">
                <a:moveTo>
                  <a:pt x="106680" y="6350"/>
                </a:moveTo>
                <a:lnTo>
                  <a:pt x="2552" y="6350"/>
                </a:lnTo>
                <a:lnTo>
                  <a:pt x="2552" y="7594"/>
                </a:lnTo>
                <a:lnTo>
                  <a:pt x="106680" y="7594"/>
                </a:lnTo>
                <a:lnTo>
                  <a:pt x="106680" y="6350"/>
                </a:lnTo>
                <a:close/>
              </a:path>
              <a:path w="149859" h="82550">
                <a:moveTo>
                  <a:pt x="109232" y="8877"/>
                </a:moveTo>
                <a:lnTo>
                  <a:pt x="109207" y="7594"/>
                </a:lnTo>
                <a:lnTo>
                  <a:pt x="107950" y="7594"/>
                </a:lnTo>
                <a:lnTo>
                  <a:pt x="107950" y="8877"/>
                </a:lnTo>
                <a:lnTo>
                  <a:pt x="5080" y="8877"/>
                </a:lnTo>
                <a:lnTo>
                  <a:pt x="5080" y="12700"/>
                </a:lnTo>
                <a:lnTo>
                  <a:pt x="6350" y="12700"/>
                </a:lnTo>
                <a:lnTo>
                  <a:pt x="6350" y="11417"/>
                </a:lnTo>
                <a:lnTo>
                  <a:pt x="109232" y="11417"/>
                </a:lnTo>
                <a:lnTo>
                  <a:pt x="109232" y="8877"/>
                </a:lnTo>
                <a:close/>
              </a:path>
              <a:path w="149859" h="82550">
                <a:moveTo>
                  <a:pt x="110502" y="12700"/>
                </a:moveTo>
                <a:lnTo>
                  <a:pt x="6350" y="12700"/>
                </a:lnTo>
                <a:lnTo>
                  <a:pt x="6350" y="13944"/>
                </a:lnTo>
                <a:lnTo>
                  <a:pt x="6350" y="15227"/>
                </a:lnTo>
                <a:lnTo>
                  <a:pt x="7632" y="15240"/>
                </a:lnTo>
                <a:lnTo>
                  <a:pt x="7632" y="13970"/>
                </a:lnTo>
                <a:lnTo>
                  <a:pt x="110502" y="13970"/>
                </a:lnTo>
                <a:lnTo>
                  <a:pt x="110502" y="12700"/>
                </a:lnTo>
                <a:close/>
              </a:path>
              <a:path w="149859" h="82550">
                <a:moveTo>
                  <a:pt x="113030" y="15240"/>
                </a:moveTo>
                <a:lnTo>
                  <a:pt x="8902" y="15240"/>
                </a:lnTo>
                <a:lnTo>
                  <a:pt x="8902" y="17780"/>
                </a:lnTo>
                <a:lnTo>
                  <a:pt x="8902" y="19050"/>
                </a:lnTo>
                <a:lnTo>
                  <a:pt x="10147" y="19050"/>
                </a:lnTo>
                <a:lnTo>
                  <a:pt x="10147" y="17780"/>
                </a:lnTo>
                <a:lnTo>
                  <a:pt x="113030" y="17780"/>
                </a:lnTo>
                <a:lnTo>
                  <a:pt x="113030" y="15240"/>
                </a:lnTo>
                <a:close/>
              </a:path>
              <a:path w="149859" h="82550">
                <a:moveTo>
                  <a:pt x="116852" y="24117"/>
                </a:moveTo>
                <a:lnTo>
                  <a:pt x="116827" y="21577"/>
                </a:lnTo>
                <a:lnTo>
                  <a:pt x="115582" y="21577"/>
                </a:lnTo>
                <a:lnTo>
                  <a:pt x="115582" y="20294"/>
                </a:lnTo>
                <a:lnTo>
                  <a:pt x="114300" y="20294"/>
                </a:lnTo>
                <a:lnTo>
                  <a:pt x="114300" y="21577"/>
                </a:lnTo>
                <a:lnTo>
                  <a:pt x="11430" y="21577"/>
                </a:lnTo>
                <a:lnTo>
                  <a:pt x="11430" y="20320"/>
                </a:lnTo>
                <a:lnTo>
                  <a:pt x="114300" y="20320"/>
                </a:lnTo>
                <a:lnTo>
                  <a:pt x="114300" y="19050"/>
                </a:lnTo>
                <a:lnTo>
                  <a:pt x="114300" y="17780"/>
                </a:lnTo>
                <a:lnTo>
                  <a:pt x="113030" y="17780"/>
                </a:lnTo>
                <a:lnTo>
                  <a:pt x="113030" y="19050"/>
                </a:lnTo>
                <a:lnTo>
                  <a:pt x="10147" y="19050"/>
                </a:lnTo>
                <a:lnTo>
                  <a:pt x="10147" y="20320"/>
                </a:lnTo>
                <a:lnTo>
                  <a:pt x="10147" y="21590"/>
                </a:lnTo>
                <a:lnTo>
                  <a:pt x="11430" y="21590"/>
                </a:lnTo>
                <a:lnTo>
                  <a:pt x="11430" y="24117"/>
                </a:lnTo>
                <a:lnTo>
                  <a:pt x="116852" y="24117"/>
                </a:lnTo>
                <a:close/>
              </a:path>
              <a:path w="149859" h="82550">
                <a:moveTo>
                  <a:pt x="118097" y="24130"/>
                </a:moveTo>
                <a:lnTo>
                  <a:pt x="116852" y="24130"/>
                </a:lnTo>
                <a:lnTo>
                  <a:pt x="116852" y="25400"/>
                </a:lnTo>
                <a:lnTo>
                  <a:pt x="12700" y="25400"/>
                </a:lnTo>
                <a:lnTo>
                  <a:pt x="12700" y="26670"/>
                </a:lnTo>
                <a:lnTo>
                  <a:pt x="118097" y="26670"/>
                </a:lnTo>
                <a:lnTo>
                  <a:pt x="118097" y="25400"/>
                </a:lnTo>
                <a:lnTo>
                  <a:pt x="118097" y="24130"/>
                </a:lnTo>
                <a:close/>
              </a:path>
              <a:path w="149859" h="82550">
                <a:moveTo>
                  <a:pt x="119380" y="26670"/>
                </a:moveTo>
                <a:lnTo>
                  <a:pt x="118097" y="26670"/>
                </a:lnTo>
                <a:lnTo>
                  <a:pt x="118097" y="27940"/>
                </a:lnTo>
                <a:lnTo>
                  <a:pt x="15252" y="27940"/>
                </a:lnTo>
                <a:lnTo>
                  <a:pt x="15252" y="30480"/>
                </a:lnTo>
                <a:lnTo>
                  <a:pt x="15252" y="31750"/>
                </a:lnTo>
                <a:lnTo>
                  <a:pt x="16497" y="31750"/>
                </a:lnTo>
                <a:lnTo>
                  <a:pt x="16497" y="30480"/>
                </a:lnTo>
                <a:lnTo>
                  <a:pt x="119380" y="30480"/>
                </a:lnTo>
                <a:lnTo>
                  <a:pt x="119380" y="27940"/>
                </a:lnTo>
                <a:lnTo>
                  <a:pt x="119380" y="26670"/>
                </a:lnTo>
                <a:close/>
              </a:path>
              <a:path w="149859" h="82550">
                <a:moveTo>
                  <a:pt x="120650" y="31750"/>
                </a:moveTo>
                <a:lnTo>
                  <a:pt x="16497" y="31750"/>
                </a:lnTo>
                <a:lnTo>
                  <a:pt x="16497" y="33020"/>
                </a:lnTo>
                <a:lnTo>
                  <a:pt x="16497" y="34290"/>
                </a:lnTo>
                <a:lnTo>
                  <a:pt x="17780" y="34290"/>
                </a:lnTo>
                <a:lnTo>
                  <a:pt x="17780" y="33020"/>
                </a:lnTo>
                <a:lnTo>
                  <a:pt x="120650" y="33020"/>
                </a:lnTo>
                <a:lnTo>
                  <a:pt x="120650" y="31750"/>
                </a:lnTo>
                <a:close/>
              </a:path>
              <a:path w="149859" h="82550">
                <a:moveTo>
                  <a:pt x="123177" y="33020"/>
                </a:moveTo>
                <a:lnTo>
                  <a:pt x="121907" y="33020"/>
                </a:lnTo>
                <a:lnTo>
                  <a:pt x="121907" y="34290"/>
                </a:lnTo>
                <a:lnTo>
                  <a:pt x="17780" y="34290"/>
                </a:lnTo>
                <a:lnTo>
                  <a:pt x="17780" y="36830"/>
                </a:lnTo>
                <a:lnTo>
                  <a:pt x="123177" y="36830"/>
                </a:lnTo>
                <a:lnTo>
                  <a:pt x="123177" y="34290"/>
                </a:lnTo>
                <a:lnTo>
                  <a:pt x="123177" y="33020"/>
                </a:lnTo>
                <a:close/>
              </a:path>
              <a:path w="149859" h="82550">
                <a:moveTo>
                  <a:pt x="127000" y="40627"/>
                </a:moveTo>
                <a:lnTo>
                  <a:pt x="21602" y="40627"/>
                </a:lnTo>
                <a:lnTo>
                  <a:pt x="21602" y="39370"/>
                </a:lnTo>
                <a:lnTo>
                  <a:pt x="124447" y="39370"/>
                </a:lnTo>
                <a:lnTo>
                  <a:pt x="124447" y="38100"/>
                </a:lnTo>
                <a:lnTo>
                  <a:pt x="19050" y="38100"/>
                </a:lnTo>
                <a:lnTo>
                  <a:pt x="19050" y="39370"/>
                </a:lnTo>
                <a:lnTo>
                  <a:pt x="20332" y="39370"/>
                </a:lnTo>
                <a:lnTo>
                  <a:pt x="20332" y="40640"/>
                </a:lnTo>
                <a:lnTo>
                  <a:pt x="21602" y="40640"/>
                </a:lnTo>
                <a:lnTo>
                  <a:pt x="21602" y="43167"/>
                </a:lnTo>
                <a:lnTo>
                  <a:pt x="127000" y="43167"/>
                </a:lnTo>
                <a:lnTo>
                  <a:pt x="127000" y="40627"/>
                </a:lnTo>
                <a:close/>
              </a:path>
              <a:path w="149859" h="82550">
                <a:moveTo>
                  <a:pt x="128257" y="43180"/>
                </a:moveTo>
                <a:lnTo>
                  <a:pt x="127000" y="43180"/>
                </a:lnTo>
                <a:lnTo>
                  <a:pt x="127000" y="44450"/>
                </a:lnTo>
                <a:lnTo>
                  <a:pt x="22847" y="44450"/>
                </a:lnTo>
                <a:lnTo>
                  <a:pt x="22847" y="45720"/>
                </a:lnTo>
                <a:lnTo>
                  <a:pt x="128257" y="45720"/>
                </a:lnTo>
                <a:lnTo>
                  <a:pt x="128257" y="44450"/>
                </a:lnTo>
                <a:lnTo>
                  <a:pt x="128257" y="43180"/>
                </a:lnTo>
                <a:close/>
              </a:path>
              <a:path w="149859" h="82550">
                <a:moveTo>
                  <a:pt x="130797" y="46990"/>
                </a:moveTo>
                <a:lnTo>
                  <a:pt x="25400" y="46990"/>
                </a:lnTo>
                <a:lnTo>
                  <a:pt x="25400" y="49530"/>
                </a:lnTo>
                <a:lnTo>
                  <a:pt x="25400" y="50800"/>
                </a:lnTo>
                <a:lnTo>
                  <a:pt x="26682" y="50800"/>
                </a:lnTo>
                <a:lnTo>
                  <a:pt x="26682" y="49530"/>
                </a:lnTo>
                <a:lnTo>
                  <a:pt x="130797" y="49530"/>
                </a:lnTo>
                <a:lnTo>
                  <a:pt x="130797" y="46990"/>
                </a:lnTo>
                <a:close/>
              </a:path>
              <a:path w="149859" h="82550">
                <a:moveTo>
                  <a:pt x="132080" y="49530"/>
                </a:moveTo>
                <a:lnTo>
                  <a:pt x="130797" y="49530"/>
                </a:lnTo>
                <a:lnTo>
                  <a:pt x="130797" y="50800"/>
                </a:lnTo>
                <a:lnTo>
                  <a:pt x="26682" y="50800"/>
                </a:lnTo>
                <a:lnTo>
                  <a:pt x="26682" y="52070"/>
                </a:lnTo>
                <a:lnTo>
                  <a:pt x="26682" y="53340"/>
                </a:lnTo>
                <a:lnTo>
                  <a:pt x="27952" y="53340"/>
                </a:lnTo>
                <a:lnTo>
                  <a:pt x="27952" y="52070"/>
                </a:lnTo>
                <a:lnTo>
                  <a:pt x="132080" y="52070"/>
                </a:lnTo>
                <a:lnTo>
                  <a:pt x="132080" y="50800"/>
                </a:lnTo>
                <a:lnTo>
                  <a:pt x="132080" y="49530"/>
                </a:lnTo>
                <a:close/>
              </a:path>
              <a:path w="149859" h="82550">
                <a:moveTo>
                  <a:pt x="133350" y="52070"/>
                </a:moveTo>
                <a:lnTo>
                  <a:pt x="132080" y="52070"/>
                </a:lnTo>
                <a:lnTo>
                  <a:pt x="132080" y="53340"/>
                </a:lnTo>
                <a:lnTo>
                  <a:pt x="27952" y="53340"/>
                </a:lnTo>
                <a:lnTo>
                  <a:pt x="27952" y="55880"/>
                </a:lnTo>
                <a:lnTo>
                  <a:pt x="133350" y="55880"/>
                </a:lnTo>
                <a:lnTo>
                  <a:pt x="133350" y="53340"/>
                </a:lnTo>
                <a:lnTo>
                  <a:pt x="133350" y="52070"/>
                </a:lnTo>
                <a:close/>
              </a:path>
              <a:path w="149859" h="82550">
                <a:moveTo>
                  <a:pt x="135877" y="55880"/>
                </a:moveTo>
                <a:lnTo>
                  <a:pt x="134607" y="55880"/>
                </a:lnTo>
                <a:lnTo>
                  <a:pt x="134607" y="57150"/>
                </a:lnTo>
                <a:lnTo>
                  <a:pt x="29197" y="57150"/>
                </a:lnTo>
                <a:lnTo>
                  <a:pt x="29197" y="58420"/>
                </a:lnTo>
                <a:lnTo>
                  <a:pt x="135877" y="58420"/>
                </a:lnTo>
                <a:lnTo>
                  <a:pt x="135877" y="57150"/>
                </a:lnTo>
                <a:lnTo>
                  <a:pt x="135877" y="55880"/>
                </a:lnTo>
                <a:close/>
              </a:path>
              <a:path w="149859" h="82550">
                <a:moveTo>
                  <a:pt x="137147" y="58420"/>
                </a:moveTo>
                <a:lnTo>
                  <a:pt x="135877" y="58420"/>
                </a:lnTo>
                <a:lnTo>
                  <a:pt x="135877" y="59690"/>
                </a:lnTo>
                <a:lnTo>
                  <a:pt x="31750" y="59690"/>
                </a:lnTo>
                <a:lnTo>
                  <a:pt x="31750" y="62230"/>
                </a:lnTo>
                <a:lnTo>
                  <a:pt x="137147" y="62230"/>
                </a:lnTo>
                <a:lnTo>
                  <a:pt x="137147" y="59690"/>
                </a:lnTo>
                <a:lnTo>
                  <a:pt x="137147" y="58420"/>
                </a:lnTo>
                <a:close/>
              </a:path>
              <a:path w="149859" h="82550">
                <a:moveTo>
                  <a:pt x="138430" y="63500"/>
                </a:moveTo>
                <a:lnTo>
                  <a:pt x="33032" y="63500"/>
                </a:lnTo>
                <a:lnTo>
                  <a:pt x="33032" y="64744"/>
                </a:lnTo>
                <a:lnTo>
                  <a:pt x="138430" y="64744"/>
                </a:lnTo>
                <a:lnTo>
                  <a:pt x="138430" y="63500"/>
                </a:lnTo>
                <a:close/>
              </a:path>
              <a:path w="149859" h="82550">
                <a:moveTo>
                  <a:pt x="140957" y="66040"/>
                </a:moveTo>
                <a:lnTo>
                  <a:pt x="35547" y="66040"/>
                </a:lnTo>
                <a:lnTo>
                  <a:pt x="35547" y="68580"/>
                </a:lnTo>
                <a:lnTo>
                  <a:pt x="35547" y="69850"/>
                </a:lnTo>
                <a:lnTo>
                  <a:pt x="36830" y="69850"/>
                </a:lnTo>
                <a:lnTo>
                  <a:pt x="36830" y="68580"/>
                </a:lnTo>
                <a:lnTo>
                  <a:pt x="140957" y="68580"/>
                </a:lnTo>
                <a:lnTo>
                  <a:pt x="140957" y="66040"/>
                </a:lnTo>
                <a:close/>
              </a:path>
              <a:path w="149859" h="82550">
                <a:moveTo>
                  <a:pt x="144780" y="72377"/>
                </a:moveTo>
                <a:lnTo>
                  <a:pt x="38100" y="72377"/>
                </a:lnTo>
                <a:lnTo>
                  <a:pt x="38100" y="71120"/>
                </a:lnTo>
                <a:lnTo>
                  <a:pt x="142227" y="71120"/>
                </a:lnTo>
                <a:lnTo>
                  <a:pt x="142227" y="69850"/>
                </a:lnTo>
                <a:lnTo>
                  <a:pt x="36830" y="69850"/>
                </a:lnTo>
                <a:lnTo>
                  <a:pt x="36830" y="71120"/>
                </a:lnTo>
                <a:lnTo>
                  <a:pt x="36830" y="72390"/>
                </a:lnTo>
                <a:lnTo>
                  <a:pt x="38100" y="72390"/>
                </a:lnTo>
                <a:lnTo>
                  <a:pt x="38100" y="74917"/>
                </a:lnTo>
                <a:lnTo>
                  <a:pt x="144780" y="74917"/>
                </a:lnTo>
                <a:lnTo>
                  <a:pt x="144780" y="72377"/>
                </a:lnTo>
                <a:close/>
              </a:path>
              <a:path w="149859" h="82550">
                <a:moveTo>
                  <a:pt x="146050" y="74930"/>
                </a:moveTo>
                <a:lnTo>
                  <a:pt x="144780" y="74930"/>
                </a:lnTo>
                <a:lnTo>
                  <a:pt x="144780" y="76200"/>
                </a:lnTo>
                <a:lnTo>
                  <a:pt x="39382" y="76200"/>
                </a:lnTo>
                <a:lnTo>
                  <a:pt x="39382" y="77470"/>
                </a:lnTo>
                <a:lnTo>
                  <a:pt x="146050" y="77470"/>
                </a:lnTo>
                <a:lnTo>
                  <a:pt x="146050" y="76200"/>
                </a:lnTo>
                <a:lnTo>
                  <a:pt x="146050" y="74930"/>
                </a:lnTo>
                <a:close/>
              </a:path>
              <a:path w="149859" h="82550">
                <a:moveTo>
                  <a:pt x="147320" y="77470"/>
                </a:moveTo>
                <a:lnTo>
                  <a:pt x="146050" y="77470"/>
                </a:lnTo>
                <a:lnTo>
                  <a:pt x="146050" y="78740"/>
                </a:lnTo>
                <a:lnTo>
                  <a:pt x="41897" y="78740"/>
                </a:lnTo>
                <a:lnTo>
                  <a:pt x="41897" y="81280"/>
                </a:lnTo>
                <a:lnTo>
                  <a:pt x="41897" y="82550"/>
                </a:lnTo>
                <a:lnTo>
                  <a:pt x="43180" y="82550"/>
                </a:lnTo>
                <a:lnTo>
                  <a:pt x="43180" y="81280"/>
                </a:lnTo>
                <a:lnTo>
                  <a:pt x="147307" y="81280"/>
                </a:lnTo>
                <a:lnTo>
                  <a:pt x="147307" y="78740"/>
                </a:lnTo>
                <a:lnTo>
                  <a:pt x="147320" y="77470"/>
                </a:lnTo>
                <a:close/>
              </a:path>
              <a:path w="149859" h="82550">
                <a:moveTo>
                  <a:pt x="149847" y="81267"/>
                </a:moveTo>
                <a:lnTo>
                  <a:pt x="148577" y="81267"/>
                </a:lnTo>
                <a:lnTo>
                  <a:pt x="148577" y="82550"/>
                </a:lnTo>
                <a:lnTo>
                  <a:pt x="149847" y="82550"/>
                </a:lnTo>
                <a:lnTo>
                  <a:pt x="149847" y="81267"/>
                </a:lnTo>
                <a:close/>
              </a:path>
            </a:pathLst>
          </a:custGeom>
          <a:solidFill>
            <a:srgbClr val="A3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6228054" y="2665742"/>
            <a:ext cx="252729" cy="34290"/>
          </a:xfrm>
          <a:custGeom>
            <a:avLst/>
            <a:gdLst/>
            <a:ahLst/>
            <a:cxnLst/>
            <a:rect l="l" t="t" r="r" b="b"/>
            <a:pathLst>
              <a:path w="252729" h="34289">
                <a:moveTo>
                  <a:pt x="198120" y="31737"/>
                </a:moveTo>
                <a:lnTo>
                  <a:pt x="0" y="31737"/>
                </a:lnTo>
                <a:lnTo>
                  <a:pt x="0" y="34277"/>
                </a:lnTo>
                <a:lnTo>
                  <a:pt x="198120" y="34277"/>
                </a:lnTo>
                <a:lnTo>
                  <a:pt x="198120" y="31737"/>
                </a:lnTo>
                <a:close/>
              </a:path>
              <a:path w="252729" h="34289">
                <a:moveTo>
                  <a:pt x="201930" y="29210"/>
                </a:moveTo>
                <a:lnTo>
                  <a:pt x="2552" y="29210"/>
                </a:lnTo>
                <a:lnTo>
                  <a:pt x="2552" y="30480"/>
                </a:lnTo>
                <a:lnTo>
                  <a:pt x="199402" y="30480"/>
                </a:lnTo>
                <a:lnTo>
                  <a:pt x="199402" y="31750"/>
                </a:lnTo>
                <a:lnTo>
                  <a:pt x="200672" y="31750"/>
                </a:lnTo>
                <a:lnTo>
                  <a:pt x="200672" y="30480"/>
                </a:lnTo>
                <a:lnTo>
                  <a:pt x="201930" y="30480"/>
                </a:lnTo>
                <a:lnTo>
                  <a:pt x="201930" y="29210"/>
                </a:lnTo>
                <a:close/>
              </a:path>
              <a:path w="252729" h="34289">
                <a:moveTo>
                  <a:pt x="204470" y="25400"/>
                </a:moveTo>
                <a:lnTo>
                  <a:pt x="5080" y="25400"/>
                </a:lnTo>
                <a:lnTo>
                  <a:pt x="5080" y="24130"/>
                </a:lnTo>
                <a:lnTo>
                  <a:pt x="3822" y="24130"/>
                </a:lnTo>
                <a:lnTo>
                  <a:pt x="3822" y="25400"/>
                </a:lnTo>
                <a:lnTo>
                  <a:pt x="3822" y="27940"/>
                </a:lnTo>
                <a:lnTo>
                  <a:pt x="201930" y="27940"/>
                </a:lnTo>
                <a:lnTo>
                  <a:pt x="201930" y="29210"/>
                </a:lnTo>
                <a:lnTo>
                  <a:pt x="203200" y="29210"/>
                </a:lnTo>
                <a:lnTo>
                  <a:pt x="203200" y="27940"/>
                </a:lnTo>
                <a:lnTo>
                  <a:pt x="204470" y="27940"/>
                </a:lnTo>
                <a:lnTo>
                  <a:pt x="204470" y="25400"/>
                </a:lnTo>
                <a:close/>
              </a:path>
              <a:path w="252729" h="34289">
                <a:moveTo>
                  <a:pt x="209550" y="22860"/>
                </a:moveTo>
                <a:lnTo>
                  <a:pt x="6350" y="22860"/>
                </a:lnTo>
                <a:lnTo>
                  <a:pt x="6350" y="21590"/>
                </a:lnTo>
                <a:lnTo>
                  <a:pt x="5080" y="21590"/>
                </a:lnTo>
                <a:lnTo>
                  <a:pt x="5080" y="22860"/>
                </a:lnTo>
                <a:lnTo>
                  <a:pt x="5080" y="24130"/>
                </a:lnTo>
                <a:lnTo>
                  <a:pt x="205727" y="24130"/>
                </a:lnTo>
                <a:lnTo>
                  <a:pt x="205727" y="25400"/>
                </a:lnTo>
                <a:lnTo>
                  <a:pt x="207022" y="25400"/>
                </a:lnTo>
                <a:lnTo>
                  <a:pt x="207022" y="24130"/>
                </a:lnTo>
                <a:lnTo>
                  <a:pt x="209550" y="24130"/>
                </a:lnTo>
                <a:lnTo>
                  <a:pt x="209550" y="22860"/>
                </a:lnTo>
                <a:close/>
              </a:path>
              <a:path w="252729" h="34289">
                <a:moveTo>
                  <a:pt x="214630" y="19050"/>
                </a:moveTo>
                <a:lnTo>
                  <a:pt x="6350" y="19050"/>
                </a:lnTo>
                <a:lnTo>
                  <a:pt x="6350" y="21590"/>
                </a:lnTo>
                <a:lnTo>
                  <a:pt x="209550" y="21590"/>
                </a:lnTo>
                <a:lnTo>
                  <a:pt x="209550" y="22860"/>
                </a:lnTo>
                <a:lnTo>
                  <a:pt x="212077" y="22860"/>
                </a:lnTo>
                <a:lnTo>
                  <a:pt x="212077" y="21590"/>
                </a:lnTo>
                <a:lnTo>
                  <a:pt x="214630" y="21590"/>
                </a:lnTo>
                <a:lnTo>
                  <a:pt x="214630" y="19050"/>
                </a:lnTo>
                <a:close/>
              </a:path>
              <a:path w="252729" h="34289">
                <a:moveTo>
                  <a:pt x="222250" y="16510"/>
                </a:moveTo>
                <a:lnTo>
                  <a:pt x="8902" y="16510"/>
                </a:lnTo>
                <a:lnTo>
                  <a:pt x="8902" y="17780"/>
                </a:lnTo>
                <a:lnTo>
                  <a:pt x="217170" y="17780"/>
                </a:lnTo>
                <a:lnTo>
                  <a:pt x="217170" y="19050"/>
                </a:lnTo>
                <a:lnTo>
                  <a:pt x="219722" y="19050"/>
                </a:lnTo>
                <a:lnTo>
                  <a:pt x="219722" y="17780"/>
                </a:lnTo>
                <a:lnTo>
                  <a:pt x="222250" y="17780"/>
                </a:lnTo>
                <a:lnTo>
                  <a:pt x="222250" y="16510"/>
                </a:lnTo>
                <a:close/>
              </a:path>
              <a:path w="252729" h="34289">
                <a:moveTo>
                  <a:pt x="227330" y="12700"/>
                </a:moveTo>
                <a:lnTo>
                  <a:pt x="11430" y="12700"/>
                </a:lnTo>
                <a:lnTo>
                  <a:pt x="11430" y="11430"/>
                </a:lnTo>
                <a:lnTo>
                  <a:pt x="10172" y="11430"/>
                </a:lnTo>
                <a:lnTo>
                  <a:pt x="10172" y="12700"/>
                </a:lnTo>
                <a:lnTo>
                  <a:pt x="10172" y="15240"/>
                </a:lnTo>
                <a:lnTo>
                  <a:pt x="222250" y="15240"/>
                </a:lnTo>
                <a:lnTo>
                  <a:pt x="222250" y="16510"/>
                </a:lnTo>
                <a:lnTo>
                  <a:pt x="224802" y="16510"/>
                </a:lnTo>
                <a:lnTo>
                  <a:pt x="224802" y="15240"/>
                </a:lnTo>
                <a:lnTo>
                  <a:pt x="227330" y="15240"/>
                </a:lnTo>
                <a:lnTo>
                  <a:pt x="227330" y="12700"/>
                </a:lnTo>
                <a:close/>
              </a:path>
              <a:path w="252729" h="34289">
                <a:moveTo>
                  <a:pt x="234950" y="10160"/>
                </a:moveTo>
                <a:lnTo>
                  <a:pt x="12700" y="10160"/>
                </a:lnTo>
                <a:lnTo>
                  <a:pt x="12700" y="8890"/>
                </a:lnTo>
                <a:lnTo>
                  <a:pt x="11430" y="8890"/>
                </a:lnTo>
                <a:lnTo>
                  <a:pt x="11430" y="10160"/>
                </a:lnTo>
                <a:lnTo>
                  <a:pt x="11430" y="11430"/>
                </a:lnTo>
                <a:lnTo>
                  <a:pt x="229870" y="11430"/>
                </a:lnTo>
                <a:lnTo>
                  <a:pt x="229870" y="12700"/>
                </a:lnTo>
                <a:lnTo>
                  <a:pt x="232422" y="12700"/>
                </a:lnTo>
                <a:lnTo>
                  <a:pt x="232422" y="11430"/>
                </a:lnTo>
                <a:lnTo>
                  <a:pt x="234950" y="11430"/>
                </a:lnTo>
                <a:lnTo>
                  <a:pt x="234950" y="10160"/>
                </a:lnTo>
                <a:close/>
              </a:path>
              <a:path w="252729" h="34289">
                <a:moveTo>
                  <a:pt x="240030" y="6350"/>
                </a:moveTo>
                <a:lnTo>
                  <a:pt x="13982" y="6350"/>
                </a:lnTo>
                <a:lnTo>
                  <a:pt x="13982" y="5080"/>
                </a:lnTo>
                <a:lnTo>
                  <a:pt x="12700" y="5080"/>
                </a:lnTo>
                <a:lnTo>
                  <a:pt x="12700" y="6350"/>
                </a:lnTo>
                <a:lnTo>
                  <a:pt x="12700" y="8890"/>
                </a:lnTo>
                <a:lnTo>
                  <a:pt x="234950" y="8890"/>
                </a:lnTo>
                <a:lnTo>
                  <a:pt x="234950" y="10160"/>
                </a:lnTo>
                <a:lnTo>
                  <a:pt x="237477" y="10160"/>
                </a:lnTo>
                <a:lnTo>
                  <a:pt x="237477" y="8890"/>
                </a:lnTo>
                <a:lnTo>
                  <a:pt x="240030" y="8890"/>
                </a:lnTo>
                <a:lnTo>
                  <a:pt x="240030" y="6350"/>
                </a:lnTo>
                <a:close/>
              </a:path>
              <a:path w="252729" h="34289">
                <a:moveTo>
                  <a:pt x="247650" y="3810"/>
                </a:moveTo>
                <a:lnTo>
                  <a:pt x="15252" y="3810"/>
                </a:lnTo>
                <a:lnTo>
                  <a:pt x="15252" y="2540"/>
                </a:lnTo>
                <a:lnTo>
                  <a:pt x="13982" y="2540"/>
                </a:lnTo>
                <a:lnTo>
                  <a:pt x="13982" y="3810"/>
                </a:lnTo>
                <a:lnTo>
                  <a:pt x="13982" y="5080"/>
                </a:lnTo>
                <a:lnTo>
                  <a:pt x="242570" y="5080"/>
                </a:lnTo>
                <a:lnTo>
                  <a:pt x="242570" y="6350"/>
                </a:lnTo>
                <a:lnTo>
                  <a:pt x="245122" y="6350"/>
                </a:lnTo>
                <a:lnTo>
                  <a:pt x="245122" y="5080"/>
                </a:lnTo>
                <a:lnTo>
                  <a:pt x="247650" y="5080"/>
                </a:lnTo>
                <a:lnTo>
                  <a:pt x="247650" y="3810"/>
                </a:lnTo>
                <a:close/>
              </a:path>
              <a:path w="252729" h="34289">
                <a:moveTo>
                  <a:pt x="252730" y="0"/>
                </a:moveTo>
                <a:lnTo>
                  <a:pt x="15252" y="0"/>
                </a:lnTo>
                <a:lnTo>
                  <a:pt x="15252" y="2540"/>
                </a:lnTo>
                <a:lnTo>
                  <a:pt x="247650" y="2540"/>
                </a:lnTo>
                <a:lnTo>
                  <a:pt x="247650" y="3810"/>
                </a:lnTo>
                <a:lnTo>
                  <a:pt x="250202" y="3810"/>
                </a:lnTo>
                <a:lnTo>
                  <a:pt x="250202" y="2540"/>
                </a:lnTo>
                <a:lnTo>
                  <a:pt x="252730" y="2540"/>
                </a:lnTo>
                <a:lnTo>
                  <a:pt x="252730" y="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6595085" y="2678442"/>
            <a:ext cx="118110" cy="21590"/>
          </a:xfrm>
          <a:custGeom>
            <a:avLst/>
            <a:gdLst/>
            <a:ahLst/>
            <a:cxnLst/>
            <a:rect l="l" t="t" r="r" b="b"/>
            <a:pathLst>
              <a:path w="118109" h="21589">
                <a:moveTo>
                  <a:pt x="41922" y="19037"/>
                </a:moveTo>
                <a:lnTo>
                  <a:pt x="35572" y="19037"/>
                </a:lnTo>
                <a:lnTo>
                  <a:pt x="35572" y="21577"/>
                </a:lnTo>
                <a:lnTo>
                  <a:pt x="41922" y="21577"/>
                </a:lnTo>
                <a:lnTo>
                  <a:pt x="41922" y="19037"/>
                </a:lnTo>
                <a:close/>
              </a:path>
              <a:path w="118109" h="21589">
                <a:moveTo>
                  <a:pt x="57150" y="16510"/>
                </a:moveTo>
                <a:lnTo>
                  <a:pt x="27940" y="16510"/>
                </a:lnTo>
                <a:lnTo>
                  <a:pt x="27940" y="17754"/>
                </a:lnTo>
                <a:lnTo>
                  <a:pt x="30492" y="17754"/>
                </a:lnTo>
                <a:lnTo>
                  <a:pt x="30492" y="19037"/>
                </a:lnTo>
                <a:lnTo>
                  <a:pt x="33020" y="19037"/>
                </a:lnTo>
                <a:lnTo>
                  <a:pt x="33020" y="17754"/>
                </a:lnTo>
                <a:lnTo>
                  <a:pt x="46990" y="17754"/>
                </a:lnTo>
                <a:lnTo>
                  <a:pt x="46990" y="19037"/>
                </a:lnTo>
                <a:lnTo>
                  <a:pt x="52070" y="19037"/>
                </a:lnTo>
                <a:lnTo>
                  <a:pt x="52070" y="17754"/>
                </a:lnTo>
                <a:lnTo>
                  <a:pt x="57150" y="17754"/>
                </a:lnTo>
                <a:lnTo>
                  <a:pt x="57150" y="16510"/>
                </a:lnTo>
                <a:close/>
              </a:path>
              <a:path w="118109" h="21589">
                <a:moveTo>
                  <a:pt x="67322" y="12687"/>
                </a:moveTo>
                <a:lnTo>
                  <a:pt x="24142" y="12687"/>
                </a:lnTo>
                <a:lnTo>
                  <a:pt x="24142" y="15227"/>
                </a:lnTo>
                <a:lnTo>
                  <a:pt x="25400" y="15227"/>
                </a:lnTo>
                <a:lnTo>
                  <a:pt x="25400" y="16510"/>
                </a:lnTo>
                <a:lnTo>
                  <a:pt x="27940" y="16510"/>
                </a:lnTo>
                <a:lnTo>
                  <a:pt x="27940" y="15227"/>
                </a:lnTo>
                <a:lnTo>
                  <a:pt x="57150" y="15227"/>
                </a:lnTo>
                <a:lnTo>
                  <a:pt x="57150" y="16510"/>
                </a:lnTo>
                <a:lnTo>
                  <a:pt x="62217" y="16510"/>
                </a:lnTo>
                <a:lnTo>
                  <a:pt x="62217" y="15227"/>
                </a:lnTo>
                <a:lnTo>
                  <a:pt x="67322" y="15227"/>
                </a:lnTo>
                <a:lnTo>
                  <a:pt x="67322" y="12687"/>
                </a:lnTo>
                <a:close/>
              </a:path>
              <a:path w="118109" h="21589">
                <a:moveTo>
                  <a:pt x="82550" y="10160"/>
                </a:moveTo>
                <a:lnTo>
                  <a:pt x="16522" y="10160"/>
                </a:lnTo>
                <a:lnTo>
                  <a:pt x="16522" y="11404"/>
                </a:lnTo>
                <a:lnTo>
                  <a:pt x="19050" y="11404"/>
                </a:lnTo>
                <a:lnTo>
                  <a:pt x="19050" y="12687"/>
                </a:lnTo>
                <a:lnTo>
                  <a:pt x="21590" y="12687"/>
                </a:lnTo>
                <a:lnTo>
                  <a:pt x="21590" y="11404"/>
                </a:lnTo>
                <a:lnTo>
                  <a:pt x="72390" y="11404"/>
                </a:lnTo>
                <a:lnTo>
                  <a:pt x="72390" y="12687"/>
                </a:lnTo>
                <a:lnTo>
                  <a:pt x="77470" y="12687"/>
                </a:lnTo>
                <a:lnTo>
                  <a:pt x="77470" y="11404"/>
                </a:lnTo>
                <a:lnTo>
                  <a:pt x="82550" y="11404"/>
                </a:lnTo>
                <a:lnTo>
                  <a:pt x="82550" y="10160"/>
                </a:lnTo>
                <a:close/>
              </a:path>
              <a:path w="118109" h="21589">
                <a:moveTo>
                  <a:pt x="92697" y="6337"/>
                </a:moveTo>
                <a:lnTo>
                  <a:pt x="12700" y="6337"/>
                </a:lnTo>
                <a:lnTo>
                  <a:pt x="12700" y="8877"/>
                </a:lnTo>
                <a:lnTo>
                  <a:pt x="13970" y="8877"/>
                </a:lnTo>
                <a:lnTo>
                  <a:pt x="13970" y="10160"/>
                </a:lnTo>
                <a:lnTo>
                  <a:pt x="16522" y="10160"/>
                </a:lnTo>
                <a:lnTo>
                  <a:pt x="16522" y="8877"/>
                </a:lnTo>
                <a:lnTo>
                  <a:pt x="82550" y="8877"/>
                </a:lnTo>
                <a:lnTo>
                  <a:pt x="82550" y="10160"/>
                </a:lnTo>
                <a:lnTo>
                  <a:pt x="87617" y="10160"/>
                </a:lnTo>
                <a:lnTo>
                  <a:pt x="87617" y="8877"/>
                </a:lnTo>
                <a:lnTo>
                  <a:pt x="92697" y="8877"/>
                </a:lnTo>
                <a:lnTo>
                  <a:pt x="92697" y="6337"/>
                </a:lnTo>
                <a:close/>
              </a:path>
              <a:path w="118109" h="21589">
                <a:moveTo>
                  <a:pt x="107950" y="3810"/>
                </a:moveTo>
                <a:lnTo>
                  <a:pt x="5092" y="3810"/>
                </a:lnTo>
                <a:lnTo>
                  <a:pt x="5092" y="5080"/>
                </a:lnTo>
                <a:lnTo>
                  <a:pt x="7620" y="5080"/>
                </a:lnTo>
                <a:lnTo>
                  <a:pt x="7620" y="6350"/>
                </a:lnTo>
                <a:lnTo>
                  <a:pt x="10172" y="6350"/>
                </a:lnTo>
                <a:lnTo>
                  <a:pt x="10172" y="5080"/>
                </a:lnTo>
                <a:lnTo>
                  <a:pt x="97790" y="5080"/>
                </a:lnTo>
                <a:lnTo>
                  <a:pt x="97790" y="6350"/>
                </a:lnTo>
                <a:lnTo>
                  <a:pt x="102870" y="6350"/>
                </a:lnTo>
                <a:lnTo>
                  <a:pt x="102870" y="5080"/>
                </a:lnTo>
                <a:lnTo>
                  <a:pt x="107950" y="5080"/>
                </a:lnTo>
                <a:lnTo>
                  <a:pt x="107950" y="3810"/>
                </a:lnTo>
                <a:close/>
              </a:path>
              <a:path w="118109" h="21589">
                <a:moveTo>
                  <a:pt x="118097" y="0"/>
                </a:moveTo>
                <a:lnTo>
                  <a:pt x="0" y="0"/>
                </a:lnTo>
                <a:lnTo>
                  <a:pt x="0" y="2540"/>
                </a:lnTo>
                <a:lnTo>
                  <a:pt x="2540" y="2540"/>
                </a:lnTo>
                <a:lnTo>
                  <a:pt x="2540" y="3810"/>
                </a:lnTo>
                <a:lnTo>
                  <a:pt x="5092" y="3810"/>
                </a:lnTo>
                <a:lnTo>
                  <a:pt x="5092" y="2540"/>
                </a:lnTo>
                <a:lnTo>
                  <a:pt x="107950" y="2540"/>
                </a:lnTo>
                <a:lnTo>
                  <a:pt x="107950" y="3810"/>
                </a:lnTo>
                <a:lnTo>
                  <a:pt x="113042" y="3810"/>
                </a:lnTo>
                <a:lnTo>
                  <a:pt x="113042" y="2540"/>
                </a:lnTo>
                <a:lnTo>
                  <a:pt x="118097" y="2540"/>
                </a:lnTo>
                <a:lnTo>
                  <a:pt x="118097" y="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6877025" y="2664447"/>
            <a:ext cx="31750" cy="18415"/>
          </a:xfrm>
          <a:custGeom>
            <a:avLst/>
            <a:gdLst/>
            <a:ahLst/>
            <a:cxnLst/>
            <a:rect l="l" t="t" r="r" b="b"/>
            <a:pathLst>
              <a:path w="31750" h="18414">
                <a:moveTo>
                  <a:pt x="1282" y="0"/>
                </a:moveTo>
                <a:lnTo>
                  <a:pt x="0" y="0"/>
                </a:lnTo>
                <a:lnTo>
                  <a:pt x="0" y="1282"/>
                </a:lnTo>
                <a:lnTo>
                  <a:pt x="1282" y="1282"/>
                </a:lnTo>
                <a:lnTo>
                  <a:pt x="1282" y="0"/>
                </a:lnTo>
                <a:close/>
              </a:path>
              <a:path w="31750" h="18414">
                <a:moveTo>
                  <a:pt x="6350" y="13982"/>
                </a:moveTo>
                <a:lnTo>
                  <a:pt x="3810" y="13982"/>
                </a:lnTo>
                <a:lnTo>
                  <a:pt x="3810" y="17805"/>
                </a:lnTo>
                <a:lnTo>
                  <a:pt x="5080" y="17805"/>
                </a:lnTo>
                <a:lnTo>
                  <a:pt x="5080" y="16522"/>
                </a:lnTo>
                <a:lnTo>
                  <a:pt x="6350" y="16522"/>
                </a:lnTo>
                <a:lnTo>
                  <a:pt x="6350" y="13982"/>
                </a:lnTo>
                <a:close/>
              </a:path>
              <a:path w="31750" h="18414">
                <a:moveTo>
                  <a:pt x="13982" y="11455"/>
                </a:moveTo>
                <a:lnTo>
                  <a:pt x="2552" y="11455"/>
                </a:lnTo>
                <a:lnTo>
                  <a:pt x="2552" y="13982"/>
                </a:lnTo>
                <a:lnTo>
                  <a:pt x="3810" y="13982"/>
                </a:lnTo>
                <a:lnTo>
                  <a:pt x="3810" y="12700"/>
                </a:lnTo>
                <a:lnTo>
                  <a:pt x="8877" y="12700"/>
                </a:lnTo>
                <a:lnTo>
                  <a:pt x="8877" y="13982"/>
                </a:lnTo>
                <a:lnTo>
                  <a:pt x="11430" y="13982"/>
                </a:lnTo>
                <a:lnTo>
                  <a:pt x="11430" y="12700"/>
                </a:lnTo>
                <a:lnTo>
                  <a:pt x="13982" y="12700"/>
                </a:lnTo>
                <a:lnTo>
                  <a:pt x="13982" y="11455"/>
                </a:lnTo>
                <a:close/>
              </a:path>
              <a:path w="31750" h="18414">
                <a:moveTo>
                  <a:pt x="19050" y="7632"/>
                </a:moveTo>
                <a:lnTo>
                  <a:pt x="2552" y="7632"/>
                </a:lnTo>
                <a:lnTo>
                  <a:pt x="2552" y="10172"/>
                </a:lnTo>
                <a:lnTo>
                  <a:pt x="13982" y="10172"/>
                </a:lnTo>
                <a:lnTo>
                  <a:pt x="13982" y="11455"/>
                </a:lnTo>
                <a:lnTo>
                  <a:pt x="16510" y="11455"/>
                </a:lnTo>
                <a:lnTo>
                  <a:pt x="16510" y="10172"/>
                </a:lnTo>
                <a:lnTo>
                  <a:pt x="19050" y="10172"/>
                </a:lnTo>
                <a:lnTo>
                  <a:pt x="19050" y="7632"/>
                </a:lnTo>
                <a:close/>
              </a:path>
              <a:path w="31750" h="18414">
                <a:moveTo>
                  <a:pt x="26682" y="5105"/>
                </a:moveTo>
                <a:lnTo>
                  <a:pt x="1282" y="5105"/>
                </a:lnTo>
                <a:lnTo>
                  <a:pt x="1282" y="7632"/>
                </a:lnTo>
                <a:lnTo>
                  <a:pt x="2552" y="7632"/>
                </a:lnTo>
                <a:lnTo>
                  <a:pt x="2552" y="6350"/>
                </a:lnTo>
                <a:lnTo>
                  <a:pt x="21602" y="6350"/>
                </a:lnTo>
                <a:lnTo>
                  <a:pt x="21602" y="7632"/>
                </a:lnTo>
                <a:lnTo>
                  <a:pt x="24130" y="7632"/>
                </a:lnTo>
                <a:lnTo>
                  <a:pt x="24130" y="6350"/>
                </a:lnTo>
                <a:lnTo>
                  <a:pt x="26682" y="6350"/>
                </a:lnTo>
                <a:lnTo>
                  <a:pt x="26682" y="5105"/>
                </a:lnTo>
                <a:close/>
              </a:path>
              <a:path w="31750" h="18414">
                <a:moveTo>
                  <a:pt x="31750" y="1282"/>
                </a:moveTo>
                <a:lnTo>
                  <a:pt x="1282" y="1282"/>
                </a:lnTo>
                <a:lnTo>
                  <a:pt x="1282" y="3822"/>
                </a:lnTo>
                <a:lnTo>
                  <a:pt x="26682" y="3822"/>
                </a:lnTo>
                <a:lnTo>
                  <a:pt x="26682" y="5105"/>
                </a:lnTo>
                <a:lnTo>
                  <a:pt x="29210" y="5105"/>
                </a:lnTo>
                <a:lnTo>
                  <a:pt x="29210" y="3822"/>
                </a:lnTo>
                <a:lnTo>
                  <a:pt x="31750" y="3822"/>
                </a:lnTo>
                <a:lnTo>
                  <a:pt x="31750" y="1282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7962875" y="2682252"/>
            <a:ext cx="117475" cy="17780"/>
          </a:xfrm>
          <a:custGeom>
            <a:avLst/>
            <a:gdLst/>
            <a:ahLst/>
            <a:cxnLst/>
            <a:rect l="l" t="t" r="r" b="b"/>
            <a:pathLst>
              <a:path w="117475" h="17780">
                <a:moveTo>
                  <a:pt x="107950" y="0"/>
                </a:moveTo>
                <a:lnTo>
                  <a:pt x="0" y="0"/>
                </a:lnTo>
                <a:lnTo>
                  <a:pt x="0" y="1244"/>
                </a:lnTo>
                <a:lnTo>
                  <a:pt x="107950" y="1244"/>
                </a:lnTo>
                <a:lnTo>
                  <a:pt x="107950" y="0"/>
                </a:lnTo>
                <a:close/>
              </a:path>
              <a:path w="117475" h="17780">
                <a:moveTo>
                  <a:pt x="110502" y="2540"/>
                </a:moveTo>
                <a:lnTo>
                  <a:pt x="2552" y="2540"/>
                </a:lnTo>
                <a:lnTo>
                  <a:pt x="2552" y="5080"/>
                </a:lnTo>
                <a:lnTo>
                  <a:pt x="2552" y="6350"/>
                </a:lnTo>
                <a:lnTo>
                  <a:pt x="3797" y="6350"/>
                </a:lnTo>
                <a:lnTo>
                  <a:pt x="3797" y="5080"/>
                </a:lnTo>
                <a:lnTo>
                  <a:pt x="110502" y="5080"/>
                </a:lnTo>
                <a:lnTo>
                  <a:pt x="110502" y="2540"/>
                </a:lnTo>
                <a:close/>
              </a:path>
              <a:path w="117475" h="17780">
                <a:moveTo>
                  <a:pt x="111747" y="5080"/>
                </a:moveTo>
                <a:lnTo>
                  <a:pt x="110502" y="5080"/>
                </a:lnTo>
                <a:lnTo>
                  <a:pt x="110502" y="6350"/>
                </a:lnTo>
                <a:lnTo>
                  <a:pt x="3797" y="6350"/>
                </a:lnTo>
                <a:lnTo>
                  <a:pt x="3797" y="7620"/>
                </a:lnTo>
                <a:lnTo>
                  <a:pt x="111747" y="7620"/>
                </a:lnTo>
                <a:lnTo>
                  <a:pt x="111747" y="6350"/>
                </a:lnTo>
                <a:lnTo>
                  <a:pt x="111747" y="5080"/>
                </a:lnTo>
                <a:close/>
              </a:path>
              <a:path w="117475" h="17780">
                <a:moveTo>
                  <a:pt x="114300" y="8890"/>
                </a:moveTo>
                <a:lnTo>
                  <a:pt x="6350" y="8890"/>
                </a:lnTo>
                <a:lnTo>
                  <a:pt x="6350" y="11430"/>
                </a:lnTo>
                <a:lnTo>
                  <a:pt x="6350" y="12700"/>
                </a:lnTo>
                <a:lnTo>
                  <a:pt x="7632" y="12700"/>
                </a:lnTo>
                <a:lnTo>
                  <a:pt x="7632" y="11430"/>
                </a:lnTo>
                <a:lnTo>
                  <a:pt x="114300" y="11430"/>
                </a:lnTo>
                <a:lnTo>
                  <a:pt x="114300" y="8890"/>
                </a:lnTo>
                <a:close/>
              </a:path>
              <a:path w="117475" h="17780">
                <a:moveTo>
                  <a:pt x="115582" y="11430"/>
                </a:moveTo>
                <a:lnTo>
                  <a:pt x="114300" y="11430"/>
                </a:lnTo>
                <a:lnTo>
                  <a:pt x="114300" y="12700"/>
                </a:lnTo>
                <a:lnTo>
                  <a:pt x="7632" y="12700"/>
                </a:lnTo>
                <a:lnTo>
                  <a:pt x="7632" y="13970"/>
                </a:lnTo>
                <a:lnTo>
                  <a:pt x="7632" y="15240"/>
                </a:lnTo>
                <a:lnTo>
                  <a:pt x="8902" y="15240"/>
                </a:lnTo>
                <a:lnTo>
                  <a:pt x="8902" y="13970"/>
                </a:lnTo>
                <a:lnTo>
                  <a:pt x="115582" y="13970"/>
                </a:lnTo>
                <a:lnTo>
                  <a:pt x="115582" y="12700"/>
                </a:lnTo>
                <a:lnTo>
                  <a:pt x="115582" y="11430"/>
                </a:lnTo>
                <a:close/>
              </a:path>
              <a:path w="117475" h="17780">
                <a:moveTo>
                  <a:pt x="116852" y="13970"/>
                </a:moveTo>
                <a:lnTo>
                  <a:pt x="115582" y="13970"/>
                </a:lnTo>
                <a:lnTo>
                  <a:pt x="115582" y="15240"/>
                </a:lnTo>
                <a:lnTo>
                  <a:pt x="8902" y="15240"/>
                </a:lnTo>
                <a:lnTo>
                  <a:pt x="8902" y="17780"/>
                </a:lnTo>
                <a:lnTo>
                  <a:pt x="116852" y="17780"/>
                </a:lnTo>
                <a:lnTo>
                  <a:pt x="116852" y="15240"/>
                </a:lnTo>
                <a:lnTo>
                  <a:pt x="116852" y="1397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6483336" y="2664444"/>
            <a:ext cx="3175" cy="1270"/>
          </a:xfrm>
          <a:custGeom>
            <a:avLst/>
            <a:gdLst/>
            <a:ahLst/>
            <a:cxnLst/>
            <a:rect l="l" t="t" r="r" b="b"/>
            <a:pathLst>
              <a:path w="3175" h="1269">
                <a:moveTo>
                  <a:pt x="2549" y="1274"/>
                </a:moveTo>
                <a:lnTo>
                  <a:pt x="0" y="1274"/>
                </a:lnTo>
                <a:lnTo>
                  <a:pt x="0" y="0"/>
                </a:lnTo>
                <a:lnTo>
                  <a:pt x="2549" y="0"/>
                </a:lnTo>
                <a:lnTo>
                  <a:pt x="2549" y="1274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6572225" y="2665742"/>
            <a:ext cx="192405" cy="12700"/>
          </a:xfrm>
          <a:custGeom>
            <a:avLst/>
            <a:gdLst/>
            <a:ahLst/>
            <a:cxnLst/>
            <a:rect l="l" t="t" r="r" b="b"/>
            <a:pathLst>
              <a:path w="192404" h="12700">
                <a:moveTo>
                  <a:pt x="156210" y="10160"/>
                </a:moveTo>
                <a:lnTo>
                  <a:pt x="16510" y="10160"/>
                </a:lnTo>
                <a:lnTo>
                  <a:pt x="16510" y="11430"/>
                </a:lnTo>
                <a:lnTo>
                  <a:pt x="19050" y="11430"/>
                </a:lnTo>
                <a:lnTo>
                  <a:pt x="19050" y="12700"/>
                </a:lnTo>
                <a:lnTo>
                  <a:pt x="21602" y="12700"/>
                </a:lnTo>
                <a:lnTo>
                  <a:pt x="21602" y="11430"/>
                </a:lnTo>
                <a:lnTo>
                  <a:pt x="146050" y="11430"/>
                </a:lnTo>
                <a:lnTo>
                  <a:pt x="146050" y="12700"/>
                </a:lnTo>
                <a:lnTo>
                  <a:pt x="151130" y="12700"/>
                </a:lnTo>
                <a:lnTo>
                  <a:pt x="151130" y="11430"/>
                </a:lnTo>
                <a:lnTo>
                  <a:pt x="156210" y="11430"/>
                </a:lnTo>
                <a:lnTo>
                  <a:pt x="156210" y="10160"/>
                </a:lnTo>
                <a:close/>
              </a:path>
              <a:path w="192404" h="12700">
                <a:moveTo>
                  <a:pt x="166382" y="6350"/>
                </a:moveTo>
                <a:lnTo>
                  <a:pt x="11430" y="6350"/>
                </a:lnTo>
                <a:lnTo>
                  <a:pt x="11430" y="8890"/>
                </a:lnTo>
                <a:lnTo>
                  <a:pt x="13982" y="8890"/>
                </a:lnTo>
                <a:lnTo>
                  <a:pt x="13982" y="10160"/>
                </a:lnTo>
                <a:lnTo>
                  <a:pt x="16510" y="10160"/>
                </a:lnTo>
                <a:lnTo>
                  <a:pt x="16510" y="8890"/>
                </a:lnTo>
                <a:lnTo>
                  <a:pt x="156210" y="8890"/>
                </a:lnTo>
                <a:lnTo>
                  <a:pt x="156210" y="10160"/>
                </a:lnTo>
                <a:lnTo>
                  <a:pt x="161302" y="10160"/>
                </a:lnTo>
                <a:lnTo>
                  <a:pt x="161302" y="8890"/>
                </a:lnTo>
                <a:lnTo>
                  <a:pt x="166382" y="8890"/>
                </a:lnTo>
                <a:lnTo>
                  <a:pt x="166382" y="6350"/>
                </a:lnTo>
                <a:close/>
              </a:path>
              <a:path w="192404" h="12700">
                <a:moveTo>
                  <a:pt x="181610" y="3810"/>
                </a:moveTo>
                <a:lnTo>
                  <a:pt x="5080" y="3810"/>
                </a:lnTo>
                <a:lnTo>
                  <a:pt x="5080" y="5080"/>
                </a:lnTo>
                <a:lnTo>
                  <a:pt x="7632" y="5080"/>
                </a:lnTo>
                <a:lnTo>
                  <a:pt x="7632" y="6350"/>
                </a:lnTo>
                <a:lnTo>
                  <a:pt x="8902" y="6350"/>
                </a:lnTo>
                <a:lnTo>
                  <a:pt x="8902" y="5080"/>
                </a:lnTo>
                <a:lnTo>
                  <a:pt x="171450" y="5080"/>
                </a:lnTo>
                <a:lnTo>
                  <a:pt x="171450" y="6350"/>
                </a:lnTo>
                <a:lnTo>
                  <a:pt x="176530" y="6350"/>
                </a:lnTo>
                <a:lnTo>
                  <a:pt x="176530" y="5080"/>
                </a:lnTo>
                <a:lnTo>
                  <a:pt x="181610" y="5080"/>
                </a:lnTo>
                <a:lnTo>
                  <a:pt x="181610" y="3810"/>
                </a:lnTo>
                <a:close/>
              </a:path>
              <a:path w="192404" h="12700">
                <a:moveTo>
                  <a:pt x="191782" y="0"/>
                </a:moveTo>
                <a:lnTo>
                  <a:pt x="0" y="0"/>
                </a:lnTo>
                <a:lnTo>
                  <a:pt x="0" y="2540"/>
                </a:lnTo>
                <a:lnTo>
                  <a:pt x="2552" y="2540"/>
                </a:lnTo>
                <a:lnTo>
                  <a:pt x="2552" y="3810"/>
                </a:lnTo>
                <a:lnTo>
                  <a:pt x="5080" y="3810"/>
                </a:lnTo>
                <a:lnTo>
                  <a:pt x="5080" y="2540"/>
                </a:lnTo>
                <a:lnTo>
                  <a:pt x="181610" y="2540"/>
                </a:lnTo>
                <a:lnTo>
                  <a:pt x="181610" y="3810"/>
                </a:lnTo>
                <a:lnTo>
                  <a:pt x="186702" y="3810"/>
                </a:lnTo>
                <a:lnTo>
                  <a:pt x="186702" y="2540"/>
                </a:lnTo>
                <a:lnTo>
                  <a:pt x="191782" y="2540"/>
                </a:lnTo>
                <a:lnTo>
                  <a:pt x="191782" y="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6868135" y="2618752"/>
            <a:ext cx="102870" cy="46990"/>
          </a:xfrm>
          <a:custGeom>
            <a:avLst/>
            <a:gdLst/>
            <a:ahLst/>
            <a:cxnLst/>
            <a:rect l="l" t="t" r="r" b="b"/>
            <a:pathLst>
              <a:path w="102870" h="46989">
                <a:moveTo>
                  <a:pt x="48272" y="44450"/>
                </a:moveTo>
                <a:lnTo>
                  <a:pt x="8890" y="44450"/>
                </a:lnTo>
                <a:lnTo>
                  <a:pt x="8890" y="46977"/>
                </a:lnTo>
                <a:lnTo>
                  <a:pt x="10172" y="46977"/>
                </a:lnTo>
                <a:lnTo>
                  <a:pt x="10172" y="45694"/>
                </a:lnTo>
                <a:lnTo>
                  <a:pt x="43192" y="45694"/>
                </a:lnTo>
                <a:lnTo>
                  <a:pt x="43192" y="46977"/>
                </a:lnTo>
                <a:lnTo>
                  <a:pt x="45720" y="46977"/>
                </a:lnTo>
                <a:lnTo>
                  <a:pt x="45720" y="45694"/>
                </a:lnTo>
                <a:lnTo>
                  <a:pt x="48272" y="45694"/>
                </a:lnTo>
                <a:lnTo>
                  <a:pt x="48272" y="44450"/>
                </a:lnTo>
                <a:close/>
              </a:path>
              <a:path w="102870" h="46989">
                <a:moveTo>
                  <a:pt x="53340" y="40627"/>
                </a:moveTo>
                <a:lnTo>
                  <a:pt x="8890" y="40627"/>
                </a:lnTo>
                <a:lnTo>
                  <a:pt x="8890" y="43167"/>
                </a:lnTo>
                <a:lnTo>
                  <a:pt x="48272" y="43167"/>
                </a:lnTo>
                <a:lnTo>
                  <a:pt x="48272" y="44450"/>
                </a:lnTo>
                <a:lnTo>
                  <a:pt x="50800" y="44450"/>
                </a:lnTo>
                <a:lnTo>
                  <a:pt x="50800" y="43167"/>
                </a:lnTo>
                <a:lnTo>
                  <a:pt x="53340" y="43167"/>
                </a:lnTo>
                <a:lnTo>
                  <a:pt x="53340" y="40627"/>
                </a:lnTo>
                <a:close/>
              </a:path>
              <a:path w="102870" h="46989">
                <a:moveTo>
                  <a:pt x="60972" y="38100"/>
                </a:moveTo>
                <a:lnTo>
                  <a:pt x="7620" y="38100"/>
                </a:lnTo>
                <a:lnTo>
                  <a:pt x="7620" y="40627"/>
                </a:lnTo>
                <a:lnTo>
                  <a:pt x="8890" y="40627"/>
                </a:lnTo>
                <a:lnTo>
                  <a:pt x="8890" y="39344"/>
                </a:lnTo>
                <a:lnTo>
                  <a:pt x="55892" y="39344"/>
                </a:lnTo>
                <a:lnTo>
                  <a:pt x="55892" y="40627"/>
                </a:lnTo>
                <a:lnTo>
                  <a:pt x="58420" y="40627"/>
                </a:lnTo>
                <a:lnTo>
                  <a:pt x="58420" y="39344"/>
                </a:lnTo>
                <a:lnTo>
                  <a:pt x="60972" y="39344"/>
                </a:lnTo>
                <a:lnTo>
                  <a:pt x="60972" y="38100"/>
                </a:lnTo>
                <a:close/>
              </a:path>
              <a:path w="102870" h="46989">
                <a:moveTo>
                  <a:pt x="66040" y="34277"/>
                </a:moveTo>
                <a:lnTo>
                  <a:pt x="7620" y="34277"/>
                </a:lnTo>
                <a:lnTo>
                  <a:pt x="7620" y="36817"/>
                </a:lnTo>
                <a:lnTo>
                  <a:pt x="60972" y="36817"/>
                </a:lnTo>
                <a:lnTo>
                  <a:pt x="60972" y="38100"/>
                </a:lnTo>
                <a:lnTo>
                  <a:pt x="63500" y="38100"/>
                </a:lnTo>
                <a:lnTo>
                  <a:pt x="63500" y="36817"/>
                </a:lnTo>
                <a:lnTo>
                  <a:pt x="66040" y="36817"/>
                </a:lnTo>
                <a:lnTo>
                  <a:pt x="66040" y="34277"/>
                </a:lnTo>
                <a:close/>
              </a:path>
              <a:path w="102870" h="46989">
                <a:moveTo>
                  <a:pt x="72390" y="31750"/>
                </a:moveTo>
                <a:lnTo>
                  <a:pt x="6350" y="31750"/>
                </a:lnTo>
                <a:lnTo>
                  <a:pt x="6350" y="34277"/>
                </a:lnTo>
                <a:lnTo>
                  <a:pt x="7620" y="34277"/>
                </a:lnTo>
                <a:lnTo>
                  <a:pt x="7620" y="32994"/>
                </a:lnTo>
                <a:lnTo>
                  <a:pt x="68567" y="32994"/>
                </a:lnTo>
                <a:lnTo>
                  <a:pt x="68567" y="34277"/>
                </a:lnTo>
                <a:lnTo>
                  <a:pt x="71120" y="34277"/>
                </a:lnTo>
                <a:lnTo>
                  <a:pt x="71120" y="32994"/>
                </a:lnTo>
                <a:lnTo>
                  <a:pt x="72390" y="32994"/>
                </a:lnTo>
                <a:lnTo>
                  <a:pt x="72390" y="31750"/>
                </a:lnTo>
                <a:close/>
              </a:path>
              <a:path w="102870" h="46989">
                <a:moveTo>
                  <a:pt x="74917" y="27927"/>
                </a:moveTo>
                <a:lnTo>
                  <a:pt x="6350" y="27927"/>
                </a:lnTo>
                <a:lnTo>
                  <a:pt x="6350" y="30467"/>
                </a:lnTo>
                <a:lnTo>
                  <a:pt x="72390" y="30467"/>
                </a:lnTo>
                <a:lnTo>
                  <a:pt x="72390" y="31750"/>
                </a:lnTo>
                <a:lnTo>
                  <a:pt x="73647" y="31750"/>
                </a:lnTo>
                <a:lnTo>
                  <a:pt x="73647" y="30467"/>
                </a:lnTo>
                <a:lnTo>
                  <a:pt x="74917" y="30467"/>
                </a:lnTo>
                <a:lnTo>
                  <a:pt x="74917" y="27927"/>
                </a:lnTo>
                <a:close/>
              </a:path>
              <a:path w="102870" h="46989">
                <a:moveTo>
                  <a:pt x="78740" y="25400"/>
                </a:moveTo>
                <a:lnTo>
                  <a:pt x="5092" y="25400"/>
                </a:lnTo>
                <a:lnTo>
                  <a:pt x="5092" y="27927"/>
                </a:lnTo>
                <a:lnTo>
                  <a:pt x="6350" y="27927"/>
                </a:lnTo>
                <a:lnTo>
                  <a:pt x="6350" y="26644"/>
                </a:lnTo>
                <a:lnTo>
                  <a:pt x="76200" y="26644"/>
                </a:lnTo>
                <a:lnTo>
                  <a:pt x="76200" y="27927"/>
                </a:lnTo>
                <a:lnTo>
                  <a:pt x="77470" y="27927"/>
                </a:lnTo>
                <a:lnTo>
                  <a:pt x="77470" y="26644"/>
                </a:lnTo>
                <a:lnTo>
                  <a:pt x="78740" y="26644"/>
                </a:lnTo>
                <a:lnTo>
                  <a:pt x="78740" y="25400"/>
                </a:lnTo>
                <a:close/>
              </a:path>
              <a:path w="102870" h="46989">
                <a:moveTo>
                  <a:pt x="81292" y="21577"/>
                </a:moveTo>
                <a:lnTo>
                  <a:pt x="5092" y="21577"/>
                </a:lnTo>
                <a:lnTo>
                  <a:pt x="5092" y="24117"/>
                </a:lnTo>
                <a:lnTo>
                  <a:pt x="78740" y="24117"/>
                </a:lnTo>
                <a:lnTo>
                  <a:pt x="78740" y="25400"/>
                </a:lnTo>
                <a:lnTo>
                  <a:pt x="80022" y="25400"/>
                </a:lnTo>
                <a:lnTo>
                  <a:pt x="80022" y="24117"/>
                </a:lnTo>
                <a:lnTo>
                  <a:pt x="81292" y="24117"/>
                </a:lnTo>
                <a:lnTo>
                  <a:pt x="81292" y="21577"/>
                </a:lnTo>
                <a:close/>
              </a:path>
              <a:path w="102870" h="46989">
                <a:moveTo>
                  <a:pt x="85090" y="19050"/>
                </a:moveTo>
                <a:lnTo>
                  <a:pt x="3822" y="19050"/>
                </a:lnTo>
                <a:lnTo>
                  <a:pt x="3822" y="21577"/>
                </a:lnTo>
                <a:lnTo>
                  <a:pt x="5092" y="21577"/>
                </a:lnTo>
                <a:lnTo>
                  <a:pt x="5092" y="20294"/>
                </a:lnTo>
                <a:lnTo>
                  <a:pt x="82550" y="20294"/>
                </a:lnTo>
                <a:lnTo>
                  <a:pt x="82550" y="21577"/>
                </a:lnTo>
                <a:lnTo>
                  <a:pt x="83820" y="21577"/>
                </a:lnTo>
                <a:lnTo>
                  <a:pt x="83820" y="20294"/>
                </a:lnTo>
                <a:lnTo>
                  <a:pt x="85090" y="20294"/>
                </a:lnTo>
                <a:lnTo>
                  <a:pt x="85090" y="19050"/>
                </a:lnTo>
                <a:close/>
              </a:path>
              <a:path w="102870" h="46989">
                <a:moveTo>
                  <a:pt x="87642" y="15227"/>
                </a:moveTo>
                <a:lnTo>
                  <a:pt x="3822" y="15227"/>
                </a:lnTo>
                <a:lnTo>
                  <a:pt x="3822" y="17767"/>
                </a:lnTo>
                <a:lnTo>
                  <a:pt x="85090" y="17767"/>
                </a:lnTo>
                <a:lnTo>
                  <a:pt x="85090" y="19050"/>
                </a:lnTo>
                <a:lnTo>
                  <a:pt x="86372" y="19050"/>
                </a:lnTo>
                <a:lnTo>
                  <a:pt x="86372" y="17767"/>
                </a:lnTo>
                <a:lnTo>
                  <a:pt x="87642" y="17767"/>
                </a:lnTo>
                <a:lnTo>
                  <a:pt x="87642" y="15227"/>
                </a:lnTo>
                <a:close/>
              </a:path>
              <a:path w="102870" h="46989">
                <a:moveTo>
                  <a:pt x="91440" y="12700"/>
                </a:moveTo>
                <a:lnTo>
                  <a:pt x="2540" y="12700"/>
                </a:lnTo>
                <a:lnTo>
                  <a:pt x="2540" y="15227"/>
                </a:lnTo>
                <a:lnTo>
                  <a:pt x="3822" y="15227"/>
                </a:lnTo>
                <a:lnTo>
                  <a:pt x="3822" y="13944"/>
                </a:lnTo>
                <a:lnTo>
                  <a:pt x="88900" y="13944"/>
                </a:lnTo>
                <a:lnTo>
                  <a:pt x="88900" y="15227"/>
                </a:lnTo>
                <a:lnTo>
                  <a:pt x="90170" y="15227"/>
                </a:lnTo>
                <a:lnTo>
                  <a:pt x="90170" y="13944"/>
                </a:lnTo>
                <a:lnTo>
                  <a:pt x="91440" y="13944"/>
                </a:lnTo>
                <a:lnTo>
                  <a:pt x="91440" y="12700"/>
                </a:lnTo>
                <a:close/>
              </a:path>
              <a:path w="102870" h="46989">
                <a:moveTo>
                  <a:pt x="93992" y="8890"/>
                </a:moveTo>
                <a:lnTo>
                  <a:pt x="2540" y="8890"/>
                </a:lnTo>
                <a:lnTo>
                  <a:pt x="2540" y="11430"/>
                </a:lnTo>
                <a:lnTo>
                  <a:pt x="91440" y="11430"/>
                </a:lnTo>
                <a:lnTo>
                  <a:pt x="91440" y="12700"/>
                </a:lnTo>
                <a:lnTo>
                  <a:pt x="92722" y="12700"/>
                </a:lnTo>
                <a:lnTo>
                  <a:pt x="92722" y="11430"/>
                </a:lnTo>
                <a:lnTo>
                  <a:pt x="93992" y="11430"/>
                </a:lnTo>
                <a:lnTo>
                  <a:pt x="93992" y="8890"/>
                </a:lnTo>
                <a:close/>
              </a:path>
              <a:path w="102870" h="46989">
                <a:moveTo>
                  <a:pt x="96520" y="6350"/>
                </a:moveTo>
                <a:lnTo>
                  <a:pt x="1270" y="6350"/>
                </a:lnTo>
                <a:lnTo>
                  <a:pt x="1270" y="7620"/>
                </a:lnTo>
                <a:lnTo>
                  <a:pt x="1270" y="8890"/>
                </a:lnTo>
                <a:lnTo>
                  <a:pt x="2540" y="8890"/>
                </a:lnTo>
                <a:lnTo>
                  <a:pt x="2540" y="7620"/>
                </a:lnTo>
                <a:lnTo>
                  <a:pt x="96520" y="7620"/>
                </a:lnTo>
                <a:lnTo>
                  <a:pt x="96520" y="6350"/>
                </a:lnTo>
                <a:close/>
              </a:path>
              <a:path w="102870" h="46989">
                <a:moveTo>
                  <a:pt x="99072" y="2540"/>
                </a:moveTo>
                <a:lnTo>
                  <a:pt x="1270" y="2540"/>
                </a:lnTo>
                <a:lnTo>
                  <a:pt x="1270" y="5080"/>
                </a:lnTo>
                <a:lnTo>
                  <a:pt x="96520" y="5080"/>
                </a:lnTo>
                <a:lnTo>
                  <a:pt x="96520" y="6350"/>
                </a:lnTo>
                <a:lnTo>
                  <a:pt x="97790" y="6350"/>
                </a:lnTo>
                <a:lnTo>
                  <a:pt x="97790" y="5080"/>
                </a:lnTo>
                <a:lnTo>
                  <a:pt x="99072" y="5080"/>
                </a:lnTo>
                <a:lnTo>
                  <a:pt x="99072" y="2540"/>
                </a:lnTo>
                <a:close/>
              </a:path>
              <a:path w="102870" h="46989">
                <a:moveTo>
                  <a:pt x="102870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100317" y="1270"/>
                </a:lnTo>
                <a:lnTo>
                  <a:pt x="100317" y="2540"/>
                </a:lnTo>
                <a:lnTo>
                  <a:pt x="101600" y="2540"/>
                </a:lnTo>
                <a:lnTo>
                  <a:pt x="101600" y="1270"/>
                </a:lnTo>
                <a:lnTo>
                  <a:pt x="102870" y="1270"/>
                </a:lnTo>
                <a:lnTo>
                  <a:pt x="102870" y="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7946377" y="2650502"/>
            <a:ext cx="123189" cy="30480"/>
          </a:xfrm>
          <a:custGeom>
            <a:avLst/>
            <a:gdLst/>
            <a:ahLst/>
            <a:cxnLst/>
            <a:rect l="l" t="t" r="r" b="b"/>
            <a:pathLst>
              <a:path w="123190" h="30480">
                <a:moveTo>
                  <a:pt x="106680" y="0"/>
                </a:moveTo>
                <a:lnTo>
                  <a:pt x="0" y="0"/>
                </a:lnTo>
                <a:lnTo>
                  <a:pt x="0" y="1244"/>
                </a:lnTo>
                <a:lnTo>
                  <a:pt x="106680" y="1244"/>
                </a:lnTo>
                <a:lnTo>
                  <a:pt x="106680" y="0"/>
                </a:lnTo>
                <a:close/>
              </a:path>
              <a:path w="123190" h="30480">
                <a:moveTo>
                  <a:pt x="109194" y="1270"/>
                </a:moveTo>
                <a:lnTo>
                  <a:pt x="107924" y="1270"/>
                </a:lnTo>
                <a:lnTo>
                  <a:pt x="107924" y="2540"/>
                </a:lnTo>
                <a:lnTo>
                  <a:pt x="2527" y="2540"/>
                </a:lnTo>
                <a:lnTo>
                  <a:pt x="2527" y="5080"/>
                </a:lnTo>
                <a:lnTo>
                  <a:pt x="2527" y="6350"/>
                </a:lnTo>
                <a:lnTo>
                  <a:pt x="3797" y="6350"/>
                </a:lnTo>
                <a:lnTo>
                  <a:pt x="3797" y="5080"/>
                </a:lnTo>
                <a:lnTo>
                  <a:pt x="109194" y="5080"/>
                </a:lnTo>
                <a:lnTo>
                  <a:pt x="109194" y="2540"/>
                </a:lnTo>
                <a:lnTo>
                  <a:pt x="109194" y="1270"/>
                </a:lnTo>
                <a:close/>
              </a:path>
              <a:path w="123190" h="30480">
                <a:moveTo>
                  <a:pt x="113030" y="8877"/>
                </a:moveTo>
                <a:lnTo>
                  <a:pt x="5080" y="8877"/>
                </a:lnTo>
                <a:lnTo>
                  <a:pt x="5080" y="7620"/>
                </a:lnTo>
                <a:lnTo>
                  <a:pt x="110477" y="7620"/>
                </a:lnTo>
                <a:lnTo>
                  <a:pt x="110477" y="6350"/>
                </a:lnTo>
                <a:lnTo>
                  <a:pt x="3797" y="6350"/>
                </a:lnTo>
                <a:lnTo>
                  <a:pt x="3797" y="7620"/>
                </a:lnTo>
                <a:lnTo>
                  <a:pt x="3797" y="8890"/>
                </a:lnTo>
                <a:lnTo>
                  <a:pt x="5080" y="8890"/>
                </a:lnTo>
                <a:lnTo>
                  <a:pt x="5080" y="11417"/>
                </a:lnTo>
                <a:lnTo>
                  <a:pt x="113030" y="11417"/>
                </a:lnTo>
                <a:lnTo>
                  <a:pt x="113030" y="8877"/>
                </a:lnTo>
                <a:close/>
              </a:path>
              <a:path w="123190" h="30480">
                <a:moveTo>
                  <a:pt x="116827" y="15240"/>
                </a:moveTo>
                <a:lnTo>
                  <a:pt x="115544" y="15240"/>
                </a:lnTo>
                <a:lnTo>
                  <a:pt x="115544" y="13970"/>
                </a:lnTo>
                <a:lnTo>
                  <a:pt x="114300" y="13970"/>
                </a:lnTo>
                <a:lnTo>
                  <a:pt x="114300" y="12700"/>
                </a:lnTo>
                <a:lnTo>
                  <a:pt x="114300" y="11430"/>
                </a:lnTo>
                <a:lnTo>
                  <a:pt x="113030" y="11430"/>
                </a:lnTo>
                <a:lnTo>
                  <a:pt x="113030" y="12700"/>
                </a:lnTo>
                <a:lnTo>
                  <a:pt x="6350" y="12700"/>
                </a:lnTo>
                <a:lnTo>
                  <a:pt x="6350" y="13970"/>
                </a:lnTo>
                <a:lnTo>
                  <a:pt x="7594" y="13970"/>
                </a:lnTo>
                <a:lnTo>
                  <a:pt x="7594" y="15240"/>
                </a:lnTo>
                <a:lnTo>
                  <a:pt x="8877" y="15240"/>
                </a:lnTo>
                <a:lnTo>
                  <a:pt x="8877" y="13970"/>
                </a:lnTo>
                <a:lnTo>
                  <a:pt x="114287" y="13970"/>
                </a:lnTo>
                <a:lnTo>
                  <a:pt x="114287" y="15240"/>
                </a:lnTo>
                <a:lnTo>
                  <a:pt x="8877" y="15240"/>
                </a:lnTo>
                <a:lnTo>
                  <a:pt x="8877" y="17780"/>
                </a:lnTo>
                <a:lnTo>
                  <a:pt x="116827" y="17780"/>
                </a:lnTo>
                <a:lnTo>
                  <a:pt x="116827" y="15240"/>
                </a:lnTo>
                <a:close/>
              </a:path>
              <a:path w="123190" h="30480">
                <a:moveTo>
                  <a:pt x="118097" y="17780"/>
                </a:moveTo>
                <a:lnTo>
                  <a:pt x="116827" y="17780"/>
                </a:lnTo>
                <a:lnTo>
                  <a:pt x="116827" y="19050"/>
                </a:lnTo>
                <a:lnTo>
                  <a:pt x="10147" y="19050"/>
                </a:lnTo>
                <a:lnTo>
                  <a:pt x="10147" y="20320"/>
                </a:lnTo>
                <a:lnTo>
                  <a:pt x="118097" y="20320"/>
                </a:lnTo>
                <a:lnTo>
                  <a:pt x="118097" y="19050"/>
                </a:lnTo>
                <a:lnTo>
                  <a:pt x="118097" y="17780"/>
                </a:lnTo>
                <a:close/>
              </a:path>
              <a:path w="123190" h="30480">
                <a:moveTo>
                  <a:pt x="119380" y="20320"/>
                </a:moveTo>
                <a:lnTo>
                  <a:pt x="118097" y="20320"/>
                </a:lnTo>
                <a:lnTo>
                  <a:pt x="118097" y="21590"/>
                </a:lnTo>
                <a:lnTo>
                  <a:pt x="12700" y="21590"/>
                </a:lnTo>
                <a:lnTo>
                  <a:pt x="12700" y="24130"/>
                </a:lnTo>
                <a:lnTo>
                  <a:pt x="12700" y="25400"/>
                </a:lnTo>
                <a:lnTo>
                  <a:pt x="13944" y="25400"/>
                </a:lnTo>
                <a:lnTo>
                  <a:pt x="13944" y="24130"/>
                </a:lnTo>
                <a:lnTo>
                  <a:pt x="119380" y="24130"/>
                </a:lnTo>
                <a:lnTo>
                  <a:pt x="119380" y="21590"/>
                </a:lnTo>
                <a:lnTo>
                  <a:pt x="119380" y="20320"/>
                </a:lnTo>
                <a:close/>
              </a:path>
              <a:path w="123190" h="30480">
                <a:moveTo>
                  <a:pt x="120624" y="25400"/>
                </a:moveTo>
                <a:lnTo>
                  <a:pt x="13944" y="25400"/>
                </a:lnTo>
                <a:lnTo>
                  <a:pt x="13944" y="26670"/>
                </a:lnTo>
                <a:lnTo>
                  <a:pt x="13944" y="27940"/>
                </a:lnTo>
                <a:lnTo>
                  <a:pt x="15227" y="27940"/>
                </a:lnTo>
                <a:lnTo>
                  <a:pt x="15227" y="26670"/>
                </a:lnTo>
                <a:lnTo>
                  <a:pt x="120624" y="26670"/>
                </a:lnTo>
                <a:lnTo>
                  <a:pt x="120624" y="25400"/>
                </a:lnTo>
                <a:close/>
              </a:path>
              <a:path w="123190" h="30480">
                <a:moveTo>
                  <a:pt x="123177" y="26670"/>
                </a:moveTo>
                <a:lnTo>
                  <a:pt x="121894" y="26670"/>
                </a:lnTo>
                <a:lnTo>
                  <a:pt x="121894" y="27940"/>
                </a:lnTo>
                <a:lnTo>
                  <a:pt x="15227" y="27940"/>
                </a:lnTo>
                <a:lnTo>
                  <a:pt x="15227" y="30480"/>
                </a:lnTo>
                <a:lnTo>
                  <a:pt x="123177" y="30480"/>
                </a:lnTo>
                <a:lnTo>
                  <a:pt x="123177" y="27940"/>
                </a:lnTo>
                <a:lnTo>
                  <a:pt x="123177" y="2667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6245835" y="2627642"/>
            <a:ext cx="574040" cy="38100"/>
          </a:xfrm>
          <a:custGeom>
            <a:avLst/>
            <a:gdLst/>
            <a:ahLst/>
            <a:cxnLst/>
            <a:rect l="l" t="t" r="r" b="b"/>
            <a:pathLst>
              <a:path w="574040" h="38100">
                <a:moveTo>
                  <a:pt x="242570" y="35560"/>
                </a:moveTo>
                <a:lnTo>
                  <a:pt x="0" y="35560"/>
                </a:lnTo>
                <a:lnTo>
                  <a:pt x="0" y="36830"/>
                </a:lnTo>
                <a:lnTo>
                  <a:pt x="237490" y="36830"/>
                </a:lnTo>
                <a:lnTo>
                  <a:pt x="237490" y="38100"/>
                </a:lnTo>
                <a:lnTo>
                  <a:pt x="240042" y="38100"/>
                </a:lnTo>
                <a:lnTo>
                  <a:pt x="240042" y="36830"/>
                </a:lnTo>
                <a:lnTo>
                  <a:pt x="242570" y="36830"/>
                </a:lnTo>
                <a:lnTo>
                  <a:pt x="242570" y="35560"/>
                </a:lnTo>
                <a:close/>
              </a:path>
              <a:path w="574040" h="38100">
                <a:moveTo>
                  <a:pt x="247650" y="31750"/>
                </a:moveTo>
                <a:lnTo>
                  <a:pt x="2552" y="31750"/>
                </a:lnTo>
                <a:lnTo>
                  <a:pt x="2552" y="30480"/>
                </a:lnTo>
                <a:lnTo>
                  <a:pt x="1270" y="30480"/>
                </a:lnTo>
                <a:lnTo>
                  <a:pt x="1270" y="31750"/>
                </a:lnTo>
                <a:lnTo>
                  <a:pt x="1270" y="34290"/>
                </a:lnTo>
                <a:lnTo>
                  <a:pt x="242570" y="34290"/>
                </a:lnTo>
                <a:lnTo>
                  <a:pt x="242570" y="35560"/>
                </a:lnTo>
                <a:lnTo>
                  <a:pt x="245122" y="35560"/>
                </a:lnTo>
                <a:lnTo>
                  <a:pt x="245122" y="34290"/>
                </a:lnTo>
                <a:lnTo>
                  <a:pt x="247650" y="34290"/>
                </a:lnTo>
                <a:lnTo>
                  <a:pt x="247650" y="31750"/>
                </a:lnTo>
                <a:close/>
              </a:path>
              <a:path w="574040" h="38100">
                <a:moveTo>
                  <a:pt x="255270" y="29210"/>
                </a:moveTo>
                <a:lnTo>
                  <a:pt x="3822" y="29210"/>
                </a:lnTo>
                <a:lnTo>
                  <a:pt x="3822" y="27940"/>
                </a:lnTo>
                <a:lnTo>
                  <a:pt x="2552" y="27940"/>
                </a:lnTo>
                <a:lnTo>
                  <a:pt x="2552" y="29210"/>
                </a:lnTo>
                <a:lnTo>
                  <a:pt x="2552" y="30480"/>
                </a:lnTo>
                <a:lnTo>
                  <a:pt x="250190" y="30480"/>
                </a:lnTo>
                <a:lnTo>
                  <a:pt x="250190" y="31750"/>
                </a:lnTo>
                <a:lnTo>
                  <a:pt x="252742" y="31750"/>
                </a:lnTo>
                <a:lnTo>
                  <a:pt x="252742" y="30480"/>
                </a:lnTo>
                <a:lnTo>
                  <a:pt x="255270" y="30480"/>
                </a:lnTo>
                <a:lnTo>
                  <a:pt x="255270" y="29210"/>
                </a:lnTo>
                <a:close/>
              </a:path>
              <a:path w="574040" h="38100">
                <a:moveTo>
                  <a:pt x="260350" y="25400"/>
                </a:moveTo>
                <a:lnTo>
                  <a:pt x="3822" y="25400"/>
                </a:lnTo>
                <a:lnTo>
                  <a:pt x="3822" y="27940"/>
                </a:lnTo>
                <a:lnTo>
                  <a:pt x="255270" y="27940"/>
                </a:lnTo>
                <a:lnTo>
                  <a:pt x="255270" y="29210"/>
                </a:lnTo>
                <a:lnTo>
                  <a:pt x="257822" y="29210"/>
                </a:lnTo>
                <a:lnTo>
                  <a:pt x="257822" y="27940"/>
                </a:lnTo>
                <a:lnTo>
                  <a:pt x="260350" y="27940"/>
                </a:lnTo>
                <a:lnTo>
                  <a:pt x="260350" y="25400"/>
                </a:lnTo>
                <a:close/>
              </a:path>
              <a:path w="574040" h="38100">
                <a:moveTo>
                  <a:pt x="267970" y="22860"/>
                </a:moveTo>
                <a:lnTo>
                  <a:pt x="6350" y="22860"/>
                </a:lnTo>
                <a:lnTo>
                  <a:pt x="6350" y="24130"/>
                </a:lnTo>
                <a:lnTo>
                  <a:pt x="262890" y="24130"/>
                </a:lnTo>
                <a:lnTo>
                  <a:pt x="262890" y="25400"/>
                </a:lnTo>
                <a:lnTo>
                  <a:pt x="265442" y="25400"/>
                </a:lnTo>
                <a:lnTo>
                  <a:pt x="265442" y="24130"/>
                </a:lnTo>
                <a:lnTo>
                  <a:pt x="267970" y="24130"/>
                </a:lnTo>
                <a:lnTo>
                  <a:pt x="267970" y="22860"/>
                </a:lnTo>
                <a:close/>
              </a:path>
              <a:path w="574040" h="38100">
                <a:moveTo>
                  <a:pt x="273050" y="19050"/>
                </a:moveTo>
                <a:lnTo>
                  <a:pt x="8902" y="19050"/>
                </a:lnTo>
                <a:lnTo>
                  <a:pt x="8902" y="17780"/>
                </a:lnTo>
                <a:lnTo>
                  <a:pt x="7620" y="17780"/>
                </a:lnTo>
                <a:lnTo>
                  <a:pt x="7620" y="19050"/>
                </a:lnTo>
                <a:lnTo>
                  <a:pt x="7620" y="21590"/>
                </a:lnTo>
                <a:lnTo>
                  <a:pt x="267970" y="21590"/>
                </a:lnTo>
                <a:lnTo>
                  <a:pt x="267970" y="22860"/>
                </a:lnTo>
                <a:lnTo>
                  <a:pt x="270522" y="22860"/>
                </a:lnTo>
                <a:lnTo>
                  <a:pt x="270522" y="21590"/>
                </a:lnTo>
                <a:lnTo>
                  <a:pt x="273050" y="21590"/>
                </a:lnTo>
                <a:lnTo>
                  <a:pt x="273050" y="19050"/>
                </a:lnTo>
                <a:close/>
              </a:path>
              <a:path w="574040" h="38100">
                <a:moveTo>
                  <a:pt x="280670" y="16510"/>
                </a:moveTo>
                <a:lnTo>
                  <a:pt x="10172" y="16510"/>
                </a:lnTo>
                <a:lnTo>
                  <a:pt x="10172" y="15240"/>
                </a:lnTo>
                <a:lnTo>
                  <a:pt x="8902" y="15240"/>
                </a:lnTo>
                <a:lnTo>
                  <a:pt x="8902" y="16510"/>
                </a:lnTo>
                <a:lnTo>
                  <a:pt x="8902" y="17780"/>
                </a:lnTo>
                <a:lnTo>
                  <a:pt x="275590" y="17780"/>
                </a:lnTo>
                <a:lnTo>
                  <a:pt x="275590" y="19050"/>
                </a:lnTo>
                <a:lnTo>
                  <a:pt x="278142" y="19050"/>
                </a:lnTo>
                <a:lnTo>
                  <a:pt x="278142" y="17780"/>
                </a:lnTo>
                <a:lnTo>
                  <a:pt x="280670" y="17780"/>
                </a:lnTo>
                <a:lnTo>
                  <a:pt x="280670" y="16510"/>
                </a:lnTo>
                <a:close/>
              </a:path>
              <a:path w="574040" h="38100">
                <a:moveTo>
                  <a:pt x="533400" y="35560"/>
                </a:moveTo>
                <a:lnTo>
                  <a:pt x="320040" y="35560"/>
                </a:lnTo>
                <a:lnTo>
                  <a:pt x="320040" y="36830"/>
                </a:lnTo>
                <a:lnTo>
                  <a:pt x="322592" y="36830"/>
                </a:lnTo>
                <a:lnTo>
                  <a:pt x="322592" y="38100"/>
                </a:lnTo>
                <a:lnTo>
                  <a:pt x="323850" y="38100"/>
                </a:lnTo>
                <a:lnTo>
                  <a:pt x="323850" y="36830"/>
                </a:lnTo>
                <a:lnTo>
                  <a:pt x="523240" y="36830"/>
                </a:lnTo>
                <a:lnTo>
                  <a:pt x="523240" y="38100"/>
                </a:lnTo>
                <a:lnTo>
                  <a:pt x="528320" y="38100"/>
                </a:lnTo>
                <a:lnTo>
                  <a:pt x="528320" y="36830"/>
                </a:lnTo>
                <a:lnTo>
                  <a:pt x="533400" y="36830"/>
                </a:lnTo>
                <a:lnTo>
                  <a:pt x="533400" y="35560"/>
                </a:lnTo>
                <a:close/>
              </a:path>
              <a:path w="574040" h="38100">
                <a:moveTo>
                  <a:pt x="542290" y="31750"/>
                </a:moveTo>
                <a:lnTo>
                  <a:pt x="314972" y="31750"/>
                </a:lnTo>
                <a:lnTo>
                  <a:pt x="314972" y="34290"/>
                </a:lnTo>
                <a:lnTo>
                  <a:pt x="317500" y="34290"/>
                </a:lnTo>
                <a:lnTo>
                  <a:pt x="317500" y="35560"/>
                </a:lnTo>
                <a:lnTo>
                  <a:pt x="320040" y="35560"/>
                </a:lnTo>
                <a:lnTo>
                  <a:pt x="320040" y="34290"/>
                </a:lnTo>
                <a:lnTo>
                  <a:pt x="533400" y="34290"/>
                </a:lnTo>
                <a:lnTo>
                  <a:pt x="533400" y="35560"/>
                </a:lnTo>
                <a:lnTo>
                  <a:pt x="541020" y="35560"/>
                </a:lnTo>
                <a:lnTo>
                  <a:pt x="541020" y="34290"/>
                </a:lnTo>
                <a:lnTo>
                  <a:pt x="542290" y="34290"/>
                </a:lnTo>
                <a:lnTo>
                  <a:pt x="542290" y="31750"/>
                </a:lnTo>
                <a:close/>
              </a:path>
              <a:path w="574040" h="38100">
                <a:moveTo>
                  <a:pt x="546100" y="29210"/>
                </a:moveTo>
                <a:lnTo>
                  <a:pt x="308622" y="29210"/>
                </a:lnTo>
                <a:lnTo>
                  <a:pt x="308622" y="30480"/>
                </a:lnTo>
                <a:lnTo>
                  <a:pt x="309892" y="30480"/>
                </a:lnTo>
                <a:lnTo>
                  <a:pt x="309892" y="31750"/>
                </a:lnTo>
                <a:lnTo>
                  <a:pt x="312420" y="31750"/>
                </a:lnTo>
                <a:lnTo>
                  <a:pt x="312420" y="30480"/>
                </a:lnTo>
                <a:lnTo>
                  <a:pt x="543572" y="30480"/>
                </a:lnTo>
                <a:lnTo>
                  <a:pt x="543572" y="31750"/>
                </a:lnTo>
                <a:lnTo>
                  <a:pt x="544842" y="31750"/>
                </a:lnTo>
                <a:lnTo>
                  <a:pt x="544842" y="30480"/>
                </a:lnTo>
                <a:lnTo>
                  <a:pt x="546100" y="30480"/>
                </a:lnTo>
                <a:lnTo>
                  <a:pt x="546100" y="29210"/>
                </a:lnTo>
                <a:close/>
              </a:path>
              <a:path w="574040" h="38100">
                <a:moveTo>
                  <a:pt x="548640" y="25400"/>
                </a:moveTo>
                <a:lnTo>
                  <a:pt x="303542" y="25400"/>
                </a:lnTo>
                <a:lnTo>
                  <a:pt x="303542" y="27940"/>
                </a:lnTo>
                <a:lnTo>
                  <a:pt x="306070" y="27940"/>
                </a:lnTo>
                <a:lnTo>
                  <a:pt x="306070" y="29210"/>
                </a:lnTo>
                <a:lnTo>
                  <a:pt x="308622" y="29210"/>
                </a:lnTo>
                <a:lnTo>
                  <a:pt x="308622" y="27940"/>
                </a:lnTo>
                <a:lnTo>
                  <a:pt x="546100" y="27940"/>
                </a:lnTo>
                <a:lnTo>
                  <a:pt x="546100" y="29210"/>
                </a:lnTo>
                <a:lnTo>
                  <a:pt x="547370" y="29210"/>
                </a:lnTo>
                <a:lnTo>
                  <a:pt x="547370" y="27940"/>
                </a:lnTo>
                <a:lnTo>
                  <a:pt x="548640" y="27940"/>
                </a:lnTo>
                <a:lnTo>
                  <a:pt x="548640" y="25400"/>
                </a:lnTo>
                <a:close/>
              </a:path>
              <a:path w="574040" h="38100">
                <a:moveTo>
                  <a:pt x="552450" y="22860"/>
                </a:moveTo>
                <a:lnTo>
                  <a:pt x="297192" y="22860"/>
                </a:lnTo>
                <a:lnTo>
                  <a:pt x="297192" y="24130"/>
                </a:lnTo>
                <a:lnTo>
                  <a:pt x="298450" y="24130"/>
                </a:lnTo>
                <a:lnTo>
                  <a:pt x="298450" y="25400"/>
                </a:lnTo>
                <a:lnTo>
                  <a:pt x="300990" y="25400"/>
                </a:lnTo>
                <a:lnTo>
                  <a:pt x="300990" y="24130"/>
                </a:lnTo>
                <a:lnTo>
                  <a:pt x="549922" y="24130"/>
                </a:lnTo>
                <a:lnTo>
                  <a:pt x="549922" y="25400"/>
                </a:lnTo>
                <a:lnTo>
                  <a:pt x="551167" y="25400"/>
                </a:lnTo>
                <a:lnTo>
                  <a:pt x="551167" y="24130"/>
                </a:lnTo>
                <a:lnTo>
                  <a:pt x="552450" y="24130"/>
                </a:lnTo>
                <a:lnTo>
                  <a:pt x="552450" y="22860"/>
                </a:lnTo>
                <a:close/>
              </a:path>
              <a:path w="574040" h="38100">
                <a:moveTo>
                  <a:pt x="554990" y="19050"/>
                </a:moveTo>
                <a:lnTo>
                  <a:pt x="292100" y="19050"/>
                </a:lnTo>
                <a:lnTo>
                  <a:pt x="292100" y="21590"/>
                </a:lnTo>
                <a:lnTo>
                  <a:pt x="294640" y="21590"/>
                </a:lnTo>
                <a:lnTo>
                  <a:pt x="294640" y="22860"/>
                </a:lnTo>
                <a:lnTo>
                  <a:pt x="297192" y="22860"/>
                </a:lnTo>
                <a:lnTo>
                  <a:pt x="297192" y="21590"/>
                </a:lnTo>
                <a:lnTo>
                  <a:pt x="552450" y="21590"/>
                </a:lnTo>
                <a:lnTo>
                  <a:pt x="552450" y="22860"/>
                </a:lnTo>
                <a:lnTo>
                  <a:pt x="553720" y="22860"/>
                </a:lnTo>
                <a:lnTo>
                  <a:pt x="553720" y="21590"/>
                </a:lnTo>
                <a:lnTo>
                  <a:pt x="554990" y="21590"/>
                </a:lnTo>
                <a:lnTo>
                  <a:pt x="554990" y="19050"/>
                </a:lnTo>
                <a:close/>
              </a:path>
              <a:path w="574040" h="38100">
                <a:moveTo>
                  <a:pt x="558800" y="16510"/>
                </a:moveTo>
                <a:lnTo>
                  <a:pt x="284492" y="16510"/>
                </a:lnTo>
                <a:lnTo>
                  <a:pt x="284492" y="17780"/>
                </a:lnTo>
                <a:lnTo>
                  <a:pt x="287020" y="17780"/>
                </a:lnTo>
                <a:lnTo>
                  <a:pt x="287020" y="19050"/>
                </a:lnTo>
                <a:lnTo>
                  <a:pt x="289572" y="19050"/>
                </a:lnTo>
                <a:lnTo>
                  <a:pt x="289572" y="17780"/>
                </a:lnTo>
                <a:lnTo>
                  <a:pt x="556272" y="17780"/>
                </a:lnTo>
                <a:lnTo>
                  <a:pt x="556272" y="19050"/>
                </a:lnTo>
                <a:lnTo>
                  <a:pt x="557517" y="19050"/>
                </a:lnTo>
                <a:lnTo>
                  <a:pt x="557517" y="17780"/>
                </a:lnTo>
                <a:lnTo>
                  <a:pt x="558800" y="17780"/>
                </a:lnTo>
                <a:lnTo>
                  <a:pt x="558800" y="16510"/>
                </a:lnTo>
                <a:close/>
              </a:path>
              <a:path w="574040" h="38100">
                <a:moveTo>
                  <a:pt x="561340" y="12700"/>
                </a:moveTo>
                <a:lnTo>
                  <a:pt x="10172" y="12700"/>
                </a:lnTo>
                <a:lnTo>
                  <a:pt x="10172" y="15240"/>
                </a:lnTo>
                <a:lnTo>
                  <a:pt x="280670" y="15240"/>
                </a:lnTo>
                <a:lnTo>
                  <a:pt x="280670" y="16510"/>
                </a:lnTo>
                <a:lnTo>
                  <a:pt x="284492" y="16510"/>
                </a:lnTo>
                <a:lnTo>
                  <a:pt x="284492" y="15240"/>
                </a:lnTo>
                <a:lnTo>
                  <a:pt x="558800" y="15240"/>
                </a:lnTo>
                <a:lnTo>
                  <a:pt x="558800" y="16510"/>
                </a:lnTo>
                <a:lnTo>
                  <a:pt x="560070" y="16510"/>
                </a:lnTo>
                <a:lnTo>
                  <a:pt x="560070" y="15240"/>
                </a:lnTo>
                <a:lnTo>
                  <a:pt x="561340" y="15240"/>
                </a:lnTo>
                <a:lnTo>
                  <a:pt x="561340" y="12700"/>
                </a:lnTo>
                <a:close/>
              </a:path>
              <a:path w="574040" h="38100">
                <a:moveTo>
                  <a:pt x="565150" y="10160"/>
                </a:moveTo>
                <a:lnTo>
                  <a:pt x="12700" y="10160"/>
                </a:lnTo>
                <a:lnTo>
                  <a:pt x="12700" y="11430"/>
                </a:lnTo>
                <a:lnTo>
                  <a:pt x="562622" y="11430"/>
                </a:lnTo>
                <a:lnTo>
                  <a:pt x="562622" y="12700"/>
                </a:lnTo>
                <a:lnTo>
                  <a:pt x="563892" y="12700"/>
                </a:lnTo>
                <a:lnTo>
                  <a:pt x="563892" y="11430"/>
                </a:lnTo>
                <a:lnTo>
                  <a:pt x="565150" y="11430"/>
                </a:lnTo>
                <a:lnTo>
                  <a:pt x="565150" y="10160"/>
                </a:lnTo>
                <a:close/>
              </a:path>
              <a:path w="574040" h="38100">
                <a:moveTo>
                  <a:pt x="567690" y="6350"/>
                </a:moveTo>
                <a:lnTo>
                  <a:pt x="15252" y="6350"/>
                </a:lnTo>
                <a:lnTo>
                  <a:pt x="15252" y="5080"/>
                </a:lnTo>
                <a:lnTo>
                  <a:pt x="13970" y="5080"/>
                </a:lnTo>
                <a:lnTo>
                  <a:pt x="13970" y="6350"/>
                </a:lnTo>
                <a:lnTo>
                  <a:pt x="13970" y="8890"/>
                </a:lnTo>
                <a:lnTo>
                  <a:pt x="565150" y="8890"/>
                </a:lnTo>
                <a:lnTo>
                  <a:pt x="565150" y="10160"/>
                </a:lnTo>
                <a:lnTo>
                  <a:pt x="566420" y="10160"/>
                </a:lnTo>
                <a:lnTo>
                  <a:pt x="566420" y="8890"/>
                </a:lnTo>
                <a:lnTo>
                  <a:pt x="567690" y="8890"/>
                </a:lnTo>
                <a:lnTo>
                  <a:pt x="567690" y="6350"/>
                </a:lnTo>
                <a:close/>
              </a:path>
              <a:path w="574040" h="38100">
                <a:moveTo>
                  <a:pt x="571500" y="3810"/>
                </a:moveTo>
                <a:lnTo>
                  <a:pt x="16522" y="3810"/>
                </a:lnTo>
                <a:lnTo>
                  <a:pt x="16522" y="2540"/>
                </a:lnTo>
                <a:lnTo>
                  <a:pt x="15252" y="2540"/>
                </a:lnTo>
                <a:lnTo>
                  <a:pt x="15252" y="3810"/>
                </a:lnTo>
                <a:lnTo>
                  <a:pt x="15252" y="5080"/>
                </a:lnTo>
                <a:lnTo>
                  <a:pt x="568972" y="5080"/>
                </a:lnTo>
                <a:lnTo>
                  <a:pt x="568972" y="6350"/>
                </a:lnTo>
                <a:lnTo>
                  <a:pt x="570242" y="6350"/>
                </a:lnTo>
                <a:lnTo>
                  <a:pt x="570242" y="5080"/>
                </a:lnTo>
                <a:lnTo>
                  <a:pt x="571500" y="5080"/>
                </a:lnTo>
                <a:lnTo>
                  <a:pt x="571500" y="3810"/>
                </a:lnTo>
                <a:close/>
              </a:path>
              <a:path w="574040" h="38100">
                <a:moveTo>
                  <a:pt x="574040" y="0"/>
                </a:moveTo>
                <a:lnTo>
                  <a:pt x="16522" y="0"/>
                </a:lnTo>
                <a:lnTo>
                  <a:pt x="16522" y="2540"/>
                </a:lnTo>
                <a:lnTo>
                  <a:pt x="571500" y="2540"/>
                </a:lnTo>
                <a:lnTo>
                  <a:pt x="571500" y="3810"/>
                </a:lnTo>
                <a:lnTo>
                  <a:pt x="572770" y="3810"/>
                </a:lnTo>
                <a:lnTo>
                  <a:pt x="572770" y="2540"/>
                </a:lnTo>
                <a:lnTo>
                  <a:pt x="574040" y="2540"/>
                </a:lnTo>
                <a:lnTo>
                  <a:pt x="574040" y="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7932408" y="2621292"/>
            <a:ext cx="119380" cy="27940"/>
          </a:xfrm>
          <a:custGeom>
            <a:avLst/>
            <a:gdLst/>
            <a:ahLst/>
            <a:cxnLst/>
            <a:rect l="l" t="t" r="r" b="b"/>
            <a:pathLst>
              <a:path w="119379" h="27939">
                <a:moveTo>
                  <a:pt x="105397" y="0"/>
                </a:moveTo>
                <a:lnTo>
                  <a:pt x="0" y="0"/>
                </a:lnTo>
                <a:lnTo>
                  <a:pt x="0" y="2540"/>
                </a:lnTo>
                <a:lnTo>
                  <a:pt x="0" y="3810"/>
                </a:lnTo>
                <a:lnTo>
                  <a:pt x="1270" y="3810"/>
                </a:lnTo>
                <a:lnTo>
                  <a:pt x="1270" y="2540"/>
                </a:lnTo>
                <a:lnTo>
                  <a:pt x="105397" y="2540"/>
                </a:lnTo>
                <a:lnTo>
                  <a:pt x="105397" y="0"/>
                </a:lnTo>
                <a:close/>
              </a:path>
              <a:path w="119379" h="27939">
                <a:moveTo>
                  <a:pt x="109194" y="6337"/>
                </a:moveTo>
                <a:lnTo>
                  <a:pt x="2514" y="6337"/>
                </a:lnTo>
                <a:lnTo>
                  <a:pt x="2514" y="5080"/>
                </a:lnTo>
                <a:lnTo>
                  <a:pt x="106667" y="5080"/>
                </a:lnTo>
                <a:lnTo>
                  <a:pt x="106667" y="3810"/>
                </a:lnTo>
                <a:lnTo>
                  <a:pt x="1270" y="3810"/>
                </a:lnTo>
                <a:lnTo>
                  <a:pt x="1270" y="5080"/>
                </a:lnTo>
                <a:lnTo>
                  <a:pt x="1270" y="6350"/>
                </a:lnTo>
                <a:lnTo>
                  <a:pt x="2514" y="6350"/>
                </a:lnTo>
                <a:lnTo>
                  <a:pt x="2514" y="8877"/>
                </a:lnTo>
                <a:lnTo>
                  <a:pt x="109194" y="8877"/>
                </a:lnTo>
                <a:lnTo>
                  <a:pt x="109194" y="6337"/>
                </a:lnTo>
                <a:close/>
              </a:path>
              <a:path w="119379" h="27939">
                <a:moveTo>
                  <a:pt x="110464" y="10160"/>
                </a:moveTo>
                <a:lnTo>
                  <a:pt x="3797" y="10160"/>
                </a:lnTo>
                <a:lnTo>
                  <a:pt x="3797" y="11404"/>
                </a:lnTo>
                <a:lnTo>
                  <a:pt x="110464" y="11404"/>
                </a:lnTo>
                <a:lnTo>
                  <a:pt x="110464" y="10160"/>
                </a:lnTo>
                <a:close/>
              </a:path>
              <a:path w="119379" h="27939">
                <a:moveTo>
                  <a:pt x="113017" y="12700"/>
                </a:moveTo>
                <a:lnTo>
                  <a:pt x="6350" y="12700"/>
                </a:lnTo>
                <a:lnTo>
                  <a:pt x="6350" y="15240"/>
                </a:lnTo>
                <a:lnTo>
                  <a:pt x="6350" y="16510"/>
                </a:lnTo>
                <a:lnTo>
                  <a:pt x="7620" y="16510"/>
                </a:lnTo>
                <a:lnTo>
                  <a:pt x="7620" y="15240"/>
                </a:lnTo>
                <a:lnTo>
                  <a:pt x="113017" y="15240"/>
                </a:lnTo>
                <a:lnTo>
                  <a:pt x="113017" y="12700"/>
                </a:lnTo>
                <a:close/>
              </a:path>
              <a:path w="119379" h="27939">
                <a:moveTo>
                  <a:pt x="114300" y="15240"/>
                </a:moveTo>
                <a:lnTo>
                  <a:pt x="113017" y="15240"/>
                </a:lnTo>
                <a:lnTo>
                  <a:pt x="113017" y="16510"/>
                </a:lnTo>
                <a:lnTo>
                  <a:pt x="7620" y="16510"/>
                </a:lnTo>
                <a:lnTo>
                  <a:pt x="7620" y="17780"/>
                </a:lnTo>
                <a:lnTo>
                  <a:pt x="7620" y="19050"/>
                </a:lnTo>
                <a:lnTo>
                  <a:pt x="8864" y="19050"/>
                </a:lnTo>
                <a:lnTo>
                  <a:pt x="8864" y="17780"/>
                </a:lnTo>
                <a:lnTo>
                  <a:pt x="114300" y="17780"/>
                </a:lnTo>
                <a:lnTo>
                  <a:pt x="114300" y="16510"/>
                </a:lnTo>
                <a:lnTo>
                  <a:pt x="114300" y="15240"/>
                </a:lnTo>
                <a:close/>
              </a:path>
              <a:path w="119379" h="27939">
                <a:moveTo>
                  <a:pt x="116814" y="19050"/>
                </a:moveTo>
                <a:lnTo>
                  <a:pt x="115544" y="19050"/>
                </a:lnTo>
                <a:lnTo>
                  <a:pt x="115544" y="17780"/>
                </a:lnTo>
                <a:lnTo>
                  <a:pt x="114300" y="17780"/>
                </a:lnTo>
                <a:lnTo>
                  <a:pt x="114300" y="19050"/>
                </a:lnTo>
                <a:lnTo>
                  <a:pt x="8864" y="19050"/>
                </a:lnTo>
                <a:lnTo>
                  <a:pt x="8864" y="21590"/>
                </a:lnTo>
                <a:lnTo>
                  <a:pt x="10147" y="21590"/>
                </a:lnTo>
                <a:lnTo>
                  <a:pt x="10147" y="22860"/>
                </a:lnTo>
                <a:lnTo>
                  <a:pt x="11417" y="22860"/>
                </a:lnTo>
                <a:lnTo>
                  <a:pt x="11417" y="21590"/>
                </a:lnTo>
                <a:lnTo>
                  <a:pt x="116814" y="21590"/>
                </a:lnTo>
                <a:lnTo>
                  <a:pt x="116814" y="19050"/>
                </a:lnTo>
                <a:close/>
              </a:path>
              <a:path w="119379" h="27939">
                <a:moveTo>
                  <a:pt x="118097" y="21590"/>
                </a:moveTo>
                <a:lnTo>
                  <a:pt x="116814" y="21590"/>
                </a:lnTo>
                <a:lnTo>
                  <a:pt x="116814" y="22860"/>
                </a:lnTo>
                <a:lnTo>
                  <a:pt x="11417" y="22860"/>
                </a:lnTo>
                <a:lnTo>
                  <a:pt x="11417" y="24130"/>
                </a:lnTo>
                <a:lnTo>
                  <a:pt x="11417" y="25400"/>
                </a:lnTo>
                <a:lnTo>
                  <a:pt x="12700" y="25400"/>
                </a:lnTo>
                <a:lnTo>
                  <a:pt x="12700" y="24130"/>
                </a:lnTo>
                <a:lnTo>
                  <a:pt x="118097" y="24130"/>
                </a:lnTo>
                <a:lnTo>
                  <a:pt x="118097" y="22860"/>
                </a:lnTo>
                <a:lnTo>
                  <a:pt x="118097" y="21590"/>
                </a:lnTo>
                <a:close/>
              </a:path>
              <a:path w="119379" h="27939">
                <a:moveTo>
                  <a:pt x="119367" y="24130"/>
                </a:moveTo>
                <a:lnTo>
                  <a:pt x="118097" y="24130"/>
                </a:lnTo>
                <a:lnTo>
                  <a:pt x="118097" y="25400"/>
                </a:lnTo>
                <a:lnTo>
                  <a:pt x="12700" y="25400"/>
                </a:lnTo>
                <a:lnTo>
                  <a:pt x="12700" y="27940"/>
                </a:lnTo>
                <a:lnTo>
                  <a:pt x="119367" y="27940"/>
                </a:lnTo>
                <a:lnTo>
                  <a:pt x="119367" y="25400"/>
                </a:lnTo>
                <a:lnTo>
                  <a:pt x="119367" y="2413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6264885" y="2618752"/>
            <a:ext cx="565150" cy="8890"/>
          </a:xfrm>
          <a:custGeom>
            <a:avLst/>
            <a:gdLst/>
            <a:ahLst/>
            <a:cxnLst/>
            <a:rect l="l" t="t" r="r" b="b"/>
            <a:pathLst>
              <a:path w="565150" h="8889">
                <a:moveTo>
                  <a:pt x="558800" y="6350"/>
                </a:moveTo>
                <a:lnTo>
                  <a:pt x="0" y="6350"/>
                </a:lnTo>
                <a:lnTo>
                  <a:pt x="0" y="7620"/>
                </a:lnTo>
                <a:lnTo>
                  <a:pt x="556272" y="7620"/>
                </a:lnTo>
                <a:lnTo>
                  <a:pt x="556272" y="8890"/>
                </a:lnTo>
                <a:lnTo>
                  <a:pt x="557542" y="8890"/>
                </a:lnTo>
                <a:lnTo>
                  <a:pt x="557542" y="7620"/>
                </a:lnTo>
                <a:lnTo>
                  <a:pt x="558800" y="7620"/>
                </a:lnTo>
                <a:lnTo>
                  <a:pt x="558800" y="6350"/>
                </a:lnTo>
                <a:close/>
              </a:path>
              <a:path w="565150" h="8889">
                <a:moveTo>
                  <a:pt x="561340" y="2540"/>
                </a:moveTo>
                <a:lnTo>
                  <a:pt x="2552" y="2540"/>
                </a:lnTo>
                <a:lnTo>
                  <a:pt x="2552" y="1270"/>
                </a:lnTo>
                <a:lnTo>
                  <a:pt x="1270" y="1270"/>
                </a:lnTo>
                <a:lnTo>
                  <a:pt x="1270" y="2540"/>
                </a:lnTo>
                <a:lnTo>
                  <a:pt x="1270" y="5080"/>
                </a:lnTo>
                <a:lnTo>
                  <a:pt x="558800" y="5080"/>
                </a:lnTo>
                <a:lnTo>
                  <a:pt x="558800" y="6350"/>
                </a:lnTo>
                <a:lnTo>
                  <a:pt x="560070" y="6350"/>
                </a:lnTo>
                <a:lnTo>
                  <a:pt x="560070" y="5080"/>
                </a:lnTo>
                <a:lnTo>
                  <a:pt x="561340" y="5080"/>
                </a:lnTo>
                <a:lnTo>
                  <a:pt x="561340" y="2540"/>
                </a:lnTo>
                <a:close/>
              </a:path>
              <a:path w="565150" h="8889">
                <a:moveTo>
                  <a:pt x="565150" y="0"/>
                </a:moveTo>
                <a:lnTo>
                  <a:pt x="2552" y="0"/>
                </a:lnTo>
                <a:lnTo>
                  <a:pt x="2552" y="1270"/>
                </a:lnTo>
                <a:lnTo>
                  <a:pt x="562622" y="1270"/>
                </a:lnTo>
                <a:lnTo>
                  <a:pt x="562622" y="2540"/>
                </a:lnTo>
                <a:lnTo>
                  <a:pt x="563892" y="2540"/>
                </a:lnTo>
                <a:lnTo>
                  <a:pt x="563892" y="1270"/>
                </a:lnTo>
                <a:lnTo>
                  <a:pt x="565150" y="1270"/>
                </a:lnTo>
                <a:lnTo>
                  <a:pt x="565150" y="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7929854" y="2618752"/>
            <a:ext cx="107950" cy="5080"/>
          </a:xfrm>
          <a:custGeom>
            <a:avLst/>
            <a:gdLst/>
            <a:ahLst/>
            <a:cxnLst/>
            <a:rect l="l" t="t" r="r" b="b"/>
            <a:pathLst>
              <a:path w="107950" h="5080">
                <a:moveTo>
                  <a:pt x="106667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106667" y="1270"/>
                </a:lnTo>
                <a:lnTo>
                  <a:pt x="106667" y="0"/>
                </a:lnTo>
                <a:close/>
              </a:path>
              <a:path w="107950" h="5080">
                <a:moveTo>
                  <a:pt x="107950" y="1270"/>
                </a:moveTo>
                <a:lnTo>
                  <a:pt x="106667" y="1270"/>
                </a:lnTo>
                <a:lnTo>
                  <a:pt x="106667" y="2540"/>
                </a:lnTo>
                <a:lnTo>
                  <a:pt x="2552" y="2540"/>
                </a:lnTo>
                <a:lnTo>
                  <a:pt x="2552" y="5080"/>
                </a:lnTo>
                <a:lnTo>
                  <a:pt x="107950" y="5080"/>
                </a:lnTo>
                <a:lnTo>
                  <a:pt x="107950" y="2540"/>
                </a:lnTo>
                <a:lnTo>
                  <a:pt x="107950" y="1270"/>
                </a:lnTo>
                <a:close/>
              </a:path>
            </a:pathLst>
          </a:custGeom>
          <a:solidFill>
            <a:srgbClr val="A1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6212827" y="2725419"/>
            <a:ext cx="187960" cy="55880"/>
          </a:xfrm>
          <a:custGeom>
            <a:avLst/>
            <a:gdLst/>
            <a:ahLst/>
            <a:cxnLst/>
            <a:rect l="l" t="t" r="r" b="b"/>
            <a:pathLst>
              <a:path w="187960" h="55880">
                <a:moveTo>
                  <a:pt x="25400" y="54610"/>
                </a:moveTo>
                <a:lnTo>
                  <a:pt x="8877" y="54610"/>
                </a:lnTo>
                <a:lnTo>
                  <a:pt x="8877" y="55880"/>
                </a:lnTo>
                <a:lnTo>
                  <a:pt x="25374" y="55880"/>
                </a:lnTo>
                <a:lnTo>
                  <a:pt x="25400" y="54610"/>
                </a:lnTo>
                <a:close/>
              </a:path>
              <a:path w="187960" h="55880">
                <a:moveTo>
                  <a:pt x="36804" y="52082"/>
                </a:moveTo>
                <a:lnTo>
                  <a:pt x="8877" y="52082"/>
                </a:lnTo>
                <a:lnTo>
                  <a:pt x="8877" y="53327"/>
                </a:lnTo>
                <a:lnTo>
                  <a:pt x="29210" y="53327"/>
                </a:lnTo>
                <a:lnTo>
                  <a:pt x="29210" y="54610"/>
                </a:lnTo>
                <a:lnTo>
                  <a:pt x="33007" y="54610"/>
                </a:lnTo>
                <a:lnTo>
                  <a:pt x="33007" y="53327"/>
                </a:lnTo>
                <a:lnTo>
                  <a:pt x="36804" y="53327"/>
                </a:lnTo>
                <a:lnTo>
                  <a:pt x="36804" y="52082"/>
                </a:lnTo>
                <a:close/>
              </a:path>
              <a:path w="187960" h="55880">
                <a:moveTo>
                  <a:pt x="43180" y="48260"/>
                </a:moveTo>
                <a:lnTo>
                  <a:pt x="7607" y="48260"/>
                </a:lnTo>
                <a:lnTo>
                  <a:pt x="7607" y="50800"/>
                </a:lnTo>
                <a:lnTo>
                  <a:pt x="36804" y="50800"/>
                </a:lnTo>
                <a:lnTo>
                  <a:pt x="36804" y="52082"/>
                </a:lnTo>
                <a:lnTo>
                  <a:pt x="39357" y="52082"/>
                </a:lnTo>
                <a:lnTo>
                  <a:pt x="39357" y="50800"/>
                </a:lnTo>
                <a:lnTo>
                  <a:pt x="43180" y="50800"/>
                </a:lnTo>
                <a:lnTo>
                  <a:pt x="43180" y="48260"/>
                </a:lnTo>
                <a:close/>
              </a:path>
              <a:path w="187960" h="55880">
                <a:moveTo>
                  <a:pt x="54610" y="45732"/>
                </a:moveTo>
                <a:lnTo>
                  <a:pt x="7607" y="45732"/>
                </a:lnTo>
                <a:lnTo>
                  <a:pt x="7607" y="46977"/>
                </a:lnTo>
                <a:lnTo>
                  <a:pt x="46977" y="46977"/>
                </a:lnTo>
                <a:lnTo>
                  <a:pt x="46977" y="48260"/>
                </a:lnTo>
                <a:lnTo>
                  <a:pt x="50800" y="48260"/>
                </a:lnTo>
                <a:lnTo>
                  <a:pt x="50800" y="46977"/>
                </a:lnTo>
                <a:lnTo>
                  <a:pt x="54610" y="46977"/>
                </a:lnTo>
                <a:lnTo>
                  <a:pt x="54610" y="45732"/>
                </a:lnTo>
                <a:close/>
              </a:path>
              <a:path w="187960" h="55880">
                <a:moveTo>
                  <a:pt x="62204" y="41910"/>
                </a:moveTo>
                <a:lnTo>
                  <a:pt x="6350" y="41910"/>
                </a:lnTo>
                <a:lnTo>
                  <a:pt x="6350" y="44450"/>
                </a:lnTo>
                <a:lnTo>
                  <a:pt x="54610" y="44450"/>
                </a:lnTo>
                <a:lnTo>
                  <a:pt x="54610" y="45732"/>
                </a:lnTo>
                <a:lnTo>
                  <a:pt x="58407" y="45732"/>
                </a:lnTo>
                <a:lnTo>
                  <a:pt x="58407" y="44450"/>
                </a:lnTo>
                <a:lnTo>
                  <a:pt x="62204" y="44450"/>
                </a:lnTo>
                <a:lnTo>
                  <a:pt x="62204" y="41910"/>
                </a:lnTo>
                <a:close/>
              </a:path>
              <a:path w="187960" h="55880">
                <a:moveTo>
                  <a:pt x="78727" y="39382"/>
                </a:moveTo>
                <a:lnTo>
                  <a:pt x="6350" y="39382"/>
                </a:lnTo>
                <a:lnTo>
                  <a:pt x="6350" y="40627"/>
                </a:lnTo>
                <a:lnTo>
                  <a:pt x="67310" y="40627"/>
                </a:lnTo>
                <a:lnTo>
                  <a:pt x="67310" y="41910"/>
                </a:lnTo>
                <a:lnTo>
                  <a:pt x="71107" y="41910"/>
                </a:lnTo>
                <a:lnTo>
                  <a:pt x="71107" y="40627"/>
                </a:lnTo>
                <a:lnTo>
                  <a:pt x="78727" y="40627"/>
                </a:lnTo>
                <a:lnTo>
                  <a:pt x="78727" y="39382"/>
                </a:lnTo>
                <a:close/>
              </a:path>
              <a:path w="187960" h="55880">
                <a:moveTo>
                  <a:pt x="92710" y="35560"/>
                </a:moveTo>
                <a:lnTo>
                  <a:pt x="6350" y="35560"/>
                </a:lnTo>
                <a:lnTo>
                  <a:pt x="6350" y="38100"/>
                </a:lnTo>
                <a:lnTo>
                  <a:pt x="78727" y="38100"/>
                </a:lnTo>
                <a:lnTo>
                  <a:pt x="78727" y="39382"/>
                </a:lnTo>
                <a:lnTo>
                  <a:pt x="85077" y="39382"/>
                </a:lnTo>
                <a:lnTo>
                  <a:pt x="85077" y="38100"/>
                </a:lnTo>
                <a:lnTo>
                  <a:pt x="92710" y="38100"/>
                </a:lnTo>
                <a:lnTo>
                  <a:pt x="92710" y="35560"/>
                </a:lnTo>
                <a:close/>
              </a:path>
              <a:path w="187960" h="55880">
                <a:moveTo>
                  <a:pt x="113030" y="33032"/>
                </a:moveTo>
                <a:lnTo>
                  <a:pt x="5080" y="33032"/>
                </a:lnTo>
                <a:lnTo>
                  <a:pt x="5080" y="34302"/>
                </a:lnTo>
                <a:lnTo>
                  <a:pt x="99060" y="34302"/>
                </a:lnTo>
                <a:lnTo>
                  <a:pt x="99060" y="35572"/>
                </a:lnTo>
                <a:lnTo>
                  <a:pt x="106680" y="35572"/>
                </a:lnTo>
                <a:lnTo>
                  <a:pt x="106680" y="34302"/>
                </a:lnTo>
                <a:lnTo>
                  <a:pt x="113030" y="34302"/>
                </a:lnTo>
                <a:lnTo>
                  <a:pt x="113030" y="33032"/>
                </a:lnTo>
                <a:close/>
              </a:path>
              <a:path w="187960" h="55880">
                <a:moveTo>
                  <a:pt x="127000" y="29222"/>
                </a:moveTo>
                <a:lnTo>
                  <a:pt x="5080" y="29222"/>
                </a:lnTo>
                <a:lnTo>
                  <a:pt x="5080" y="31762"/>
                </a:lnTo>
                <a:lnTo>
                  <a:pt x="113030" y="31762"/>
                </a:lnTo>
                <a:lnTo>
                  <a:pt x="113030" y="33032"/>
                </a:lnTo>
                <a:lnTo>
                  <a:pt x="120650" y="33032"/>
                </a:lnTo>
                <a:lnTo>
                  <a:pt x="120650" y="31762"/>
                </a:lnTo>
                <a:lnTo>
                  <a:pt x="127000" y="31762"/>
                </a:lnTo>
                <a:lnTo>
                  <a:pt x="127000" y="29222"/>
                </a:lnTo>
                <a:close/>
              </a:path>
              <a:path w="187960" h="55880">
                <a:moveTo>
                  <a:pt x="148577" y="26682"/>
                </a:moveTo>
                <a:lnTo>
                  <a:pt x="3810" y="26682"/>
                </a:lnTo>
                <a:lnTo>
                  <a:pt x="3810" y="27952"/>
                </a:lnTo>
                <a:lnTo>
                  <a:pt x="134607" y="27952"/>
                </a:lnTo>
                <a:lnTo>
                  <a:pt x="134607" y="29222"/>
                </a:lnTo>
                <a:lnTo>
                  <a:pt x="140957" y="29222"/>
                </a:lnTo>
                <a:lnTo>
                  <a:pt x="140957" y="27952"/>
                </a:lnTo>
                <a:lnTo>
                  <a:pt x="148577" y="27952"/>
                </a:lnTo>
                <a:lnTo>
                  <a:pt x="148577" y="26682"/>
                </a:lnTo>
                <a:close/>
              </a:path>
              <a:path w="187960" h="55880">
                <a:moveTo>
                  <a:pt x="165100" y="22872"/>
                </a:moveTo>
                <a:lnTo>
                  <a:pt x="3810" y="22872"/>
                </a:lnTo>
                <a:lnTo>
                  <a:pt x="3810" y="25412"/>
                </a:lnTo>
                <a:lnTo>
                  <a:pt x="148577" y="25412"/>
                </a:lnTo>
                <a:lnTo>
                  <a:pt x="148577" y="26682"/>
                </a:lnTo>
                <a:lnTo>
                  <a:pt x="154927" y="26682"/>
                </a:lnTo>
                <a:lnTo>
                  <a:pt x="154927" y="25412"/>
                </a:lnTo>
                <a:lnTo>
                  <a:pt x="165100" y="25412"/>
                </a:lnTo>
                <a:lnTo>
                  <a:pt x="165100" y="22872"/>
                </a:lnTo>
                <a:close/>
              </a:path>
              <a:path w="187960" h="55880">
                <a:moveTo>
                  <a:pt x="168897" y="20332"/>
                </a:moveTo>
                <a:lnTo>
                  <a:pt x="2527" y="20332"/>
                </a:lnTo>
                <a:lnTo>
                  <a:pt x="2527" y="21602"/>
                </a:lnTo>
                <a:lnTo>
                  <a:pt x="2527" y="22872"/>
                </a:lnTo>
                <a:lnTo>
                  <a:pt x="3810" y="22872"/>
                </a:lnTo>
                <a:lnTo>
                  <a:pt x="3810" y="21602"/>
                </a:lnTo>
                <a:lnTo>
                  <a:pt x="166357" y="21602"/>
                </a:lnTo>
                <a:lnTo>
                  <a:pt x="166357" y="22872"/>
                </a:lnTo>
                <a:lnTo>
                  <a:pt x="167627" y="22872"/>
                </a:lnTo>
                <a:lnTo>
                  <a:pt x="167627" y="21602"/>
                </a:lnTo>
                <a:lnTo>
                  <a:pt x="168897" y="21602"/>
                </a:lnTo>
                <a:lnTo>
                  <a:pt x="168897" y="20332"/>
                </a:lnTo>
                <a:close/>
              </a:path>
              <a:path w="187960" h="55880">
                <a:moveTo>
                  <a:pt x="171450" y="16522"/>
                </a:moveTo>
                <a:lnTo>
                  <a:pt x="2527" y="16522"/>
                </a:lnTo>
                <a:lnTo>
                  <a:pt x="2527" y="19062"/>
                </a:lnTo>
                <a:lnTo>
                  <a:pt x="168897" y="19062"/>
                </a:lnTo>
                <a:lnTo>
                  <a:pt x="168897" y="20332"/>
                </a:lnTo>
                <a:lnTo>
                  <a:pt x="170154" y="20332"/>
                </a:lnTo>
                <a:lnTo>
                  <a:pt x="170154" y="19062"/>
                </a:lnTo>
                <a:lnTo>
                  <a:pt x="171450" y="19062"/>
                </a:lnTo>
                <a:lnTo>
                  <a:pt x="171450" y="16522"/>
                </a:lnTo>
                <a:close/>
              </a:path>
              <a:path w="187960" h="55880">
                <a:moveTo>
                  <a:pt x="175247" y="13982"/>
                </a:moveTo>
                <a:lnTo>
                  <a:pt x="1257" y="13982"/>
                </a:lnTo>
                <a:lnTo>
                  <a:pt x="1257" y="15252"/>
                </a:lnTo>
                <a:lnTo>
                  <a:pt x="1257" y="16522"/>
                </a:lnTo>
                <a:lnTo>
                  <a:pt x="2527" y="16522"/>
                </a:lnTo>
                <a:lnTo>
                  <a:pt x="2527" y="15252"/>
                </a:lnTo>
                <a:lnTo>
                  <a:pt x="172707" y="15252"/>
                </a:lnTo>
                <a:lnTo>
                  <a:pt x="172707" y="16522"/>
                </a:lnTo>
                <a:lnTo>
                  <a:pt x="173977" y="16522"/>
                </a:lnTo>
                <a:lnTo>
                  <a:pt x="173977" y="15252"/>
                </a:lnTo>
                <a:lnTo>
                  <a:pt x="175247" y="15252"/>
                </a:lnTo>
                <a:lnTo>
                  <a:pt x="175247" y="13982"/>
                </a:lnTo>
                <a:close/>
              </a:path>
              <a:path w="187960" h="55880">
                <a:moveTo>
                  <a:pt x="177800" y="10172"/>
                </a:moveTo>
                <a:lnTo>
                  <a:pt x="1257" y="10172"/>
                </a:lnTo>
                <a:lnTo>
                  <a:pt x="1257" y="12712"/>
                </a:lnTo>
                <a:lnTo>
                  <a:pt x="175247" y="12712"/>
                </a:lnTo>
                <a:lnTo>
                  <a:pt x="175247" y="13982"/>
                </a:lnTo>
                <a:lnTo>
                  <a:pt x="176530" y="13982"/>
                </a:lnTo>
                <a:lnTo>
                  <a:pt x="176530" y="12712"/>
                </a:lnTo>
                <a:lnTo>
                  <a:pt x="177800" y="12712"/>
                </a:lnTo>
                <a:lnTo>
                  <a:pt x="177800" y="10172"/>
                </a:lnTo>
                <a:close/>
              </a:path>
              <a:path w="187960" h="55880">
                <a:moveTo>
                  <a:pt x="180327" y="7632"/>
                </a:moveTo>
                <a:lnTo>
                  <a:pt x="0" y="7632"/>
                </a:lnTo>
                <a:lnTo>
                  <a:pt x="0" y="8877"/>
                </a:lnTo>
                <a:lnTo>
                  <a:pt x="180327" y="8877"/>
                </a:lnTo>
                <a:lnTo>
                  <a:pt x="180327" y="7632"/>
                </a:lnTo>
                <a:close/>
              </a:path>
              <a:path w="187960" h="55880">
                <a:moveTo>
                  <a:pt x="182854" y="3822"/>
                </a:moveTo>
                <a:lnTo>
                  <a:pt x="1257" y="3822"/>
                </a:lnTo>
                <a:lnTo>
                  <a:pt x="1257" y="2552"/>
                </a:lnTo>
                <a:lnTo>
                  <a:pt x="0" y="2552"/>
                </a:lnTo>
                <a:lnTo>
                  <a:pt x="0" y="3822"/>
                </a:lnTo>
                <a:lnTo>
                  <a:pt x="0" y="6362"/>
                </a:lnTo>
                <a:lnTo>
                  <a:pt x="180327" y="6362"/>
                </a:lnTo>
                <a:lnTo>
                  <a:pt x="180327" y="7632"/>
                </a:lnTo>
                <a:lnTo>
                  <a:pt x="181597" y="7632"/>
                </a:lnTo>
                <a:lnTo>
                  <a:pt x="181597" y="6362"/>
                </a:lnTo>
                <a:lnTo>
                  <a:pt x="182854" y="6362"/>
                </a:lnTo>
                <a:lnTo>
                  <a:pt x="182854" y="3822"/>
                </a:lnTo>
                <a:close/>
              </a:path>
              <a:path w="187960" h="55880">
                <a:moveTo>
                  <a:pt x="186677" y="1282"/>
                </a:moveTo>
                <a:lnTo>
                  <a:pt x="2527" y="1282"/>
                </a:lnTo>
                <a:lnTo>
                  <a:pt x="2527" y="12"/>
                </a:lnTo>
                <a:lnTo>
                  <a:pt x="1257" y="12"/>
                </a:lnTo>
                <a:lnTo>
                  <a:pt x="1257" y="1282"/>
                </a:lnTo>
                <a:lnTo>
                  <a:pt x="1257" y="2552"/>
                </a:lnTo>
                <a:lnTo>
                  <a:pt x="184150" y="2552"/>
                </a:lnTo>
                <a:lnTo>
                  <a:pt x="184150" y="3822"/>
                </a:lnTo>
                <a:lnTo>
                  <a:pt x="185407" y="3822"/>
                </a:lnTo>
                <a:lnTo>
                  <a:pt x="185407" y="2552"/>
                </a:lnTo>
                <a:lnTo>
                  <a:pt x="186677" y="2552"/>
                </a:lnTo>
                <a:lnTo>
                  <a:pt x="186677" y="1282"/>
                </a:lnTo>
                <a:close/>
              </a:path>
              <a:path w="187960" h="55880">
                <a:moveTo>
                  <a:pt x="187947" y="0"/>
                </a:moveTo>
                <a:lnTo>
                  <a:pt x="186677" y="0"/>
                </a:lnTo>
                <a:lnTo>
                  <a:pt x="186677" y="1282"/>
                </a:lnTo>
                <a:lnTo>
                  <a:pt x="187947" y="1282"/>
                </a:lnTo>
                <a:lnTo>
                  <a:pt x="187947" y="0"/>
                </a:lnTo>
                <a:close/>
              </a:path>
            </a:pathLst>
          </a:custGeom>
          <a:solidFill>
            <a:srgbClr val="A13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7989558" y="2733052"/>
            <a:ext cx="135890" cy="48260"/>
          </a:xfrm>
          <a:custGeom>
            <a:avLst/>
            <a:gdLst/>
            <a:ahLst/>
            <a:cxnLst/>
            <a:rect l="l" t="t" r="r" b="b"/>
            <a:pathLst>
              <a:path w="135890" h="48260">
                <a:moveTo>
                  <a:pt x="111747" y="2527"/>
                </a:moveTo>
                <a:lnTo>
                  <a:pt x="2514" y="2527"/>
                </a:lnTo>
                <a:lnTo>
                  <a:pt x="2514" y="1270"/>
                </a:lnTo>
                <a:lnTo>
                  <a:pt x="109220" y="1270"/>
                </a:lnTo>
                <a:lnTo>
                  <a:pt x="109220" y="0"/>
                </a:ln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2540"/>
                </a:lnTo>
                <a:lnTo>
                  <a:pt x="2514" y="2540"/>
                </a:lnTo>
                <a:lnTo>
                  <a:pt x="2514" y="5067"/>
                </a:lnTo>
                <a:lnTo>
                  <a:pt x="111747" y="5067"/>
                </a:lnTo>
                <a:lnTo>
                  <a:pt x="111747" y="2527"/>
                </a:lnTo>
                <a:close/>
              </a:path>
              <a:path w="135890" h="48260">
                <a:moveTo>
                  <a:pt x="113017" y="6350"/>
                </a:moveTo>
                <a:lnTo>
                  <a:pt x="3797" y="6350"/>
                </a:lnTo>
                <a:lnTo>
                  <a:pt x="3797" y="7594"/>
                </a:lnTo>
                <a:lnTo>
                  <a:pt x="113017" y="7594"/>
                </a:lnTo>
                <a:lnTo>
                  <a:pt x="113017" y="6350"/>
                </a:lnTo>
                <a:close/>
              </a:path>
              <a:path w="135890" h="48260">
                <a:moveTo>
                  <a:pt x="115570" y="8890"/>
                </a:moveTo>
                <a:lnTo>
                  <a:pt x="6350" y="8890"/>
                </a:lnTo>
                <a:lnTo>
                  <a:pt x="6350" y="11430"/>
                </a:lnTo>
                <a:lnTo>
                  <a:pt x="6350" y="12700"/>
                </a:lnTo>
                <a:lnTo>
                  <a:pt x="7620" y="12700"/>
                </a:lnTo>
                <a:lnTo>
                  <a:pt x="7620" y="11430"/>
                </a:lnTo>
                <a:lnTo>
                  <a:pt x="115570" y="11430"/>
                </a:lnTo>
                <a:lnTo>
                  <a:pt x="115570" y="8890"/>
                </a:lnTo>
                <a:close/>
              </a:path>
              <a:path w="135890" h="48260">
                <a:moveTo>
                  <a:pt x="116814" y="11430"/>
                </a:moveTo>
                <a:lnTo>
                  <a:pt x="115570" y="11430"/>
                </a:lnTo>
                <a:lnTo>
                  <a:pt x="115570" y="12700"/>
                </a:lnTo>
                <a:lnTo>
                  <a:pt x="7620" y="12700"/>
                </a:lnTo>
                <a:lnTo>
                  <a:pt x="7620" y="13970"/>
                </a:lnTo>
                <a:lnTo>
                  <a:pt x="7620" y="15240"/>
                </a:lnTo>
                <a:lnTo>
                  <a:pt x="8864" y="15240"/>
                </a:lnTo>
                <a:lnTo>
                  <a:pt x="8864" y="13970"/>
                </a:lnTo>
                <a:lnTo>
                  <a:pt x="116814" y="13970"/>
                </a:lnTo>
                <a:lnTo>
                  <a:pt x="116814" y="12700"/>
                </a:lnTo>
                <a:lnTo>
                  <a:pt x="116814" y="11430"/>
                </a:lnTo>
                <a:close/>
              </a:path>
              <a:path w="135890" h="48260">
                <a:moveTo>
                  <a:pt x="119367" y="15240"/>
                </a:moveTo>
                <a:lnTo>
                  <a:pt x="118097" y="15240"/>
                </a:lnTo>
                <a:lnTo>
                  <a:pt x="118097" y="13970"/>
                </a:lnTo>
                <a:lnTo>
                  <a:pt x="116814" y="13970"/>
                </a:lnTo>
                <a:lnTo>
                  <a:pt x="116814" y="15240"/>
                </a:lnTo>
                <a:lnTo>
                  <a:pt x="8864" y="15240"/>
                </a:lnTo>
                <a:lnTo>
                  <a:pt x="8864" y="17780"/>
                </a:lnTo>
                <a:lnTo>
                  <a:pt x="119367" y="17780"/>
                </a:lnTo>
                <a:lnTo>
                  <a:pt x="119367" y="15240"/>
                </a:lnTo>
                <a:close/>
              </a:path>
              <a:path w="135890" h="48260">
                <a:moveTo>
                  <a:pt x="120650" y="17780"/>
                </a:moveTo>
                <a:lnTo>
                  <a:pt x="119367" y="17780"/>
                </a:lnTo>
                <a:lnTo>
                  <a:pt x="119367" y="19050"/>
                </a:lnTo>
                <a:lnTo>
                  <a:pt x="10147" y="19050"/>
                </a:lnTo>
                <a:lnTo>
                  <a:pt x="10147" y="20320"/>
                </a:lnTo>
                <a:lnTo>
                  <a:pt x="120650" y="20320"/>
                </a:lnTo>
                <a:lnTo>
                  <a:pt x="120650" y="19050"/>
                </a:lnTo>
                <a:lnTo>
                  <a:pt x="120650" y="17780"/>
                </a:lnTo>
                <a:close/>
              </a:path>
              <a:path w="135890" h="48260">
                <a:moveTo>
                  <a:pt x="121920" y="20320"/>
                </a:moveTo>
                <a:lnTo>
                  <a:pt x="120650" y="20320"/>
                </a:lnTo>
                <a:lnTo>
                  <a:pt x="120650" y="21590"/>
                </a:lnTo>
                <a:lnTo>
                  <a:pt x="12700" y="21590"/>
                </a:lnTo>
                <a:lnTo>
                  <a:pt x="12700" y="24130"/>
                </a:lnTo>
                <a:lnTo>
                  <a:pt x="121920" y="24130"/>
                </a:lnTo>
                <a:lnTo>
                  <a:pt x="121920" y="21590"/>
                </a:lnTo>
                <a:lnTo>
                  <a:pt x="121920" y="20320"/>
                </a:lnTo>
                <a:close/>
              </a:path>
              <a:path w="135890" h="48260">
                <a:moveTo>
                  <a:pt x="123164" y="25400"/>
                </a:moveTo>
                <a:lnTo>
                  <a:pt x="13970" y="25400"/>
                </a:lnTo>
                <a:lnTo>
                  <a:pt x="13970" y="26644"/>
                </a:lnTo>
                <a:lnTo>
                  <a:pt x="123164" y="26644"/>
                </a:lnTo>
                <a:lnTo>
                  <a:pt x="123164" y="25400"/>
                </a:lnTo>
                <a:close/>
              </a:path>
              <a:path w="135890" h="48260">
                <a:moveTo>
                  <a:pt x="125717" y="26670"/>
                </a:moveTo>
                <a:lnTo>
                  <a:pt x="124447" y="26670"/>
                </a:lnTo>
                <a:lnTo>
                  <a:pt x="124447" y="27940"/>
                </a:lnTo>
                <a:lnTo>
                  <a:pt x="16497" y="27940"/>
                </a:lnTo>
                <a:lnTo>
                  <a:pt x="16497" y="30480"/>
                </a:lnTo>
                <a:lnTo>
                  <a:pt x="16497" y="31750"/>
                </a:lnTo>
                <a:lnTo>
                  <a:pt x="17767" y="31750"/>
                </a:lnTo>
                <a:lnTo>
                  <a:pt x="17767" y="30480"/>
                </a:lnTo>
                <a:lnTo>
                  <a:pt x="125717" y="30480"/>
                </a:lnTo>
                <a:lnTo>
                  <a:pt x="125717" y="27940"/>
                </a:lnTo>
                <a:lnTo>
                  <a:pt x="125717" y="26670"/>
                </a:lnTo>
                <a:close/>
              </a:path>
              <a:path w="135890" h="48260">
                <a:moveTo>
                  <a:pt x="129514" y="34277"/>
                </a:moveTo>
                <a:lnTo>
                  <a:pt x="19050" y="34277"/>
                </a:lnTo>
                <a:lnTo>
                  <a:pt x="19050" y="33020"/>
                </a:lnTo>
                <a:lnTo>
                  <a:pt x="127000" y="33020"/>
                </a:lnTo>
                <a:lnTo>
                  <a:pt x="127000" y="31750"/>
                </a:lnTo>
                <a:lnTo>
                  <a:pt x="17767" y="31750"/>
                </a:lnTo>
                <a:lnTo>
                  <a:pt x="17767" y="33020"/>
                </a:lnTo>
                <a:lnTo>
                  <a:pt x="17767" y="34290"/>
                </a:lnTo>
                <a:lnTo>
                  <a:pt x="19050" y="34290"/>
                </a:lnTo>
                <a:lnTo>
                  <a:pt x="19050" y="36817"/>
                </a:lnTo>
                <a:lnTo>
                  <a:pt x="129514" y="36817"/>
                </a:lnTo>
                <a:lnTo>
                  <a:pt x="129514" y="34277"/>
                </a:lnTo>
                <a:close/>
              </a:path>
              <a:path w="135890" h="48260">
                <a:moveTo>
                  <a:pt x="130797" y="36830"/>
                </a:moveTo>
                <a:lnTo>
                  <a:pt x="129514" y="36830"/>
                </a:lnTo>
                <a:lnTo>
                  <a:pt x="129514" y="38100"/>
                </a:lnTo>
                <a:lnTo>
                  <a:pt x="20320" y="38100"/>
                </a:lnTo>
                <a:lnTo>
                  <a:pt x="20320" y="39370"/>
                </a:lnTo>
                <a:lnTo>
                  <a:pt x="130797" y="39370"/>
                </a:lnTo>
                <a:lnTo>
                  <a:pt x="130797" y="38100"/>
                </a:lnTo>
                <a:lnTo>
                  <a:pt x="130797" y="36830"/>
                </a:lnTo>
                <a:close/>
              </a:path>
              <a:path w="135890" h="48260">
                <a:moveTo>
                  <a:pt x="133350" y="40640"/>
                </a:moveTo>
                <a:lnTo>
                  <a:pt x="132067" y="40640"/>
                </a:lnTo>
                <a:lnTo>
                  <a:pt x="132067" y="39370"/>
                </a:lnTo>
                <a:lnTo>
                  <a:pt x="130797" y="39370"/>
                </a:lnTo>
                <a:lnTo>
                  <a:pt x="130797" y="40640"/>
                </a:lnTo>
                <a:lnTo>
                  <a:pt x="22847" y="40640"/>
                </a:lnTo>
                <a:lnTo>
                  <a:pt x="22847" y="43180"/>
                </a:lnTo>
                <a:lnTo>
                  <a:pt x="22847" y="44450"/>
                </a:lnTo>
                <a:lnTo>
                  <a:pt x="24117" y="44450"/>
                </a:lnTo>
                <a:lnTo>
                  <a:pt x="24117" y="43180"/>
                </a:lnTo>
                <a:lnTo>
                  <a:pt x="133350" y="43180"/>
                </a:lnTo>
                <a:lnTo>
                  <a:pt x="133350" y="40640"/>
                </a:lnTo>
                <a:close/>
              </a:path>
              <a:path w="135890" h="48260">
                <a:moveTo>
                  <a:pt x="134620" y="43180"/>
                </a:moveTo>
                <a:lnTo>
                  <a:pt x="133350" y="43180"/>
                </a:lnTo>
                <a:lnTo>
                  <a:pt x="133350" y="44450"/>
                </a:lnTo>
                <a:lnTo>
                  <a:pt x="24117" y="44450"/>
                </a:lnTo>
                <a:lnTo>
                  <a:pt x="24117" y="45720"/>
                </a:lnTo>
                <a:lnTo>
                  <a:pt x="24117" y="46990"/>
                </a:lnTo>
                <a:lnTo>
                  <a:pt x="25400" y="46990"/>
                </a:lnTo>
                <a:lnTo>
                  <a:pt x="25400" y="45720"/>
                </a:lnTo>
                <a:lnTo>
                  <a:pt x="134620" y="45720"/>
                </a:lnTo>
                <a:lnTo>
                  <a:pt x="134620" y="44450"/>
                </a:lnTo>
                <a:lnTo>
                  <a:pt x="134620" y="43180"/>
                </a:lnTo>
                <a:close/>
              </a:path>
              <a:path w="135890" h="48260">
                <a:moveTo>
                  <a:pt x="135864" y="45720"/>
                </a:moveTo>
                <a:lnTo>
                  <a:pt x="134620" y="45720"/>
                </a:lnTo>
                <a:lnTo>
                  <a:pt x="134620" y="46990"/>
                </a:lnTo>
                <a:lnTo>
                  <a:pt x="26670" y="46990"/>
                </a:lnTo>
                <a:lnTo>
                  <a:pt x="26670" y="48260"/>
                </a:lnTo>
                <a:lnTo>
                  <a:pt x="135864" y="48260"/>
                </a:lnTo>
                <a:lnTo>
                  <a:pt x="135864" y="46990"/>
                </a:lnTo>
                <a:lnTo>
                  <a:pt x="135864" y="45720"/>
                </a:lnTo>
                <a:close/>
              </a:path>
            </a:pathLst>
          </a:custGeom>
          <a:solidFill>
            <a:srgbClr val="A13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6215354" y="2700019"/>
            <a:ext cx="209550" cy="27305"/>
          </a:xfrm>
          <a:custGeom>
            <a:avLst/>
            <a:gdLst/>
            <a:ahLst/>
            <a:cxnLst/>
            <a:rect l="l" t="t" r="r" b="b"/>
            <a:pathLst>
              <a:path w="209550" h="27305">
                <a:moveTo>
                  <a:pt x="186677" y="22872"/>
                </a:moveTo>
                <a:lnTo>
                  <a:pt x="0" y="22872"/>
                </a:lnTo>
                <a:lnTo>
                  <a:pt x="0" y="25412"/>
                </a:lnTo>
                <a:lnTo>
                  <a:pt x="184150" y="25412"/>
                </a:lnTo>
                <a:lnTo>
                  <a:pt x="184150" y="26682"/>
                </a:lnTo>
                <a:lnTo>
                  <a:pt x="185420" y="26682"/>
                </a:lnTo>
                <a:lnTo>
                  <a:pt x="185420" y="25412"/>
                </a:lnTo>
                <a:lnTo>
                  <a:pt x="186677" y="25412"/>
                </a:lnTo>
                <a:lnTo>
                  <a:pt x="186677" y="22872"/>
                </a:lnTo>
                <a:close/>
              </a:path>
              <a:path w="209550" h="27305">
                <a:moveTo>
                  <a:pt x="190500" y="20332"/>
                </a:moveTo>
                <a:lnTo>
                  <a:pt x="2552" y="20332"/>
                </a:lnTo>
                <a:lnTo>
                  <a:pt x="2552" y="21602"/>
                </a:lnTo>
                <a:lnTo>
                  <a:pt x="187972" y="21602"/>
                </a:lnTo>
                <a:lnTo>
                  <a:pt x="187972" y="22872"/>
                </a:lnTo>
                <a:lnTo>
                  <a:pt x="189230" y="22872"/>
                </a:lnTo>
                <a:lnTo>
                  <a:pt x="189230" y="21602"/>
                </a:lnTo>
                <a:lnTo>
                  <a:pt x="190500" y="21602"/>
                </a:lnTo>
                <a:lnTo>
                  <a:pt x="190500" y="20332"/>
                </a:lnTo>
                <a:close/>
              </a:path>
              <a:path w="209550" h="27305">
                <a:moveTo>
                  <a:pt x="193027" y="16522"/>
                </a:moveTo>
                <a:lnTo>
                  <a:pt x="5080" y="16522"/>
                </a:lnTo>
                <a:lnTo>
                  <a:pt x="5080" y="15252"/>
                </a:lnTo>
                <a:lnTo>
                  <a:pt x="3822" y="15252"/>
                </a:lnTo>
                <a:lnTo>
                  <a:pt x="3822" y="16522"/>
                </a:lnTo>
                <a:lnTo>
                  <a:pt x="3822" y="19062"/>
                </a:lnTo>
                <a:lnTo>
                  <a:pt x="190500" y="19062"/>
                </a:lnTo>
                <a:lnTo>
                  <a:pt x="190500" y="20332"/>
                </a:lnTo>
                <a:lnTo>
                  <a:pt x="191770" y="20332"/>
                </a:lnTo>
                <a:lnTo>
                  <a:pt x="191770" y="19062"/>
                </a:lnTo>
                <a:lnTo>
                  <a:pt x="193027" y="19062"/>
                </a:lnTo>
                <a:lnTo>
                  <a:pt x="193027" y="16522"/>
                </a:lnTo>
                <a:close/>
              </a:path>
              <a:path w="209550" h="27305">
                <a:moveTo>
                  <a:pt x="196850" y="13982"/>
                </a:moveTo>
                <a:lnTo>
                  <a:pt x="6350" y="13982"/>
                </a:lnTo>
                <a:lnTo>
                  <a:pt x="6350" y="12712"/>
                </a:lnTo>
                <a:lnTo>
                  <a:pt x="5080" y="12712"/>
                </a:lnTo>
                <a:lnTo>
                  <a:pt x="5080" y="13982"/>
                </a:lnTo>
                <a:lnTo>
                  <a:pt x="5080" y="15252"/>
                </a:lnTo>
                <a:lnTo>
                  <a:pt x="194322" y="15252"/>
                </a:lnTo>
                <a:lnTo>
                  <a:pt x="194322" y="16522"/>
                </a:lnTo>
                <a:lnTo>
                  <a:pt x="195580" y="16522"/>
                </a:lnTo>
                <a:lnTo>
                  <a:pt x="195580" y="15252"/>
                </a:lnTo>
                <a:lnTo>
                  <a:pt x="196850" y="15252"/>
                </a:lnTo>
                <a:lnTo>
                  <a:pt x="196850" y="13982"/>
                </a:lnTo>
                <a:close/>
              </a:path>
              <a:path w="209550" h="27305">
                <a:moveTo>
                  <a:pt x="199377" y="10172"/>
                </a:moveTo>
                <a:lnTo>
                  <a:pt x="6350" y="10172"/>
                </a:lnTo>
                <a:lnTo>
                  <a:pt x="6350" y="12712"/>
                </a:lnTo>
                <a:lnTo>
                  <a:pt x="196850" y="12712"/>
                </a:lnTo>
                <a:lnTo>
                  <a:pt x="196850" y="13982"/>
                </a:lnTo>
                <a:lnTo>
                  <a:pt x="198120" y="13982"/>
                </a:lnTo>
                <a:lnTo>
                  <a:pt x="198120" y="12712"/>
                </a:lnTo>
                <a:lnTo>
                  <a:pt x="199377" y="12712"/>
                </a:lnTo>
                <a:lnTo>
                  <a:pt x="199377" y="10172"/>
                </a:lnTo>
                <a:close/>
              </a:path>
              <a:path w="209550" h="27305">
                <a:moveTo>
                  <a:pt x="203200" y="7632"/>
                </a:moveTo>
                <a:lnTo>
                  <a:pt x="8902" y="7632"/>
                </a:lnTo>
                <a:lnTo>
                  <a:pt x="8902" y="8902"/>
                </a:lnTo>
                <a:lnTo>
                  <a:pt x="200672" y="8902"/>
                </a:lnTo>
                <a:lnTo>
                  <a:pt x="200672" y="10172"/>
                </a:lnTo>
                <a:lnTo>
                  <a:pt x="201930" y="10172"/>
                </a:lnTo>
                <a:lnTo>
                  <a:pt x="201930" y="8902"/>
                </a:lnTo>
                <a:lnTo>
                  <a:pt x="203200" y="8902"/>
                </a:lnTo>
                <a:lnTo>
                  <a:pt x="203200" y="7632"/>
                </a:lnTo>
                <a:close/>
              </a:path>
              <a:path w="209550" h="27305">
                <a:moveTo>
                  <a:pt x="205727" y="3822"/>
                </a:moveTo>
                <a:lnTo>
                  <a:pt x="11430" y="3822"/>
                </a:lnTo>
                <a:lnTo>
                  <a:pt x="11430" y="2552"/>
                </a:lnTo>
                <a:lnTo>
                  <a:pt x="10172" y="2552"/>
                </a:lnTo>
                <a:lnTo>
                  <a:pt x="10172" y="3822"/>
                </a:lnTo>
                <a:lnTo>
                  <a:pt x="10172" y="6362"/>
                </a:lnTo>
                <a:lnTo>
                  <a:pt x="203200" y="6362"/>
                </a:lnTo>
                <a:lnTo>
                  <a:pt x="203200" y="7632"/>
                </a:lnTo>
                <a:lnTo>
                  <a:pt x="204470" y="7632"/>
                </a:lnTo>
                <a:lnTo>
                  <a:pt x="204470" y="6362"/>
                </a:lnTo>
                <a:lnTo>
                  <a:pt x="205727" y="6362"/>
                </a:lnTo>
                <a:lnTo>
                  <a:pt x="205727" y="3822"/>
                </a:lnTo>
                <a:close/>
              </a:path>
              <a:path w="209550" h="27305">
                <a:moveTo>
                  <a:pt x="208280" y="1282"/>
                </a:moveTo>
                <a:lnTo>
                  <a:pt x="12700" y="1282"/>
                </a:lnTo>
                <a:lnTo>
                  <a:pt x="12700" y="12"/>
                </a:lnTo>
                <a:lnTo>
                  <a:pt x="11430" y="12"/>
                </a:lnTo>
                <a:lnTo>
                  <a:pt x="11430" y="1282"/>
                </a:lnTo>
                <a:lnTo>
                  <a:pt x="11430" y="2552"/>
                </a:lnTo>
                <a:lnTo>
                  <a:pt x="205727" y="2552"/>
                </a:lnTo>
                <a:lnTo>
                  <a:pt x="205727" y="3822"/>
                </a:lnTo>
                <a:lnTo>
                  <a:pt x="207022" y="3822"/>
                </a:lnTo>
                <a:lnTo>
                  <a:pt x="207022" y="2552"/>
                </a:lnTo>
                <a:lnTo>
                  <a:pt x="208280" y="2552"/>
                </a:lnTo>
                <a:lnTo>
                  <a:pt x="208280" y="1282"/>
                </a:lnTo>
                <a:close/>
              </a:path>
              <a:path w="209550" h="27305">
                <a:moveTo>
                  <a:pt x="209550" y="0"/>
                </a:moveTo>
                <a:lnTo>
                  <a:pt x="208280" y="0"/>
                </a:lnTo>
                <a:lnTo>
                  <a:pt x="208280" y="1282"/>
                </a:lnTo>
                <a:lnTo>
                  <a:pt x="209550" y="1282"/>
                </a:lnTo>
                <a:lnTo>
                  <a:pt x="209550" y="0"/>
                </a:lnTo>
                <a:close/>
              </a:path>
            </a:pathLst>
          </a:custGeom>
          <a:solidFill>
            <a:srgbClr val="A13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6633186" y="2700019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74" y="1274"/>
                </a:moveTo>
                <a:lnTo>
                  <a:pt x="0" y="1274"/>
                </a:lnTo>
                <a:lnTo>
                  <a:pt x="0" y="0"/>
                </a:lnTo>
                <a:lnTo>
                  <a:pt x="1274" y="0"/>
                </a:lnTo>
                <a:lnTo>
                  <a:pt x="1274" y="1274"/>
                </a:lnTo>
                <a:close/>
              </a:path>
            </a:pathLst>
          </a:custGeom>
          <a:solidFill>
            <a:srgbClr val="A13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7973022" y="2700032"/>
            <a:ext cx="125095" cy="31750"/>
          </a:xfrm>
          <a:custGeom>
            <a:avLst/>
            <a:gdLst/>
            <a:ahLst/>
            <a:cxnLst/>
            <a:rect l="l" t="t" r="r" b="b"/>
            <a:pathLst>
              <a:path w="125095" h="31750">
                <a:moveTo>
                  <a:pt x="109232" y="0"/>
                </a:moveTo>
                <a:lnTo>
                  <a:pt x="107950" y="0"/>
                </a:lnTo>
                <a:lnTo>
                  <a:pt x="107950" y="1270"/>
                </a:lnTo>
                <a:lnTo>
                  <a:pt x="0" y="1270"/>
                </a:lnTo>
                <a:lnTo>
                  <a:pt x="0" y="2540"/>
                </a:lnTo>
                <a:lnTo>
                  <a:pt x="109232" y="2540"/>
                </a:lnTo>
                <a:lnTo>
                  <a:pt x="109232" y="1270"/>
                </a:lnTo>
                <a:lnTo>
                  <a:pt x="109232" y="0"/>
                </a:lnTo>
                <a:close/>
              </a:path>
              <a:path w="125095" h="31750">
                <a:moveTo>
                  <a:pt x="110502" y="2540"/>
                </a:moveTo>
                <a:lnTo>
                  <a:pt x="109232" y="2540"/>
                </a:lnTo>
                <a:lnTo>
                  <a:pt x="109232" y="3810"/>
                </a:lnTo>
                <a:lnTo>
                  <a:pt x="2552" y="3810"/>
                </a:lnTo>
                <a:lnTo>
                  <a:pt x="2552" y="6350"/>
                </a:lnTo>
                <a:lnTo>
                  <a:pt x="2552" y="7620"/>
                </a:lnTo>
                <a:lnTo>
                  <a:pt x="3835" y="7620"/>
                </a:lnTo>
                <a:lnTo>
                  <a:pt x="3835" y="6350"/>
                </a:lnTo>
                <a:lnTo>
                  <a:pt x="110502" y="6350"/>
                </a:lnTo>
                <a:lnTo>
                  <a:pt x="110502" y="3810"/>
                </a:lnTo>
                <a:lnTo>
                  <a:pt x="110502" y="2540"/>
                </a:lnTo>
                <a:close/>
              </a:path>
              <a:path w="125095" h="31750">
                <a:moveTo>
                  <a:pt x="111785" y="7620"/>
                </a:moveTo>
                <a:lnTo>
                  <a:pt x="3835" y="7620"/>
                </a:lnTo>
                <a:lnTo>
                  <a:pt x="3835" y="8890"/>
                </a:lnTo>
                <a:lnTo>
                  <a:pt x="3835" y="10160"/>
                </a:lnTo>
                <a:lnTo>
                  <a:pt x="5105" y="10160"/>
                </a:lnTo>
                <a:lnTo>
                  <a:pt x="5105" y="8890"/>
                </a:lnTo>
                <a:lnTo>
                  <a:pt x="111785" y="8890"/>
                </a:lnTo>
                <a:lnTo>
                  <a:pt x="111785" y="7620"/>
                </a:lnTo>
                <a:close/>
              </a:path>
              <a:path w="125095" h="31750">
                <a:moveTo>
                  <a:pt x="114300" y="10160"/>
                </a:moveTo>
                <a:lnTo>
                  <a:pt x="6350" y="10160"/>
                </a:lnTo>
                <a:lnTo>
                  <a:pt x="6350" y="12700"/>
                </a:lnTo>
                <a:lnTo>
                  <a:pt x="6350" y="13970"/>
                </a:lnTo>
                <a:lnTo>
                  <a:pt x="7632" y="13970"/>
                </a:lnTo>
                <a:lnTo>
                  <a:pt x="7632" y="12700"/>
                </a:lnTo>
                <a:lnTo>
                  <a:pt x="114300" y="12700"/>
                </a:lnTo>
                <a:lnTo>
                  <a:pt x="114300" y="10160"/>
                </a:lnTo>
                <a:close/>
              </a:path>
              <a:path w="125095" h="31750">
                <a:moveTo>
                  <a:pt x="118135" y="16497"/>
                </a:moveTo>
                <a:lnTo>
                  <a:pt x="8902" y="16497"/>
                </a:lnTo>
                <a:lnTo>
                  <a:pt x="8902" y="15240"/>
                </a:lnTo>
                <a:lnTo>
                  <a:pt x="115582" y="15240"/>
                </a:lnTo>
                <a:lnTo>
                  <a:pt x="115582" y="13970"/>
                </a:lnTo>
                <a:lnTo>
                  <a:pt x="7632" y="13970"/>
                </a:lnTo>
                <a:lnTo>
                  <a:pt x="7632" y="15240"/>
                </a:lnTo>
                <a:lnTo>
                  <a:pt x="7632" y="16510"/>
                </a:lnTo>
                <a:lnTo>
                  <a:pt x="8902" y="16510"/>
                </a:lnTo>
                <a:lnTo>
                  <a:pt x="8902" y="19037"/>
                </a:lnTo>
                <a:lnTo>
                  <a:pt x="118135" y="19037"/>
                </a:lnTo>
                <a:lnTo>
                  <a:pt x="118135" y="16497"/>
                </a:lnTo>
                <a:close/>
              </a:path>
              <a:path w="125095" h="31750">
                <a:moveTo>
                  <a:pt x="119405" y="19050"/>
                </a:moveTo>
                <a:lnTo>
                  <a:pt x="118135" y="19050"/>
                </a:lnTo>
                <a:lnTo>
                  <a:pt x="118135" y="20320"/>
                </a:lnTo>
                <a:lnTo>
                  <a:pt x="10185" y="20320"/>
                </a:lnTo>
                <a:lnTo>
                  <a:pt x="10185" y="21590"/>
                </a:lnTo>
                <a:lnTo>
                  <a:pt x="119405" y="21590"/>
                </a:lnTo>
                <a:lnTo>
                  <a:pt x="119405" y="20320"/>
                </a:lnTo>
                <a:lnTo>
                  <a:pt x="119405" y="19050"/>
                </a:lnTo>
                <a:close/>
              </a:path>
              <a:path w="125095" h="31750">
                <a:moveTo>
                  <a:pt x="120650" y="21590"/>
                </a:moveTo>
                <a:lnTo>
                  <a:pt x="119405" y="21590"/>
                </a:lnTo>
                <a:lnTo>
                  <a:pt x="119405" y="22860"/>
                </a:lnTo>
                <a:lnTo>
                  <a:pt x="12700" y="22860"/>
                </a:lnTo>
                <a:lnTo>
                  <a:pt x="12700" y="25400"/>
                </a:lnTo>
                <a:lnTo>
                  <a:pt x="12700" y="26670"/>
                </a:lnTo>
                <a:lnTo>
                  <a:pt x="13982" y="26670"/>
                </a:lnTo>
                <a:lnTo>
                  <a:pt x="13982" y="25400"/>
                </a:lnTo>
                <a:lnTo>
                  <a:pt x="120650" y="25400"/>
                </a:lnTo>
                <a:lnTo>
                  <a:pt x="120650" y="22860"/>
                </a:lnTo>
                <a:lnTo>
                  <a:pt x="120650" y="21590"/>
                </a:lnTo>
                <a:close/>
              </a:path>
              <a:path w="125095" h="31750">
                <a:moveTo>
                  <a:pt x="123202" y="25400"/>
                </a:moveTo>
                <a:lnTo>
                  <a:pt x="121932" y="25400"/>
                </a:lnTo>
                <a:lnTo>
                  <a:pt x="121932" y="26670"/>
                </a:lnTo>
                <a:lnTo>
                  <a:pt x="13982" y="26670"/>
                </a:lnTo>
                <a:lnTo>
                  <a:pt x="13982" y="27940"/>
                </a:lnTo>
                <a:lnTo>
                  <a:pt x="13982" y="29210"/>
                </a:lnTo>
                <a:lnTo>
                  <a:pt x="15252" y="29210"/>
                </a:lnTo>
                <a:lnTo>
                  <a:pt x="15252" y="27940"/>
                </a:lnTo>
                <a:lnTo>
                  <a:pt x="123202" y="27940"/>
                </a:lnTo>
                <a:lnTo>
                  <a:pt x="123202" y="26670"/>
                </a:lnTo>
                <a:lnTo>
                  <a:pt x="123202" y="25400"/>
                </a:lnTo>
                <a:close/>
              </a:path>
              <a:path w="125095" h="31750">
                <a:moveTo>
                  <a:pt x="124485" y="27940"/>
                </a:moveTo>
                <a:lnTo>
                  <a:pt x="123202" y="27940"/>
                </a:lnTo>
                <a:lnTo>
                  <a:pt x="123202" y="29210"/>
                </a:lnTo>
                <a:lnTo>
                  <a:pt x="15252" y="29210"/>
                </a:lnTo>
                <a:lnTo>
                  <a:pt x="15252" y="31750"/>
                </a:lnTo>
                <a:lnTo>
                  <a:pt x="124485" y="31750"/>
                </a:lnTo>
                <a:lnTo>
                  <a:pt x="124485" y="29210"/>
                </a:lnTo>
                <a:lnTo>
                  <a:pt x="124485" y="27940"/>
                </a:lnTo>
                <a:close/>
              </a:path>
            </a:pathLst>
          </a:custGeom>
          <a:solidFill>
            <a:srgbClr val="A13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8016227" y="2781312"/>
            <a:ext cx="115570" cy="11430"/>
          </a:xfrm>
          <a:custGeom>
            <a:avLst/>
            <a:gdLst/>
            <a:ahLst/>
            <a:cxnLst/>
            <a:rect l="l" t="t" r="r" b="b"/>
            <a:pathLst>
              <a:path w="115570" h="11430">
                <a:moveTo>
                  <a:pt x="109194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44" y="2540"/>
                </a:lnTo>
                <a:lnTo>
                  <a:pt x="1244" y="1270"/>
                </a:lnTo>
                <a:lnTo>
                  <a:pt x="109194" y="1270"/>
                </a:lnTo>
                <a:lnTo>
                  <a:pt x="109194" y="0"/>
                </a:lnTo>
                <a:close/>
              </a:path>
              <a:path w="115570" h="11430">
                <a:moveTo>
                  <a:pt x="110477" y="2540"/>
                </a:moveTo>
                <a:lnTo>
                  <a:pt x="1244" y="2540"/>
                </a:lnTo>
                <a:lnTo>
                  <a:pt x="1244" y="3810"/>
                </a:lnTo>
                <a:lnTo>
                  <a:pt x="1244" y="5080"/>
                </a:lnTo>
                <a:lnTo>
                  <a:pt x="2527" y="5080"/>
                </a:lnTo>
                <a:lnTo>
                  <a:pt x="2527" y="3810"/>
                </a:lnTo>
                <a:lnTo>
                  <a:pt x="110477" y="3810"/>
                </a:lnTo>
                <a:lnTo>
                  <a:pt x="110477" y="2540"/>
                </a:lnTo>
                <a:close/>
              </a:path>
              <a:path w="115570" h="11430">
                <a:moveTo>
                  <a:pt x="115544" y="10134"/>
                </a:moveTo>
                <a:lnTo>
                  <a:pt x="114300" y="10134"/>
                </a:lnTo>
                <a:lnTo>
                  <a:pt x="114300" y="7607"/>
                </a:lnTo>
                <a:lnTo>
                  <a:pt x="113030" y="7607"/>
                </a:lnTo>
                <a:lnTo>
                  <a:pt x="113030" y="5080"/>
                </a:lnTo>
                <a:lnTo>
                  <a:pt x="113030" y="3810"/>
                </a:lnTo>
                <a:lnTo>
                  <a:pt x="111747" y="3810"/>
                </a:lnTo>
                <a:lnTo>
                  <a:pt x="111747" y="5080"/>
                </a:lnTo>
                <a:lnTo>
                  <a:pt x="2527" y="5080"/>
                </a:lnTo>
                <a:lnTo>
                  <a:pt x="2527" y="7620"/>
                </a:lnTo>
                <a:lnTo>
                  <a:pt x="3797" y="7620"/>
                </a:lnTo>
                <a:lnTo>
                  <a:pt x="3797" y="10134"/>
                </a:lnTo>
                <a:lnTo>
                  <a:pt x="5080" y="10134"/>
                </a:lnTo>
                <a:lnTo>
                  <a:pt x="5080" y="11417"/>
                </a:lnTo>
                <a:lnTo>
                  <a:pt x="115544" y="11417"/>
                </a:lnTo>
                <a:lnTo>
                  <a:pt x="115544" y="10134"/>
                </a:lnTo>
                <a:close/>
              </a:path>
            </a:pathLst>
          </a:custGeom>
          <a:solidFill>
            <a:srgbClr val="A13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6221704" y="2781299"/>
            <a:ext cx="17145" cy="5080"/>
          </a:xfrm>
          <a:custGeom>
            <a:avLst/>
            <a:gdLst/>
            <a:ahLst/>
            <a:cxnLst/>
            <a:rect l="l" t="t" r="r" b="b"/>
            <a:pathLst>
              <a:path w="17145" h="5080">
                <a:moveTo>
                  <a:pt x="8902" y="2552"/>
                </a:moveTo>
                <a:lnTo>
                  <a:pt x="1282" y="2552"/>
                </a:lnTo>
                <a:lnTo>
                  <a:pt x="1282" y="3797"/>
                </a:lnTo>
                <a:lnTo>
                  <a:pt x="2552" y="3797"/>
                </a:lnTo>
                <a:lnTo>
                  <a:pt x="2552" y="5080"/>
                </a:lnTo>
                <a:lnTo>
                  <a:pt x="5080" y="5080"/>
                </a:lnTo>
                <a:lnTo>
                  <a:pt x="5080" y="3797"/>
                </a:lnTo>
                <a:lnTo>
                  <a:pt x="8902" y="3797"/>
                </a:lnTo>
                <a:lnTo>
                  <a:pt x="8902" y="2552"/>
                </a:lnTo>
                <a:close/>
              </a:path>
              <a:path w="17145" h="5080">
                <a:moveTo>
                  <a:pt x="16522" y="0"/>
                </a:moveTo>
                <a:lnTo>
                  <a:pt x="0" y="0"/>
                </a:lnTo>
                <a:lnTo>
                  <a:pt x="0" y="2552"/>
                </a:lnTo>
                <a:lnTo>
                  <a:pt x="1282" y="2552"/>
                </a:lnTo>
                <a:lnTo>
                  <a:pt x="1282" y="1270"/>
                </a:lnTo>
                <a:lnTo>
                  <a:pt x="8902" y="1270"/>
                </a:lnTo>
                <a:lnTo>
                  <a:pt x="8902" y="2552"/>
                </a:lnTo>
                <a:lnTo>
                  <a:pt x="12700" y="2552"/>
                </a:lnTo>
                <a:lnTo>
                  <a:pt x="12700" y="1270"/>
                </a:lnTo>
                <a:lnTo>
                  <a:pt x="16522" y="1270"/>
                </a:lnTo>
                <a:lnTo>
                  <a:pt x="16522" y="0"/>
                </a:lnTo>
                <a:close/>
              </a:path>
            </a:pathLst>
          </a:custGeom>
          <a:solidFill>
            <a:srgbClr val="A13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2" name="object 342"/>
          <p:cNvGrpSpPr/>
          <p:nvPr/>
        </p:nvGrpSpPr>
        <p:grpSpPr>
          <a:xfrm>
            <a:off x="8022583" y="2792719"/>
            <a:ext cx="246379" cy="247650"/>
            <a:chOff x="8022583" y="2792719"/>
            <a:chExt cx="246379" cy="247650"/>
          </a:xfrm>
        </p:grpSpPr>
        <p:sp>
          <p:nvSpPr>
            <p:cNvPr id="343" name="object 343"/>
            <p:cNvSpPr/>
            <p:nvPr/>
          </p:nvSpPr>
          <p:spPr>
            <a:xfrm>
              <a:off x="8022577" y="2792729"/>
              <a:ext cx="148590" cy="71755"/>
            </a:xfrm>
            <a:custGeom>
              <a:avLst/>
              <a:gdLst/>
              <a:ahLst/>
              <a:cxnLst/>
              <a:rect l="l" t="t" r="r" b="b"/>
              <a:pathLst>
                <a:path w="148590" h="71755">
                  <a:moveTo>
                    <a:pt x="110477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110477" y="2540"/>
                  </a:lnTo>
                  <a:lnTo>
                    <a:pt x="110477" y="0"/>
                  </a:lnTo>
                  <a:close/>
                </a:path>
                <a:path w="148590" h="71755">
                  <a:moveTo>
                    <a:pt x="116827" y="11417"/>
                  </a:moveTo>
                  <a:lnTo>
                    <a:pt x="115544" y="11417"/>
                  </a:lnTo>
                  <a:lnTo>
                    <a:pt x="115544" y="8890"/>
                  </a:lnTo>
                  <a:lnTo>
                    <a:pt x="114300" y="8890"/>
                  </a:lnTo>
                  <a:lnTo>
                    <a:pt x="114300" y="7632"/>
                  </a:lnTo>
                  <a:lnTo>
                    <a:pt x="114300" y="6362"/>
                  </a:lnTo>
                  <a:lnTo>
                    <a:pt x="113030" y="6362"/>
                  </a:lnTo>
                  <a:lnTo>
                    <a:pt x="113030" y="5092"/>
                  </a:lnTo>
                  <a:lnTo>
                    <a:pt x="113030" y="3822"/>
                  </a:lnTo>
                  <a:lnTo>
                    <a:pt x="111747" y="3822"/>
                  </a:lnTo>
                  <a:lnTo>
                    <a:pt x="111747" y="2552"/>
                  </a:lnTo>
                  <a:lnTo>
                    <a:pt x="1244" y="2552"/>
                  </a:lnTo>
                  <a:lnTo>
                    <a:pt x="1244" y="3822"/>
                  </a:lnTo>
                  <a:lnTo>
                    <a:pt x="1244" y="5092"/>
                  </a:lnTo>
                  <a:lnTo>
                    <a:pt x="2527" y="5092"/>
                  </a:lnTo>
                  <a:lnTo>
                    <a:pt x="2527" y="6362"/>
                  </a:lnTo>
                  <a:lnTo>
                    <a:pt x="2527" y="7632"/>
                  </a:lnTo>
                  <a:lnTo>
                    <a:pt x="3797" y="7632"/>
                  </a:lnTo>
                  <a:lnTo>
                    <a:pt x="3797" y="8902"/>
                  </a:lnTo>
                  <a:lnTo>
                    <a:pt x="5080" y="8902"/>
                  </a:lnTo>
                  <a:lnTo>
                    <a:pt x="5080" y="11417"/>
                  </a:lnTo>
                  <a:lnTo>
                    <a:pt x="6350" y="11417"/>
                  </a:lnTo>
                  <a:lnTo>
                    <a:pt x="6350" y="13970"/>
                  </a:lnTo>
                  <a:lnTo>
                    <a:pt x="116827" y="13970"/>
                  </a:lnTo>
                  <a:lnTo>
                    <a:pt x="116827" y="11417"/>
                  </a:lnTo>
                  <a:close/>
                </a:path>
                <a:path w="148590" h="71755">
                  <a:moveTo>
                    <a:pt x="137147" y="48272"/>
                  </a:moveTo>
                  <a:lnTo>
                    <a:pt x="135877" y="48272"/>
                  </a:lnTo>
                  <a:lnTo>
                    <a:pt x="135877" y="45720"/>
                  </a:lnTo>
                  <a:lnTo>
                    <a:pt x="134594" y="45720"/>
                  </a:lnTo>
                  <a:lnTo>
                    <a:pt x="134594" y="43167"/>
                  </a:lnTo>
                  <a:lnTo>
                    <a:pt x="133350" y="43167"/>
                  </a:lnTo>
                  <a:lnTo>
                    <a:pt x="133350" y="40640"/>
                  </a:lnTo>
                  <a:lnTo>
                    <a:pt x="132080" y="40640"/>
                  </a:lnTo>
                  <a:lnTo>
                    <a:pt x="132080" y="39382"/>
                  </a:lnTo>
                  <a:lnTo>
                    <a:pt x="130797" y="39382"/>
                  </a:lnTo>
                  <a:lnTo>
                    <a:pt x="130797" y="38112"/>
                  </a:lnTo>
                  <a:lnTo>
                    <a:pt x="130797" y="36842"/>
                  </a:lnTo>
                  <a:lnTo>
                    <a:pt x="129527" y="36842"/>
                  </a:lnTo>
                  <a:lnTo>
                    <a:pt x="129527" y="35572"/>
                  </a:lnTo>
                  <a:lnTo>
                    <a:pt x="129527" y="34302"/>
                  </a:lnTo>
                  <a:lnTo>
                    <a:pt x="128244" y="34302"/>
                  </a:lnTo>
                  <a:lnTo>
                    <a:pt x="128244" y="33032"/>
                  </a:lnTo>
                  <a:lnTo>
                    <a:pt x="128244" y="31762"/>
                  </a:lnTo>
                  <a:lnTo>
                    <a:pt x="127000" y="31762"/>
                  </a:lnTo>
                  <a:lnTo>
                    <a:pt x="127000" y="30492"/>
                  </a:lnTo>
                  <a:lnTo>
                    <a:pt x="127000" y="29222"/>
                  </a:lnTo>
                  <a:lnTo>
                    <a:pt x="125730" y="29222"/>
                  </a:lnTo>
                  <a:lnTo>
                    <a:pt x="125730" y="26670"/>
                  </a:lnTo>
                  <a:lnTo>
                    <a:pt x="124447" y="26670"/>
                  </a:lnTo>
                  <a:lnTo>
                    <a:pt x="124447" y="25412"/>
                  </a:lnTo>
                  <a:lnTo>
                    <a:pt x="123177" y="25412"/>
                  </a:lnTo>
                  <a:lnTo>
                    <a:pt x="123177" y="24142"/>
                  </a:lnTo>
                  <a:lnTo>
                    <a:pt x="123177" y="22872"/>
                  </a:lnTo>
                  <a:lnTo>
                    <a:pt x="121894" y="22872"/>
                  </a:lnTo>
                  <a:lnTo>
                    <a:pt x="121894" y="21602"/>
                  </a:lnTo>
                  <a:lnTo>
                    <a:pt x="121894" y="20332"/>
                  </a:lnTo>
                  <a:lnTo>
                    <a:pt x="120650" y="20332"/>
                  </a:lnTo>
                  <a:lnTo>
                    <a:pt x="120650" y="19062"/>
                  </a:lnTo>
                  <a:lnTo>
                    <a:pt x="120650" y="17792"/>
                  </a:lnTo>
                  <a:lnTo>
                    <a:pt x="119380" y="17792"/>
                  </a:lnTo>
                  <a:lnTo>
                    <a:pt x="119380" y="16522"/>
                  </a:lnTo>
                  <a:lnTo>
                    <a:pt x="119380" y="15252"/>
                  </a:lnTo>
                  <a:lnTo>
                    <a:pt x="118097" y="15252"/>
                  </a:lnTo>
                  <a:lnTo>
                    <a:pt x="118097" y="13982"/>
                  </a:lnTo>
                  <a:lnTo>
                    <a:pt x="7594" y="13982"/>
                  </a:lnTo>
                  <a:lnTo>
                    <a:pt x="7594" y="15252"/>
                  </a:lnTo>
                  <a:lnTo>
                    <a:pt x="7594" y="16522"/>
                  </a:lnTo>
                  <a:lnTo>
                    <a:pt x="8877" y="16522"/>
                  </a:lnTo>
                  <a:lnTo>
                    <a:pt x="8877" y="17792"/>
                  </a:lnTo>
                  <a:lnTo>
                    <a:pt x="8877" y="19062"/>
                  </a:lnTo>
                  <a:lnTo>
                    <a:pt x="10147" y="19062"/>
                  </a:lnTo>
                  <a:lnTo>
                    <a:pt x="10147" y="20332"/>
                  </a:lnTo>
                  <a:lnTo>
                    <a:pt x="10147" y="21602"/>
                  </a:lnTo>
                  <a:lnTo>
                    <a:pt x="11430" y="21602"/>
                  </a:lnTo>
                  <a:lnTo>
                    <a:pt x="11430" y="22872"/>
                  </a:lnTo>
                  <a:lnTo>
                    <a:pt x="11430" y="24142"/>
                  </a:lnTo>
                  <a:lnTo>
                    <a:pt x="12700" y="24142"/>
                  </a:lnTo>
                  <a:lnTo>
                    <a:pt x="12700" y="25412"/>
                  </a:lnTo>
                  <a:lnTo>
                    <a:pt x="12700" y="26682"/>
                  </a:lnTo>
                  <a:lnTo>
                    <a:pt x="13944" y="26682"/>
                  </a:lnTo>
                  <a:lnTo>
                    <a:pt x="13944" y="29222"/>
                  </a:lnTo>
                  <a:lnTo>
                    <a:pt x="15227" y="29222"/>
                  </a:lnTo>
                  <a:lnTo>
                    <a:pt x="15227" y="30492"/>
                  </a:lnTo>
                  <a:lnTo>
                    <a:pt x="16497" y="30492"/>
                  </a:lnTo>
                  <a:lnTo>
                    <a:pt x="16497" y="31762"/>
                  </a:lnTo>
                  <a:lnTo>
                    <a:pt x="16497" y="33032"/>
                  </a:lnTo>
                  <a:lnTo>
                    <a:pt x="17780" y="33032"/>
                  </a:lnTo>
                  <a:lnTo>
                    <a:pt x="17780" y="34302"/>
                  </a:lnTo>
                  <a:lnTo>
                    <a:pt x="17780" y="35572"/>
                  </a:lnTo>
                  <a:lnTo>
                    <a:pt x="19050" y="35572"/>
                  </a:lnTo>
                  <a:lnTo>
                    <a:pt x="19050" y="36842"/>
                  </a:lnTo>
                  <a:lnTo>
                    <a:pt x="19050" y="38112"/>
                  </a:lnTo>
                  <a:lnTo>
                    <a:pt x="20294" y="38112"/>
                  </a:lnTo>
                  <a:lnTo>
                    <a:pt x="20294" y="39382"/>
                  </a:lnTo>
                  <a:lnTo>
                    <a:pt x="20294" y="40652"/>
                  </a:lnTo>
                  <a:lnTo>
                    <a:pt x="21577" y="40652"/>
                  </a:lnTo>
                  <a:lnTo>
                    <a:pt x="21577" y="43167"/>
                  </a:lnTo>
                  <a:lnTo>
                    <a:pt x="22847" y="43167"/>
                  </a:lnTo>
                  <a:lnTo>
                    <a:pt x="22847" y="45720"/>
                  </a:lnTo>
                  <a:lnTo>
                    <a:pt x="24130" y="45720"/>
                  </a:lnTo>
                  <a:lnTo>
                    <a:pt x="24130" y="48272"/>
                  </a:lnTo>
                  <a:lnTo>
                    <a:pt x="25400" y="48272"/>
                  </a:lnTo>
                  <a:lnTo>
                    <a:pt x="25400" y="50800"/>
                  </a:lnTo>
                  <a:lnTo>
                    <a:pt x="137147" y="50800"/>
                  </a:lnTo>
                  <a:lnTo>
                    <a:pt x="137147" y="48272"/>
                  </a:lnTo>
                  <a:close/>
                </a:path>
                <a:path w="148590" h="71755">
                  <a:moveTo>
                    <a:pt x="143497" y="59690"/>
                  </a:moveTo>
                  <a:lnTo>
                    <a:pt x="142227" y="59690"/>
                  </a:lnTo>
                  <a:lnTo>
                    <a:pt x="142227" y="57150"/>
                  </a:lnTo>
                  <a:lnTo>
                    <a:pt x="140944" y="57150"/>
                  </a:lnTo>
                  <a:lnTo>
                    <a:pt x="140944" y="54622"/>
                  </a:lnTo>
                  <a:lnTo>
                    <a:pt x="139700" y="54622"/>
                  </a:lnTo>
                  <a:lnTo>
                    <a:pt x="139700" y="53352"/>
                  </a:lnTo>
                  <a:lnTo>
                    <a:pt x="139700" y="52082"/>
                  </a:lnTo>
                  <a:lnTo>
                    <a:pt x="138430" y="52082"/>
                  </a:lnTo>
                  <a:lnTo>
                    <a:pt x="138430" y="50812"/>
                  </a:lnTo>
                  <a:lnTo>
                    <a:pt x="26644" y="50812"/>
                  </a:lnTo>
                  <a:lnTo>
                    <a:pt x="26644" y="52082"/>
                  </a:lnTo>
                  <a:lnTo>
                    <a:pt x="26644" y="53352"/>
                  </a:lnTo>
                  <a:lnTo>
                    <a:pt x="27927" y="53352"/>
                  </a:lnTo>
                  <a:lnTo>
                    <a:pt x="27927" y="54622"/>
                  </a:lnTo>
                  <a:lnTo>
                    <a:pt x="29197" y="54622"/>
                  </a:lnTo>
                  <a:lnTo>
                    <a:pt x="29197" y="57150"/>
                  </a:lnTo>
                  <a:lnTo>
                    <a:pt x="30480" y="57150"/>
                  </a:lnTo>
                  <a:lnTo>
                    <a:pt x="30480" y="59690"/>
                  </a:lnTo>
                  <a:lnTo>
                    <a:pt x="31750" y="59690"/>
                  </a:lnTo>
                  <a:lnTo>
                    <a:pt x="31750" y="62217"/>
                  </a:lnTo>
                  <a:lnTo>
                    <a:pt x="143497" y="62217"/>
                  </a:lnTo>
                  <a:lnTo>
                    <a:pt x="143497" y="59690"/>
                  </a:lnTo>
                  <a:close/>
                </a:path>
                <a:path w="148590" h="71755">
                  <a:moveTo>
                    <a:pt x="148577" y="68592"/>
                  </a:moveTo>
                  <a:lnTo>
                    <a:pt x="147294" y="68592"/>
                  </a:lnTo>
                  <a:lnTo>
                    <a:pt x="147294" y="67322"/>
                  </a:lnTo>
                  <a:lnTo>
                    <a:pt x="147294" y="66052"/>
                  </a:lnTo>
                  <a:lnTo>
                    <a:pt x="146050" y="66052"/>
                  </a:lnTo>
                  <a:lnTo>
                    <a:pt x="146050" y="64782"/>
                  </a:lnTo>
                  <a:lnTo>
                    <a:pt x="146050" y="63512"/>
                  </a:lnTo>
                  <a:lnTo>
                    <a:pt x="144780" y="63512"/>
                  </a:lnTo>
                  <a:lnTo>
                    <a:pt x="144780" y="62242"/>
                  </a:lnTo>
                  <a:lnTo>
                    <a:pt x="32994" y="62242"/>
                  </a:lnTo>
                  <a:lnTo>
                    <a:pt x="32994" y="63512"/>
                  </a:lnTo>
                  <a:lnTo>
                    <a:pt x="32994" y="64782"/>
                  </a:lnTo>
                  <a:lnTo>
                    <a:pt x="34277" y="64782"/>
                  </a:lnTo>
                  <a:lnTo>
                    <a:pt x="34277" y="66052"/>
                  </a:lnTo>
                  <a:lnTo>
                    <a:pt x="34277" y="67322"/>
                  </a:lnTo>
                  <a:lnTo>
                    <a:pt x="35547" y="67322"/>
                  </a:lnTo>
                  <a:lnTo>
                    <a:pt x="35547" y="68592"/>
                  </a:lnTo>
                  <a:lnTo>
                    <a:pt x="35547" y="69862"/>
                  </a:lnTo>
                  <a:lnTo>
                    <a:pt x="36830" y="69862"/>
                  </a:lnTo>
                  <a:lnTo>
                    <a:pt x="36830" y="71132"/>
                  </a:lnTo>
                  <a:lnTo>
                    <a:pt x="148577" y="71132"/>
                  </a:lnTo>
                  <a:lnTo>
                    <a:pt x="148577" y="69862"/>
                  </a:lnTo>
                  <a:lnTo>
                    <a:pt x="148577" y="68592"/>
                  </a:lnTo>
                  <a:close/>
                </a:path>
              </a:pathLst>
            </a:custGeom>
            <a:solidFill>
              <a:srgbClr val="A13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8059407" y="2863862"/>
              <a:ext cx="157480" cy="81280"/>
            </a:xfrm>
            <a:custGeom>
              <a:avLst/>
              <a:gdLst/>
              <a:ahLst/>
              <a:cxnLst/>
              <a:rect l="l" t="t" r="r" b="b"/>
              <a:pathLst>
                <a:path w="157479" h="81280">
                  <a:moveTo>
                    <a:pt x="157467" y="80010"/>
                  </a:moveTo>
                  <a:lnTo>
                    <a:pt x="156197" y="80010"/>
                  </a:lnTo>
                  <a:lnTo>
                    <a:pt x="156197" y="77470"/>
                  </a:lnTo>
                  <a:lnTo>
                    <a:pt x="154914" y="77470"/>
                  </a:lnTo>
                  <a:lnTo>
                    <a:pt x="154914" y="76200"/>
                  </a:lnTo>
                  <a:lnTo>
                    <a:pt x="153644" y="76200"/>
                  </a:lnTo>
                  <a:lnTo>
                    <a:pt x="153644" y="74930"/>
                  </a:lnTo>
                  <a:lnTo>
                    <a:pt x="153657" y="73660"/>
                  </a:lnTo>
                  <a:lnTo>
                    <a:pt x="152400" y="73660"/>
                  </a:lnTo>
                  <a:lnTo>
                    <a:pt x="152400" y="72390"/>
                  </a:lnTo>
                  <a:lnTo>
                    <a:pt x="152400" y="71120"/>
                  </a:lnTo>
                  <a:lnTo>
                    <a:pt x="151117" y="71120"/>
                  </a:lnTo>
                  <a:lnTo>
                    <a:pt x="151117" y="68580"/>
                  </a:lnTo>
                  <a:lnTo>
                    <a:pt x="149847" y="68580"/>
                  </a:lnTo>
                  <a:lnTo>
                    <a:pt x="149847" y="66040"/>
                  </a:lnTo>
                  <a:lnTo>
                    <a:pt x="148564" y="66040"/>
                  </a:lnTo>
                  <a:lnTo>
                    <a:pt x="148564" y="63500"/>
                  </a:lnTo>
                  <a:lnTo>
                    <a:pt x="147320" y="63500"/>
                  </a:lnTo>
                  <a:lnTo>
                    <a:pt x="147320" y="62230"/>
                  </a:lnTo>
                  <a:lnTo>
                    <a:pt x="146050" y="62230"/>
                  </a:lnTo>
                  <a:lnTo>
                    <a:pt x="146050" y="60960"/>
                  </a:lnTo>
                  <a:lnTo>
                    <a:pt x="146050" y="59690"/>
                  </a:lnTo>
                  <a:lnTo>
                    <a:pt x="144767" y="59690"/>
                  </a:lnTo>
                  <a:lnTo>
                    <a:pt x="144767" y="58420"/>
                  </a:lnTo>
                  <a:lnTo>
                    <a:pt x="144767" y="57150"/>
                  </a:lnTo>
                  <a:lnTo>
                    <a:pt x="143497" y="57150"/>
                  </a:lnTo>
                  <a:lnTo>
                    <a:pt x="143497" y="55880"/>
                  </a:lnTo>
                  <a:lnTo>
                    <a:pt x="143497" y="54610"/>
                  </a:lnTo>
                  <a:lnTo>
                    <a:pt x="142214" y="54610"/>
                  </a:lnTo>
                  <a:lnTo>
                    <a:pt x="142214" y="53340"/>
                  </a:lnTo>
                  <a:lnTo>
                    <a:pt x="142214" y="52070"/>
                  </a:lnTo>
                  <a:lnTo>
                    <a:pt x="140944" y="52070"/>
                  </a:lnTo>
                  <a:lnTo>
                    <a:pt x="140944" y="50800"/>
                  </a:lnTo>
                  <a:lnTo>
                    <a:pt x="139700" y="50800"/>
                  </a:lnTo>
                  <a:lnTo>
                    <a:pt x="139700" y="49530"/>
                  </a:lnTo>
                  <a:lnTo>
                    <a:pt x="139700" y="48260"/>
                  </a:lnTo>
                  <a:lnTo>
                    <a:pt x="138417" y="48260"/>
                  </a:lnTo>
                  <a:lnTo>
                    <a:pt x="138417" y="46990"/>
                  </a:lnTo>
                  <a:lnTo>
                    <a:pt x="138417" y="45720"/>
                  </a:lnTo>
                  <a:lnTo>
                    <a:pt x="137147" y="45720"/>
                  </a:lnTo>
                  <a:lnTo>
                    <a:pt x="137147" y="44450"/>
                  </a:lnTo>
                  <a:lnTo>
                    <a:pt x="137147" y="43180"/>
                  </a:lnTo>
                  <a:lnTo>
                    <a:pt x="135864" y="43180"/>
                  </a:lnTo>
                  <a:lnTo>
                    <a:pt x="135864" y="41910"/>
                  </a:lnTo>
                  <a:lnTo>
                    <a:pt x="135864" y="40640"/>
                  </a:lnTo>
                  <a:lnTo>
                    <a:pt x="134594" y="40640"/>
                  </a:lnTo>
                  <a:lnTo>
                    <a:pt x="134594" y="39370"/>
                  </a:lnTo>
                  <a:lnTo>
                    <a:pt x="133350" y="39370"/>
                  </a:lnTo>
                  <a:lnTo>
                    <a:pt x="133350" y="36830"/>
                  </a:lnTo>
                  <a:lnTo>
                    <a:pt x="132067" y="36830"/>
                  </a:lnTo>
                  <a:lnTo>
                    <a:pt x="132067" y="34290"/>
                  </a:lnTo>
                  <a:lnTo>
                    <a:pt x="130797" y="34290"/>
                  </a:lnTo>
                  <a:lnTo>
                    <a:pt x="130797" y="31750"/>
                  </a:lnTo>
                  <a:lnTo>
                    <a:pt x="129514" y="31750"/>
                  </a:lnTo>
                  <a:lnTo>
                    <a:pt x="129514" y="29210"/>
                  </a:lnTo>
                  <a:lnTo>
                    <a:pt x="128244" y="29210"/>
                  </a:lnTo>
                  <a:lnTo>
                    <a:pt x="128244" y="27940"/>
                  </a:lnTo>
                  <a:lnTo>
                    <a:pt x="127000" y="27940"/>
                  </a:lnTo>
                  <a:lnTo>
                    <a:pt x="127000" y="25400"/>
                  </a:lnTo>
                  <a:lnTo>
                    <a:pt x="125717" y="25400"/>
                  </a:lnTo>
                  <a:lnTo>
                    <a:pt x="125717" y="22860"/>
                  </a:lnTo>
                  <a:lnTo>
                    <a:pt x="124447" y="22860"/>
                  </a:lnTo>
                  <a:lnTo>
                    <a:pt x="124447" y="20320"/>
                  </a:lnTo>
                  <a:lnTo>
                    <a:pt x="123164" y="20320"/>
                  </a:lnTo>
                  <a:lnTo>
                    <a:pt x="123164" y="17780"/>
                  </a:lnTo>
                  <a:lnTo>
                    <a:pt x="121894" y="17780"/>
                  </a:lnTo>
                  <a:lnTo>
                    <a:pt x="121894" y="16510"/>
                  </a:lnTo>
                  <a:lnTo>
                    <a:pt x="120624" y="16510"/>
                  </a:lnTo>
                  <a:lnTo>
                    <a:pt x="120624" y="15240"/>
                  </a:lnTo>
                  <a:lnTo>
                    <a:pt x="120637" y="13970"/>
                  </a:lnTo>
                  <a:lnTo>
                    <a:pt x="119367" y="13970"/>
                  </a:lnTo>
                  <a:lnTo>
                    <a:pt x="119367" y="12700"/>
                  </a:lnTo>
                  <a:lnTo>
                    <a:pt x="119367" y="11430"/>
                  </a:lnTo>
                  <a:lnTo>
                    <a:pt x="118097" y="11430"/>
                  </a:lnTo>
                  <a:lnTo>
                    <a:pt x="118097" y="10160"/>
                  </a:lnTo>
                  <a:lnTo>
                    <a:pt x="118097" y="8890"/>
                  </a:lnTo>
                  <a:lnTo>
                    <a:pt x="116814" y="8890"/>
                  </a:lnTo>
                  <a:lnTo>
                    <a:pt x="116814" y="7620"/>
                  </a:lnTo>
                  <a:lnTo>
                    <a:pt x="116814" y="6350"/>
                  </a:lnTo>
                  <a:lnTo>
                    <a:pt x="115544" y="6350"/>
                  </a:lnTo>
                  <a:lnTo>
                    <a:pt x="115544" y="5080"/>
                  </a:lnTo>
                  <a:lnTo>
                    <a:pt x="115544" y="3810"/>
                  </a:lnTo>
                  <a:lnTo>
                    <a:pt x="114300" y="3810"/>
                  </a:lnTo>
                  <a:lnTo>
                    <a:pt x="114300" y="2540"/>
                  </a:lnTo>
                  <a:lnTo>
                    <a:pt x="113017" y="2540"/>
                  </a:lnTo>
                  <a:lnTo>
                    <a:pt x="113017" y="1270"/>
                  </a:lnTo>
                  <a:lnTo>
                    <a:pt x="113017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270" y="1270"/>
                  </a:lnTo>
                  <a:lnTo>
                    <a:pt x="1270" y="2540"/>
                  </a:lnTo>
                  <a:lnTo>
                    <a:pt x="1270" y="3810"/>
                  </a:lnTo>
                  <a:lnTo>
                    <a:pt x="2514" y="3810"/>
                  </a:lnTo>
                  <a:lnTo>
                    <a:pt x="2514" y="5080"/>
                  </a:lnTo>
                  <a:lnTo>
                    <a:pt x="3797" y="5080"/>
                  </a:lnTo>
                  <a:lnTo>
                    <a:pt x="3797" y="6350"/>
                  </a:lnTo>
                  <a:lnTo>
                    <a:pt x="3797" y="7620"/>
                  </a:lnTo>
                  <a:lnTo>
                    <a:pt x="5067" y="7620"/>
                  </a:lnTo>
                  <a:lnTo>
                    <a:pt x="5067" y="8890"/>
                  </a:lnTo>
                  <a:lnTo>
                    <a:pt x="5067" y="10160"/>
                  </a:lnTo>
                  <a:lnTo>
                    <a:pt x="6350" y="10160"/>
                  </a:lnTo>
                  <a:lnTo>
                    <a:pt x="6350" y="11430"/>
                  </a:lnTo>
                  <a:lnTo>
                    <a:pt x="6350" y="12700"/>
                  </a:lnTo>
                  <a:lnTo>
                    <a:pt x="7620" y="12700"/>
                  </a:lnTo>
                  <a:lnTo>
                    <a:pt x="7620" y="13970"/>
                  </a:lnTo>
                  <a:lnTo>
                    <a:pt x="7620" y="15240"/>
                  </a:lnTo>
                  <a:lnTo>
                    <a:pt x="8864" y="15240"/>
                  </a:lnTo>
                  <a:lnTo>
                    <a:pt x="8864" y="16510"/>
                  </a:lnTo>
                  <a:lnTo>
                    <a:pt x="8864" y="17780"/>
                  </a:lnTo>
                  <a:lnTo>
                    <a:pt x="10147" y="17780"/>
                  </a:lnTo>
                  <a:lnTo>
                    <a:pt x="10147" y="20320"/>
                  </a:lnTo>
                  <a:lnTo>
                    <a:pt x="11417" y="20320"/>
                  </a:lnTo>
                  <a:lnTo>
                    <a:pt x="11417" y="22860"/>
                  </a:lnTo>
                  <a:lnTo>
                    <a:pt x="12700" y="22860"/>
                  </a:lnTo>
                  <a:lnTo>
                    <a:pt x="12700" y="25400"/>
                  </a:lnTo>
                  <a:lnTo>
                    <a:pt x="13970" y="25400"/>
                  </a:lnTo>
                  <a:lnTo>
                    <a:pt x="13970" y="27940"/>
                  </a:lnTo>
                  <a:lnTo>
                    <a:pt x="15214" y="27940"/>
                  </a:lnTo>
                  <a:lnTo>
                    <a:pt x="15214" y="29210"/>
                  </a:lnTo>
                  <a:lnTo>
                    <a:pt x="16497" y="29210"/>
                  </a:lnTo>
                  <a:lnTo>
                    <a:pt x="16497" y="31750"/>
                  </a:lnTo>
                  <a:lnTo>
                    <a:pt x="17767" y="31750"/>
                  </a:lnTo>
                  <a:lnTo>
                    <a:pt x="17767" y="34290"/>
                  </a:lnTo>
                  <a:lnTo>
                    <a:pt x="19050" y="34290"/>
                  </a:lnTo>
                  <a:lnTo>
                    <a:pt x="19050" y="36830"/>
                  </a:lnTo>
                  <a:lnTo>
                    <a:pt x="20320" y="36830"/>
                  </a:lnTo>
                  <a:lnTo>
                    <a:pt x="20320" y="39370"/>
                  </a:lnTo>
                  <a:lnTo>
                    <a:pt x="21564" y="39370"/>
                  </a:lnTo>
                  <a:lnTo>
                    <a:pt x="21564" y="40640"/>
                  </a:lnTo>
                  <a:lnTo>
                    <a:pt x="21564" y="41910"/>
                  </a:lnTo>
                  <a:lnTo>
                    <a:pt x="22847" y="41910"/>
                  </a:lnTo>
                  <a:lnTo>
                    <a:pt x="22847" y="43180"/>
                  </a:lnTo>
                  <a:lnTo>
                    <a:pt x="22847" y="44450"/>
                  </a:lnTo>
                  <a:lnTo>
                    <a:pt x="24117" y="44450"/>
                  </a:lnTo>
                  <a:lnTo>
                    <a:pt x="24117" y="45720"/>
                  </a:lnTo>
                  <a:lnTo>
                    <a:pt x="24117" y="46990"/>
                  </a:lnTo>
                  <a:lnTo>
                    <a:pt x="25400" y="46990"/>
                  </a:lnTo>
                  <a:lnTo>
                    <a:pt x="25400" y="48260"/>
                  </a:lnTo>
                  <a:lnTo>
                    <a:pt x="25400" y="49530"/>
                  </a:lnTo>
                  <a:lnTo>
                    <a:pt x="26670" y="49530"/>
                  </a:lnTo>
                  <a:lnTo>
                    <a:pt x="26670" y="50800"/>
                  </a:lnTo>
                  <a:lnTo>
                    <a:pt x="27914" y="50800"/>
                  </a:lnTo>
                  <a:lnTo>
                    <a:pt x="27914" y="52070"/>
                  </a:lnTo>
                  <a:lnTo>
                    <a:pt x="27914" y="53340"/>
                  </a:lnTo>
                  <a:lnTo>
                    <a:pt x="29197" y="53340"/>
                  </a:lnTo>
                  <a:lnTo>
                    <a:pt x="29197" y="54610"/>
                  </a:lnTo>
                  <a:lnTo>
                    <a:pt x="29197" y="55880"/>
                  </a:lnTo>
                  <a:lnTo>
                    <a:pt x="30467" y="55880"/>
                  </a:lnTo>
                  <a:lnTo>
                    <a:pt x="30467" y="57150"/>
                  </a:lnTo>
                  <a:lnTo>
                    <a:pt x="30467" y="58420"/>
                  </a:lnTo>
                  <a:lnTo>
                    <a:pt x="31750" y="58420"/>
                  </a:lnTo>
                  <a:lnTo>
                    <a:pt x="31750" y="59690"/>
                  </a:lnTo>
                  <a:lnTo>
                    <a:pt x="31750" y="60960"/>
                  </a:lnTo>
                  <a:lnTo>
                    <a:pt x="33020" y="60960"/>
                  </a:lnTo>
                  <a:lnTo>
                    <a:pt x="33020" y="62230"/>
                  </a:lnTo>
                  <a:lnTo>
                    <a:pt x="33020" y="63500"/>
                  </a:lnTo>
                  <a:lnTo>
                    <a:pt x="34264" y="63500"/>
                  </a:lnTo>
                  <a:lnTo>
                    <a:pt x="34264" y="66040"/>
                  </a:lnTo>
                  <a:lnTo>
                    <a:pt x="35547" y="66040"/>
                  </a:lnTo>
                  <a:lnTo>
                    <a:pt x="35547" y="68580"/>
                  </a:lnTo>
                  <a:lnTo>
                    <a:pt x="36817" y="68580"/>
                  </a:lnTo>
                  <a:lnTo>
                    <a:pt x="36817" y="71120"/>
                  </a:lnTo>
                  <a:lnTo>
                    <a:pt x="38100" y="71120"/>
                  </a:lnTo>
                  <a:lnTo>
                    <a:pt x="38100" y="72390"/>
                  </a:lnTo>
                  <a:lnTo>
                    <a:pt x="39370" y="72390"/>
                  </a:lnTo>
                  <a:lnTo>
                    <a:pt x="39370" y="73660"/>
                  </a:lnTo>
                  <a:lnTo>
                    <a:pt x="39370" y="74930"/>
                  </a:lnTo>
                  <a:lnTo>
                    <a:pt x="40614" y="74930"/>
                  </a:lnTo>
                  <a:lnTo>
                    <a:pt x="40614" y="76200"/>
                  </a:lnTo>
                  <a:lnTo>
                    <a:pt x="40614" y="77470"/>
                  </a:lnTo>
                  <a:lnTo>
                    <a:pt x="41897" y="77470"/>
                  </a:lnTo>
                  <a:lnTo>
                    <a:pt x="41897" y="80010"/>
                  </a:lnTo>
                  <a:lnTo>
                    <a:pt x="43167" y="80010"/>
                  </a:lnTo>
                  <a:lnTo>
                    <a:pt x="43167" y="81280"/>
                  </a:lnTo>
                  <a:lnTo>
                    <a:pt x="157467" y="81280"/>
                  </a:lnTo>
                  <a:lnTo>
                    <a:pt x="157467" y="80010"/>
                  </a:lnTo>
                  <a:close/>
                </a:path>
              </a:pathLst>
            </a:custGeom>
            <a:solidFill>
              <a:srgbClr val="A0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8102575" y="2945142"/>
              <a:ext cx="160655" cy="82550"/>
            </a:xfrm>
            <a:custGeom>
              <a:avLst/>
              <a:gdLst/>
              <a:ahLst/>
              <a:cxnLst/>
              <a:rect l="l" t="t" r="r" b="b"/>
              <a:pathLst>
                <a:path w="160654" h="82550">
                  <a:moveTo>
                    <a:pt x="160032" y="81280"/>
                  </a:moveTo>
                  <a:lnTo>
                    <a:pt x="158750" y="81280"/>
                  </a:lnTo>
                  <a:lnTo>
                    <a:pt x="158750" y="78740"/>
                  </a:lnTo>
                  <a:lnTo>
                    <a:pt x="157480" y="78740"/>
                  </a:lnTo>
                  <a:lnTo>
                    <a:pt x="157480" y="77470"/>
                  </a:lnTo>
                  <a:lnTo>
                    <a:pt x="156197" y="77470"/>
                  </a:lnTo>
                  <a:lnTo>
                    <a:pt x="156197" y="76200"/>
                  </a:lnTo>
                  <a:lnTo>
                    <a:pt x="156197" y="74930"/>
                  </a:lnTo>
                  <a:lnTo>
                    <a:pt x="154952" y="74930"/>
                  </a:lnTo>
                  <a:lnTo>
                    <a:pt x="154952" y="73660"/>
                  </a:lnTo>
                  <a:lnTo>
                    <a:pt x="154952" y="72390"/>
                  </a:lnTo>
                  <a:lnTo>
                    <a:pt x="153682" y="72390"/>
                  </a:lnTo>
                  <a:lnTo>
                    <a:pt x="153682" y="71120"/>
                  </a:lnTo>
                  <a:lnTo>
                    <a:pt x="153682" y="69850"/>
                  </a:lnTo>
                  <a:lnTo>
                    <a:pt x="152400" y="69850"/>
                  </a:lnTo>
                  <a:lnTo>
                    <a:pt x="152400" y="68580"/>
                  </a:lnTo>
                  <a:lnTo>
                    <a:pt x="152400" y="67310"/>
                  </a:lnTo>
                  <a:lnTo>
                    <a:pt x="151130" y="67310"/>
                  </a:lnTo>
                  <a:lnTo>
                    <a:pt x="151130" y="66040"/>
                  </a:lnTo>
                  <a:lnTo>
                    <a:pt x="149847" y="66040"/>
                  </a:lnTo>
                  <a:lnTo>
                    <a:pt x="149847" y="63500"/>
                  </a:lnTo>
                  <a:lnTo>
                    <a:pt x="148602" y="63500"/>
                  </a:lnTo>
                  <a:lnTo>
                    <a:pt x="148602" y="60960"/>
                  </a:lnTo>
                  <a:lnTo>
                    <a:pt x="147332" y="60960"/>
                  </a:lnTo>
                  <a:lnTo>
                    <a:pt x="147332" y="59690"/>
                  </a:lnTo>
                  <a:lnTo>
                    <a:pt x="147332" y="58420"/>
                  </a:lnTo>
                  <a:lnTo>
                    <a:pt x="146050" y="58420"/>
                  </a:lnTo>
                  <a:lnTo>
                    <a:pt x="146050" y="57150"/>
                  </a:lnTo>
                  <a:lnTo>
                    <a:pt x="146050" y="55880"/>
                  </a:lnTo>
                  <a:lnTo>
                    <a:pt x="144780" y="55880"/>
                  </a:lnTo>
                  <a:lnTo>
                    <a:pt x="144780" y="54610"/>
                  </a:lnTo>
                  <a:lnTo>
                    <a:pt x="143497" y="54610"/>
                  </a:lnTo>
                  <a:lnTo>
                    <a:pt x="143497" y="52070"/>
                  </a:lnTo>
                  <a:lnTo>
                    <a:pt x="142252" y="52070"/>
                  </a:lnTo>
                  <a:lnTo>
                    <a:pt x="142252" y="49530"/>
                  </a:lnTo>
                  <a:lnTo>
                    <a:pt x="140982" y="49530"/>
                  </a:lnTo>
                  <a:lnTo>
                    <a:pt x="140982" y="46990"/>
                  </a:lnTo>
                  <a:lnTo>
                    <a:pt x="139700" y="46990"/>
                  </a:lnTo>
                  <a:lnTo>
                    <a:pt x="139700" y="44450"/>
                  </a:lnTo>
                  <a:lnTo>
                    <a:pt x="138430" y="44450"/>
                  </a:lnTo>
                  <a:lnTo>
                    <a:pt x="138430" y="43180"/>
                  </a:lnTo>
                  <a:lnTo>
                    <a:pt x="137147" y="43180"/>
                  </a:lnTo>
                  <a:lnTo>
                    <a:pt x="137147" y="41910"/>
                  </a:lnTo>
                  <a:lnTo>
                    <a:pt x="137147" y="40640"/>
                  </a:lnTo>
                  <a:lnTo>
                    <a:pt x="135902" y="40640"/>
                  </a:lnTo>
                  <a:lnTo>
                    <a:pt x="135902" y="39370"/>
                  </a:lnTo>
                  <a:lnTo>
                    <a:pt x="135902" y="38100"/>
                  </a:lnTo>
                  <a:lnTo>
                    <a:pt x="134632" y="38100"/>
                  </a:lnTo>
                  <a:lnTo>
                    <a:pt x="134632" y="36830"/>
                  </a:lnTo>
                  <a:lnTo>
                    <a:pt x="134632" y="35560"/>
                  </a:lnTo>
                  <a:lnTo>
                    <a:pt x="133350" y="35560"/>
                  </a:lnTo>
                  <a:lnTo>
                    <a:pt x="133350" y="33020"/>
                  </a:lnTo>
                  <a:lnTo>
                    <a:pt x="132080" y="33020"/>
                  </a:lnTo>
                  <a:lnTo>
                    <a:pt x="132080" y="30480"/>
                  </a:lnTo>
                  <a:lnTo>
                    <a:pt x="130797" y="30480"/>
                  </a:lnTo>
                  <a:lnTo>
                    <a:pt x="130797" y="29210"/>
                  </a:lnTo>
                  <a:lnTo>
                    <a:pt x="129552" y="29210"/>
                  </a:lnTo>
                  <a:lnTo>
                    <a:pt x="129552" y="27940"/>
                  </a:lnTo>
                  <a:lnTo>
                    <a:pt x="129552" y="26670"/>
                  </a:lnTo>
                  <a:lnTo>
                    <a:pt x="128282" y="26670"/>
                  </a:lnTo>
                  <a:lnTo>
                    <a:pt x="128282" y="25400"/>
                  </a:lnTo>
                  <a:lnTo>
                    <a:pt x="128282" y="24130"/>
                  </a:lnTo>
                  <a:lnTo>
                    <a:pt x="127000" y="24130"/>
                  </a:lnTo>
                  <a:lnTo>
                    <a:pt x="127000" y="22860"/>
                  </a:lnTo>
                  <a:lnTo>
                    <a:pt x="127000" y="21590"/>
                  </a:lnTo>
                  <a:lnTo>
                    <a:pt x="125730" y="21590"/>
                  </a:lnTo>
                  <a:lnTo>
                    <a:pt x="125730" y="20320"/>
                  </a:lnTo>
                  <a:lnTo>
                    <a:pt x="125730" y="19050"/>
                  </a:lnTo>
                  <a:lnTo>
                    <a:pt x="124447" y="19050"/>
                  </a:lnTo>
                  <a:lnTo>
                    <a:pt x="124447" y="17780"/>
                  </a:lnTo>
                  <a:lnTo>
                    <a:pt x="123202" y="17780"/>
                  </a:lnTo>
                  <a:lnTo>
                    <a:pt x="123202" y="15240"/>
                  </a:lnTo>
                  <a:lnTo>
                    <a:pt x="121932" y="15240"/>
                  </a:lnTo>
                  <a:lnTo>
                    <a:pt x="121932" y="13970"/>
                  </a:lnTo>
                  <a:lnTo>
                    <a:pt x="121932" y="12700"/>
                  </a:lnTo>
                  <a:lnTo>
                    <a:pt x="120650" y="12700"/>
                  </a:lnTo>
                  <a:lnTo>
                    <a:pt x="120650" y="11430"/>
                  </a:lnTo>
                  <a:lnTo>
                    <a:pt x="120650" y="10160"/>
                  </a:lnTo>
                  <a:lnTo>
                    <a:pt x="119380" y="10160"/>
                  </a:lnTo>
                  <a:lnTo>
                    <a:pt x="119380" y="8890"/>
                  </a:lnTo>
                  <a:lnTo>
                    <a:pt x="119380" y="7620"/>
                  </a:lnTo>
                  <a:lnTo>
                    <a:pt x="118097" y="7620"/>
                  </a:lnTo>
                  <a:lnTo>
                    <a:pt x="118097" y="6350"/>
                  </a:lnTo>
                  <a:lnTo>
                    <a:pt x="116852" y="6350"/>
                  </a:lnTo>
                  <a:lnTo>
                    <a:pt x="116852" y="3810"/>
                  </a:lnTo>
                  <a:lnTo>
                    <a:pt x="115582" y="3810"/>
                  </a:lnTo>
                  <a:lnTo>
                    <a:pt x="115582" y="1270"/>
                  </a:lnTo>
                  <a:lnTo>
                    <a:pt x="114300" y="1270"/>
                  </a:lnTo>
                  <a:lnTo>
                    <a:pt x="114300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282" y="1270"/>
                  </a:lnTo>
                  <a:lnTo>
                    <a:pt x="1282" y="3810"/>
                  </a:lnTo>
                  <a:lnTo>
                    <a:pt x="2552" y="3810"/>
                  </a:lnTo>
                  <a:lnTo>
                    <a:pt x="2552" y="6350"/>
                  </a:lnTo>
                  <a:lnTo>
                    <a:pt x="3797" y="6350"/>
                  </a:lnTo>
                  <a:lnTo>
                    <a:pt x="3797" y="7620"/>
                  </a:lnTo>
                  <a:lnTo>
                    <a:pt x="3797" y="8890"/>
                  </a:lnTo>
                  <a:lnTo>
                    <a:pt x="5080" y="8890"/>
                  </a:lnTo>
                  <a:lnTo>
                    <a:pt x="5080" y="10160"/>
                  </a:lnTo>
                  <a:lnTo>
                    <a:pt x="5080" y="11430"/>
                  </a:lnTo>
                  <a:lnTo>
                    <a:pt x="6350" y="11430"/>
                  </a:lnTo>
                  <a:lnTo>
                    <a:pt x="6350" y="12700"/>
                  </a:lnTo>
                  <a:lnTo>
                    <a:pt x="6350" y="13970"/>
                  </a:lnTo>
                  <a:lnTo>
                    <a:pt x="7632" y="13970"/>
                  </a:lnTo>
                  <a:lnTo>
                    <a:pt x="7632" y="15240"/>
                  </a:lnTo>
                  <a:lnTo>
                    <a:pt x="8902" y="15240"/>
                  </a:lnTo>
                  <a:lnTo>
                    <a:pt x="8902" y="17780"/>
                  </a:lnTo>
                  <a:lnTo>
                    <a:pt x="10147" y="17780"/>
                  </a:lnTo>
                  <a:lnTo>
                    <a:pt x="10147" y="19050"/>
                  </a:lnTo>
                  <a:lnTo>
                    <a:pt x="10147" y="20320"/>
                  </a:lnTo>
                  <a:lnTo>
                    <a:pt x="11430" y="20320"/>
                  </a:lnTo>
                  <a:lnTo>
                    <a:pt x="11430" y="21590"/>
                  </a:lnTo>
                  <a:lnTo>
                    <a:pt x="11430" y="22860"/>
                  </a:lnTo>
                  <a:lnTo>
                    <a:pt x="12700" y="22860"/>
                  </a:lnTo>
                  <a:lnTo>
                    <a:pt x="12700" y="24130"/>
                  </a:lnTo>
                  <a:lnTo>
                    <a:pt x="12700" y="25400"/>
                  </a:lnTo>
                  <a:lnTo>
                    <a:pt x="13982" y="25400"/>
                  </a:lnTo>
                  <a:lnTo>
                    <a:pt x="13982" y="26670"/>
                  </a:lnTo>
                  <a:lnTo>
                    <a:pt x="13982" y="27940"/>
                  </a:lnTo>
                  <a:lnTo>
                    <a:pt x="15252" y="27940"/>
                  </a:lnTo>
                  <a:lnTo>
                    <a:pt x="15252" y="29210"/>
                  </a:lnTo>
                  <a:lnTo>
                    <a:pt x="15252" y="30480"/>
                  </a:lnTo>
                  <a:lnTo>
                    <a:pt x="16497" y="30480"/>
                  </a:lnTo>
                  <a:lnTo>
                    <a:pt x="16497" y="33020"/>
                  </a:lnTo>
                  <a:lnTo>
                    <a:pt x="17780" y="33020"/>
                  </a:lnTo>
                  <a:lnTo>
                    <a:pt x="17780" y="35560"/>
                  </a:lnTo>
                  <a:lnTo>
                    <a:pt x="19050" y="35560"/>
                  </a:lnTo>
                  <a:lnTo>
                    <a:pt x="19050" y="36830"/>
                  </a:lnTo>
                  <a:lnTo>
                    <a:pt x="20332" y="36830"/>
                  </a:lnTo>
                  <a:lnTo>
                    <a:pt x="20332" y="38100"/>
                  </a:lnTo>
                  <a:lnTo>
                    <a:pt x="20332" y="39370"/>
                  </a:lnTo>
                  <a:lnTo>
                    <a:pt x="21602" y="39370"/>
                  </a:lnTo>
                  <a:lnTo>
                    <a:pt x="21602" y="40640"/>
                  </a:lnTo>
                  <a:lnTo>
                    <a:pt x="21602" y="41910"/>
                  </a:lnTo>
                  <a:lnTo>
                    <a:pt x="22847" y="41910"/>
                  </a:lnTo>
                  <a:lnTo>
                    <a:pt x="22847" y="43180"/>
                  </a:lnTo>
                  <a:lnTo>
                    <a:pt x="22847" y="44450"/>
                  </a:lnTo>
                  <a:lnTo>
                    <a:pt x="24130" y="44450"/>
                  </a:lnTo>
                  <a:lnTo>
                    <a:pt x="24130" y="46990"/>
                  </a:lnTo>
                  <a:lnTo>
                    <a:pt x="25400" y="46990"/>
                  </a:lnTo>
                  <a:lnTo>
                    <a:pt x="25400" y="49530"/>
                  </a:lnTo>
                  <a:lnTo>
                    <a:pt x="26682" y="49530"/>
                  </a:lnTo>
                  <a:lnTo>
                    <a:pt x="26682" y="52070"/>
                  </a:lnTo>
                  <a:lnTo>
                    <a:pt x="27952" y="52070"/>
                  </a:lnTo>
                  <a:lnTo>
                    <a:pt x="27952" y="54610"/>
                  </a:lnTo>
                  <a:lnTo>
                    <a:pt x="29197" y="54610"/>
                  </a:lnTo>
                  <a:lnTo>
                    <a:pt x="29197" y="55880"/>
                  </a:lnTo>
                  <a:lnTo>
                    <a:pt x="29197" y="57150"/>
                  </a:lnTo>
                  <a:lnTo>
                    <a:pt x="30480" y="57150"/>
                  </a:lnTo>
                  <a:lnTo>
                    <a:pt x="30480" y="58420"/>
                  </a:lnTo>
                  <a:lnTo>
                    <a:pt x="30480" y="59690"/>
                  </a:lnTo>
                  <a:lnTo>
                    <a:pt x="31750" y="59690"/>
                  </a:lnTo>
                  <a:lnTo>
                    <a:pt x="31750" y="60960"/>
                  </a:lnTo>
                  <a:lnTo>
                    <a:pt x="33032" y="60960"/>
                  </a:lnTo>
                  <a:lnTo>
                    <a:pt x="33032" y="63500"/>
                  </a:lnTo>
                  <a:lnTo>
                    <a:pt x="34302" y="63500"/>
                  </a:lnTo>
                  <a:lnTo>
                    <a:pt x="34302" y="66040"/>
                  </a:lnTo>
                  <a:lnTo>
                    <a:pt x="35547" y="66040"/>
                  </a:lnTo>
                  <a:lnTo>
                    <a:pt x="35547" y="67310"/>
                  </a:lnTo>
                  <a:lnTo>
                    <a:pt x="35547" y="68580"/>
                  </a:lnTo>
                  <a:lnTo>
                    <a:pt x="36830" y="68580"/>
                  </a:lnTo>
                  <a:lnTo>
                    <a:pt x="36830" y="69850"/>
                  </a:lnTo>
                  <a:lnTo>
                    <a:pt x="36830" y="71120"/>
                  </a:lnTo>
                  <a:lnTo>
                    <a:pt x="38100" y="71120"/>
                  </a:lnTo>
                  <a:lnTo>
                    <a:pt x="38100" y="72390"/>
                  </a:lnTo>
                  <a:lnTo>
                    <a:pt x="38100" y="73660"/>
                  </a:lnTo>
                  <a:lnTo>
                    <a:pt x="39382" y="73660"/>
                  </a:lnTo>
                  <a:lnTo>
                    <a:pt x="39382" y="74930"/>
                  </a:lnTo>
                  <a:lnTo>
                    <a:pt x="39382" y="76200"/>
                  </a:lnTo>
                  <a:lnTo>
                    <a:pt x="40652" y="76200"/>
                  </a:lnTo>
                  <a:lnTo>
                    <a:pt x="40652" y="77470"/>
                  </a:lnTo>
                  <a:lnTo>
                    <a:pt x="40652" y="78740"/>
                  </a:lnTo>
                  <a:lnTo>
                    <a:pt x="41897" y="78740"/>
                  </a:lnTo>
                  <a:lnTo>
                    <a:pt x="41897" y="81280"/>
                  </a:lnTo>
                  <a:lnTo>
                    <a:pt x="43180" y="81280"/>
                  </a:lnTo>
                  <a:lnTo>
                    <a:pt x="43180" y="82550"/>
                  </a:lnTo>
                  <a:lnTo>
                    <a:pt x="160032" y="82550"/>
                  </a:lnTo>
                  <a:lnTo>
                    <a:pt x="160032" y="81280"/>
                  </a:lnTo>
                  <a:close/>
                </a:path>
              </a:pathLst>
            </a:custGeom>
            <a:solidFill>
              <a:srgbClr val="9E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8147025" y="3027692"/>
              <a:ext cx="122555" cy="12700"/>
            </a:xfrm>
            <a:custGeom>
              <a:avLst/>
              <a:gdLst/>
              <a:ahLst/>
              <a:cxnLst/>
              <a:rect l="l" t="t" r="r" b="b"/>
              <a:pathLst>
                <a:path w="122554" h="12700">
                  <a:moveTo>
                    <a:pt x="121932" y="10160"/>
                  </a:moveTo>
                  <a:lnTo>
                    <a:pt x="120650" y="10160"/>
                  </a:lnTo>
                  <a:lnTo>
                    <a:pt x="120650" y="7607"/>
                  </a:lnTo>
                  <a:lnTo>
                    <a:pt x="119380" y="7607"/>
                  </a:lnTo>
                  <a:lnTo>
                    <a:pt x="119380" y="6350"/>
                  </a:lnTo>
                  <a:lnTo>
                    <a:pt x="118097" y="6350"/>
                  </a:lnTo>
                  <a:lnTo>
                    <a:pt x="118097" y="5080"/>
                  </a:lnTo>
                  <a:lnTo>
                    <a:pt x="118097" y="3810"/>
                  </a:lnTo>
                  <a:lnTo>
                    <a:pt x="116852" y="3810"/>
                  </a:lnTo>
                  <a:lnTo>
                    <a:pt x="116852" y="2540"/>
                  </a:lnTo>
                  <a:lnTo>
                    <a:pt x="116852" y="1270"/>
                  </a:lnTo>
                  <a:lnTo>
                    <a:pt x="115582" y="1270"/>
                  </a:lnTo>
                  <a:lnTo>
                    <a:pt x="11558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1282" y="2540"/>
                  </a:lnTo>
                  <a:lnTo>
                    <a:pt x="1282" y="3810"/>
                  </a:lnTo>
                  <a:lnTo>
                    <a:pt x="1282" y="5080"/>
                  </a:lnTo>
                  <a:lnTo>
                    <a:pt x="2552" y="5080"/>
                  </a:lnTo>
                  <a:lnTo>
                    <a:pt x="2552" y="6350"/>
                  </a:lnTo>
                  <a:lnTo>
                    <a:pt x="2552" y="7620"/>
                  </a:lnTo>
                  <a:lnTo>
                    <a:pt x="3797" y="7620"/>
                  </a:lnTo>
                  <a:lnTo>
                    <a:pt x="3797" y="10160"/>
                  </a:lnTo>
                  <a:lnTo>
                    <a:pt x="5080" y="10160"/>
                  </a:lnTo>
                  <a:lnTo>
                    <a:pt x="5080" y="12687"/>
                  </a:lnTo>
                  <a:lnTo>
                    <a:pt x="121932" y="12687"/>
                  </a:lnTo>
                  <a:lnTo>
                    <a:pt x="121932" y="10160"/>
                  </a:lnTo>
                  <a:close/>
                </a:path>
              </a:pathLst>
            </a:custGeom>
            <a:solidFill>
              <a:srgbClr val="9E3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7" name="object 347"/>
          <p:cNvGrpSpPr/>
          <p:nvPr/>
        </p:nvGrpSpPr>
        <p:grpSpPr>
          <a:xfrm>
            <a:off x="8153383" y="3040368"/>
            <a:ext cx="425450" cy="560070"/>
            <a:chOff x="8153383" y="3040368"/>
            <a:chExt cx="425450" cy="560070"/>
          </a:xfrm>
        </p:grpSpPr>
        <p:sp>
          <p:nvSpPr>
            <p:cNvPr id="348" name="object 348"/>
            <p:cNvSpPr/>
            <p:nvPr/>
          </p:nvSpPr>
          <p:spPr>
            <a:xfrm>
              <a:off x="8153375" y="3040379"/>
              <a:ext cx="154305" cy="68580"/>
            </a:xfrm>
            <a:custGeom>
              <a:avLst/>
              <a:gdLst/>
              <a:ahLst/>
              <a:cxnLst/>
              <a:rect l="l" t="t" r="r" b="b"/>
              <a:pathLst>
                <a:path w="154304" h="68580">
                  <a:moveTo>
                    <a:pt x="125730" y="16522"/>
                  </a:moveTo>
                  <a:lnTo>
                    <a:pt x="124447" y="16522"/>
                  </a:lnTo>
                  <a:lnTo>
                    <a:pt x="124447" y="13970"/>
                  </a:lnTo>
                  <a:lnTo>
                    <a:pt x="123202" y="13970"/>
                  </a:lnTo>
                  <a:lnTo>
                    <a:pt x="123202" y="11417"/>
                  </a:lnTo>
                  <a:lnTo>
                    <a:pt x="121932" y="11417"/>
                  </a:lnTo>
                  <a:lnTo>
                    <a:pt x="121932" y="8890"/>
                  </a:lnTo>
                  <a:lnTo>
                    <a:pt x="120650" y="8890"/>
                  </a:lnTo>
                  <a:lnTo>
                    <a:pt x="120650" y="7620"/>
                  </a:lnTo>
                  <a:lnTo>
                    <a:pt x="119380" y="7620"/>
                  </a:lnTo>
                  <a:lnTo>
                    <a:pt x="119380" y="5067"/>
                  </a:lnTo>
                  <a:lnTo>
                    <a:pt x="118097" y="5067"/>
                  </a:lnTo>
                  <a:lnTo>
                    <a:pt x="118097" y="2540"/>
                  </a:lnTo>
                  <a:lnTo>
                    <a:pt x="116852" y="2540"/>
                  </a:lnTo>
                  <a:lnTo>
                    <a:pt x="116852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1282" y="2540"/>
                  </a:lnTo>
                  <a:lnTo>
                    <a:pt x="1282" y="5067"/>
                  </a:lnTo>
                  <a:lnTo>
                    <a:pt x="2552" y="5067"/>
                  </a:lnTo>
                  <a:lnTo>
                    <a:pt x="2552" y="7620"/>
                  </a:lnTo>
                  <a:lnTo>
                    <a:pt x="3797" y="7620"/>
                  </a:lnTo>
                  <a:lnTo>
                    <a:pt x="3797" y="8890"/>
                  </a:lnTo>
                  <a:lnTo>
                    <a:pt x="5080" y="8890"/>
                  </a:lnTo>
                  <a:lnTo>
                    <a:pt x="5080" y="11417"/>
                  </a:lnTo>
                  <a:lnTo>
                    <a:pt x="6350" y="11417"/>
                  </a:lnTo>
                  <a:lnTo>
                    <a:pt x="6350" y="13970"/>
                  </a:lnTo>
                  <a:lnTo>
                    <a:pt x="7632" y="13970"/>
                  </a:lnTo>
                  <a:lnTo>
                    <a:pt x="7632" y="16522"/>
                  </a:lnTo>
                  <a:lnTo>
                    <a:pt x="8902" y="16522"/>
                  </a:lnTo>
                  <a:lnTo>
                    <a:pt x="8902" y="19050"/>
                  </a:lnTo>
                  <a:lnTo>
                    <a:pt x="125730" y="19050"/>
                  </a:lnTo>
                  <a:lnTo>
                    <a:pt x="125730" y="16522"/>
                  </a:lnTo>
                  <a:close/>
                </a:path>
                <a:path w="154304" h="68580">
                  <a:moveTo>
                    <a:pt x="144780" y="50800"/>
                  </a:moveTo>
                  <a:lnTo>
                    <a:pt x="143497" y="50800"/>
                  </a:lnTo>
                  <a:lnTo>
                    <a:pt x="143497" y="48272"/>
                  </a:lnTo>
                  <a:lnTo>
                    <a:pt x="142252" y="48272"/>
                  </a:lnTo>
                  <a:lnTo>
                    <a:pt x="142252" y="45720"/>
                  </a:lnTo>
                  <a:lnTo>
                    <a:pt x="140982" y="45720"/>
                  </a:lnTo>
                  <a:lnTo>
                    <a:pt x="140982" y="43167"/>
                  </a:lnTo>
                  <a:lnTo>
                    <a:pt x="139700" y="43167"/>
                  </a:lnTo>
                  <a:lnTo>
                    <a:pt x="139700" y="41922"/>
                  </a:lnTo>
                  <a:lnTo>
                    <a:pt x="138430" y="41922"/>
                  </a:lnTo>
                  <a:lnTo>
                    <a:pt x="138430" y="40652"/>
                  </a:lnTo>
                  <a:lnTo>
                    <a:pt x="138430" y="39382"/>
                  </a:lnTo>
                  <a:lnTo>
                    <a:pt x="137147" y="39382"/>
                  </a:lnTo>
                  <a:lnTo>
                    <a:pt x="137147" y="38112"/>
                  </a:lnTo>
                  <a:lnTo>
                    <a:pt x="137147" y="36842"/>
                  </a:lnTo>
                  <a:lnTo>
                    <a:pt x="135902" y="36842"/>
                  </a:lnTo>
                  <a:lnTo>
                    <a:pt x="135902" y="35572"/>
                  </a:lnTo>
                  <a:lnTo>
                    <a:pt x="135902" y="34302"/>
                  </a:lnTo>
                  <a:lnTo>
                    <a:pt x="134632" y="34302"/>
                  </a:lnTo>
                  <a:lnTo>
                    <a:pt x="134632" y="33032"/>
                  </a:lnTo>
                  <a:lnTo>
                    <a:pt x="134632" y="31762"/>
                  </a:lnTo>
                  <a:lnTo>
                    <a:pt x="133350" y="31762"/>
                  </a:lnTo>
                  <a:lnTo>
                    <a:pt x="133350" y="30492"/>
                  </a:lnTo>
                  <a:lnTo>
                    <a:pt x="132080" y="30492"/>
                  </a:lnTo>
                  <a:lnTo>
                    <a:pt x="132080" y="29222"/>
                  </a:lnTo>
                  <a:lnTo>
                    <a:pt x="132080" y="27952"/>
                  </a:lnTo>
                  <a:lnTo>
                    <a:pt x="130797" y="27952"/>
                  </a:lnTo>
                  <a:lnTo>
                    <a:pt x="130797" y="26682"/>
                  </a:lnTo>
                  <a:lnTo>
                    <a:pt x="130797" y="25412"/>
                  </a:lnTo>
                  <a:lnTo>
                    <a:pt x="129552" y="25412"/>
                  </a:lnTo>
                  <a:lnTo>
                    <a:pt x="129552" y="24142"/>
                  </a:lnTo>
                  <a:lnTo>
                    <a:pt x="129552" y="22872"/>
                  </a:lnTo>
                  <a:lnTo>
                    <a:pt x="128282" y="22872"/>
                  </a:lnTo>
                  <a:lnTo>
                    <a:pt x="128282" y="21602"/>
                  </a:lnTo>
                  <a:lnTo>
                    <a:pt x="128282" y="20332"/>
                  </a:lnTo>
                  <a:lnTo>
                    <a:pt x="127000" y="20332"/>
                  </a:lnTo>
                  <a:lnTo>
                    <a:pt x="127000" y="19062"/>
                  </a:lnTo>
                  <a:lnTo>
                    <a:pt x="10147" y="19062"/>
                  </a:lnTo>
                  <a:lnTo>
                    <a:pt x="10147" y="20332"/>
                  </a:lnTo>
                  <a:lnTo>
                    <a:pt x="10147" y="21602"/>
                  </a:lnTo>
                  <a:lnTo>
                    <a:pt x="11430" y="21602"/>
                  </a:lnTo>
                  <a:lnTo>
                    <a:pt x="11430" y="22872"/>
                  </a:lnTo>
                  <a:lnTo>
                    <a:pt x="11430" y="24142"/>
                  </a:lnTo>
                  <a:lnTo>
                    <a:pt x="12700" y="24142"/>
                  </a:lnTo>
                  <a:lnTo>
                    <a:pt x="12700" y="25412"/>
                  </a:lnTo>
                  <a:lnTo>
                    <a:pt x="12700" y="26682"/>
                  </a:lnTo>
                  <a:lnTo>
                    <a:pt x="13982" y="26682"/>
                  </a:lnTo>
                  <a:lnTo>
                    <a:pt x="13982" y="27952"/>
                  </a:lnTo>
                  <a:lnTo>
                    <a:pt x="13982" y="29222"/>
                  </a:lnTo>
                  <a:lnTo>
                    <a:pt x="15252" y="29222"/>
                  </a:lnTo>
                  <a:lnTo>
                    <a:pt x="15252" y="30492"/>
                  </a:lnTo>
                  <a:lnTo>
                    <a:pt x="15252" y="31762"/>
                  </a:lnTo>
                  <a:lnTo>
                    <a:pt x="16497" y="31762"/>
                  </a:lnTo>
                  <a:lnTo>
                    <a:pt x="16497" y="33032"/>
                  </a:lnTo>
                  <a:lnTo>
                    <a:pt x="17780" y="33032"/>
                  </a:lnTo>
                  <a:lnTo>
                    <a:pt x="17780" y="34302"/>
                  </a:lnTo>
                  <a:lnTo>
                    <a:pt x="17780" y="35572"/>
                  </a:lnTo>
                  <a:lnTo>
                    <a:pt x="19050" y="35572"/>
                  </a:lnTo>
                  <a:lnTo>
                    <a:pt x="19050" y="36842"/>
                  </a:lnTo>
                  <a:lnTo>
                    <a:pt x="19050" y="38112"/>
                  </a:lnTo>
                  <a:lnTo>
                    <a:pt x="20332" y="38112"/>
                  </a:lnTo>
                  <a:lnTo>
                    <a:pt x="20332" y="39382"/>
                  </a:lnTo>
                  <a:lnTo>
                    <a:pt x="20332" y="40652"/>
                  </a:lnTo>
                  <a:lnTo>
                    <a:pt x="21602" y="40652"/>
                  </a:lnTo>
                  <a:lnTo>
                    <a:pt x="21602" y="41922"/>
                  </a:lnTo>
                  <a:lnTo>
                    <a:pt x="21602" y="43192"/>
                  </a:lnTo>
                  <a:lnTo>
                    <a:pt x="22847" y="43192"/>
                  </a:lnTo>
                  <a:lnTo>
                    <a:pt x="22847" y="45720"/>
                  </a:lnTo>
                  <a:lnTo>
                    <a:pt x="24130" y="45720"/>
                  </a:lnTo>
                  <a:lnTo>
                    <a:pt x="24130" y="48272"/>
                  </a:lnTo>
                  <a:lnTo>
                    <a:pt x="25400" y="48272"/>
                  </a:lnTo>
                  <a:lnTo>
                    <a:pt x="25400" y="50800"/>
                  </a:lnTo>
                  <a:lnTo>
                    <a:pt x="26682" y="50800"/>
                  </a:lnTo>
                  <a:lnTo>
                    <a:pt x="26682" y="53340"/>
                  </a:lnTo>
                  <a:lnTo>
                    <a:pt x="144780" y="53340"/>
                  </a:lnTo>
                  <a:lnTo>
                    <a:pt x="144780" y="50800"/>
                  </a:lnTo>
                  <a:close/>
                </a:path>
                <a:path w="154304" h="68580">
                  <a:moveTo>
                    <a:pt x="153682" y="67322"/>
                  </a:moveTo>
                  <a:lnTo>
                    <a:pt x="152400" y="67322"/>
                  </a:lnTo>
                  <a:lnTo>
                    <a:pt x="152400" y="64770"/>
                  </a:lnTo>
                  <a:lnTo>
                    <a:pt x="151130" y="64770"/>
                  </a:lnTo>
                  <a:lnTo>
                    <a:pt x="151130" y="62217"/>
                  </a:lnTo>
                  <a:lnTo>
                    <a:pt x="149847" y="62217"/>
                  </a:lnTo>
                  <a:lnTo>
                    <a:pt x="149847" y="59690"/>
                  </a:lnTo>
                  <a:lnTo>
                    <a:pt x="148602" y="59690"/>
                  </a:lnTo>
                  <a:lnTo>
                    <a:pt x="148602" y="57150"/>
                  </a:lnTo>
                  <a:lnTo>
                    <a:pt x="147332" y="57150"/>
                  </a:lnTo>
                  <a:lnTo>
                    <a:pt x="147332" y="55892"/>
                  </a:lnTo>
                  <a:lnTo>
                    <a:pt x="146050" y="55892"/>
                  </a:lnTo>
                  <a:lnTo>
                    <a:pt x="146050" y="54622"/>
                  </a:lnTo>
                  <a:lnTo>
                    <a:pt x="146050" y="53352"/>
                  </a:lnTo>
                  <a:lnTo>
                    <a:pt x="27952" y="53352"/>
                  </a:lnTo>
                  <a:lnTo>
                    <a:pt x="27952" y="54622"/>
                  </a:lnTo>
                  <a:lnTo>
                    <a:pt x="29197" y="54622"/>
                  </a:lnTo>
                  <a:lnTo>
                    <a:pt x="29197" y="55892"/>
                  </a:lnTo>
                  <a:lnTo>
                    <a:pt x="29197" y="57162"/>
                  </a:lnTo>
                  <a:lnTo>
                    <a:pt x="30480" y="57162"/>
                  </a:lnTo>
                  <a:lnTo>
                    <a:pt x="30480" y="59690"/>
                  </a:lnTo>
                  <a:lnTo>
                    <a:pt x="31750" y="59690"/>
                  </a:lnTo>
                  <a:lnTo>
                    <a:pt x="31750" y="62217"/>
                  </a:lnTo>
                  <a:lnTo>
                    <a:pt x="33032" y="62217"/>
                  </a:lnTo>
                  <a:lnTo>
                    <a:pt x="33032" y="64770"/>
                  </a:lnTo>
                  <a:lnTo>
                    <a:pt x="34302" y="64770"/>
                  </a:lnTo>
                  <a:lnTo>
                    <a:pt x="34302" y="67322"/>
                  </a:lnTo>
                  <a:lnTo>
                    <a:pt x="35547" y="67322"/>
                  </a:lnTo>
                  <a:lnTo>
                    <a:pt x="35547" y="68567"/>
                  </a:lnTo>
                  <a:lnTo>
                    <a:pt x="153682" y="68567"/>
                  </a:lnTo>
                  <a:lnTo>
                    <a:pt x="153682" y="67322"/>
                  </a:lnTo>
                  <a:close/>
                </a:path>
              </a:pathLst>
            </a:custGeom>
            <a:solidFill>
              <a:srgbClr val="9E3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8188922" y="3108972"/>
              <a:ext cx="163195" cy="81280"/>
            </a:xfrm>
            <a:custGeom>
              <a:avLst/>
              <a:gdLst/>
              <a:ahLst/>
              <a:cxnLst/>
              <a:rect l="l" t="t" r="r" b="b"/>
              <a:pathLst>
                <a:path w="163195" h="81280">
                  <a:moveTo>
                    <a:pt x="162585" y="78740"/>
                  </a:moveTo>
                  <a:lnTo>
                    <a:pt x="161302" y="78740"/>
                  </a:lnTo>
                  <a:lnTo>
                    <a:pt x="161302" y="77470"/>
                  </a:lnTo>
                  <a:lnTo>
                    <a:pt x="161302" y="76200"/>
                  </a:lnTo>
                  <a:lnTo>
                    <a:pt x="160032" y="76200"/>
                  </a:lnTo>
                  <a:lnTo>
                    <a:pt x="160032" y="73660"/>
                  </a:lnTo>
                  <a:lnTo>
                    <a:pt x="158750" y="73660"/>
                  </a:lnTo>
                  <a:lnTo>
                    <a:pt x="158750" y="71120"/>
                  </a:lnTo>
                  <a:lnTo>
                    <a:pt x="157505" y="71120"/>
                  </a:lnTo>
                  <a:lnTo>
                    <a:pt x="157505" y="69850"/>
                  </a:lnTo>
                  <a:lnTo>
                    <a:pt x="156235" y="69850"/>
                  </a:lnTo>
                  <a:lnTo>
                    <a:pt x="156235" y="68580"/>
                  </a:lnTo>
                  <a:lnTo>
                    <a:pt x="156235" y="67310"/>
                  </a:lnTo>
                  <a:lnTo>
                    <a:pt x="154952" y="67310"/>
                  </a:lnTo>
                  <a:lnTo>
                    <a:pt x="154952" y="66040"/>
                  </a:lnTo>
                  <a:lnTo>
                    <a:pt x="154952" y="64770"/>
                  </a:lnTo>
                  <a:lnTo>
                    <a:pt x="153682" y="64770"/>
                  </a:lnTo>
                  <a:lnTo>
                    <a:pt x="153682" y="63500"/>
                  </a:lnTo>
                  <a:lnTo>
                    <a:pt x="153682" y="62230"/>
                  </a:lnTo>
                  <a:lnTo>
                    <a:pt x="152400" y="62230"/>
                  </a:lnTo>
                  <a:lnTo>
                    <a:pt x="152400" y="60960"/>
                  </a:lnTo>
                  <a:lnTo>
                    <a:pt x="152400" y="59690"/>
                  </a:lnTo>
                  <a:lnTo>
                    <a:pt x="151130" y="59690"/>
                  </a:lnTo>
                  <a:lnTo>
                    <a:pt x="151130" y="58420"/>
                  </a:lnTo>
                  <a:lnTo>
                    <a:pt x="149885" y="58420"/>
                  </a:lnTo>
                  <a:lnTo>
                    <a:pt x="149885" y="55880"/>
                  </a:lnTo>
                  <a:lnTo>
                    <a:pt x="148602" y="55880"/>
                  </a:lnTo>
                  <a:lnTo>
                    <a:pt x="148602" y="54610"/>
                  </a:lnTo>
                  <a:lnTo>
                    <a:pt x="148602" y="53340"/>
                  </a:lnTo>
                  <a:lnTo>
                    <a:pt x="147332" y="53340"/>
                  </a:lnTo>
                  <a:lnTo>
                    <a:pt x="147332" y="52070"/>
                  </a:lnTo>
                  <a:lnTo>
                    <a:pt x="147332" y="50800"/>
                  </a:lnTo>
                  <a:lnTo>
                    <a:pt x="146050" y="50800"/>
                  </a:lnTo>
                  <a:lnTo>
                    <a:pt x="146050" y="49530"/>
                  </a:lnTo>
                  <a:lnTo>
                    <a:pt x="146050" y="48260"/>
                  </a:lnTo>
                  <a:lnTo>
                    <a:pt x="144780" y="48260"/>
                  </a:lnTo>
                  <a:lnTo>
                    <a:pt x="144780" y="46990"/>
                  </a:lnTo>
                  <a:lnTo>
                    <a:pt x="143535" y="46990"/>
                  </a:lnTo>
                  <a:lnTo>
                    <a:pt x="143535" y="44450"/>
                  </a:lnTo>
                  <a:lnTo>
                    <a:pt x="142252" y="44450"/>
                  </a:lnTo>
                  <a:lnTo>
                    <a:pt x="142252" y="41910"/>
                  </a:lnTo>
                  <a:lnTo>
                    <a:pt x="140982" y="41910"/>
                  </a:lnTo>
                  <a:lnTo>
                    <a:pt x="140982" y="39370"/>
                  </a:lnTo>
                  <a:lnTo>
                    <a:pt x="139700" y="39370"/>
                  </a:lnTo>
                  <a:lnTo>
                    <a:pt x="139700" y="36830"/>
                  </a:lnTo>
                  <a:lnTo>
                    <a:pt x="138430" y="36830"/>
                  </a:lnTo>
                  <a:lnTo>
                    <a:pt x="138430" y="34290"/>
                  </a:lnTo>
                  <a:lnTo>
                    <a:pt x="137185" y="34290"/>
                  </a:lnTo>
                  <a:lnTo>
                    <a:pt x="137185" y="33020"/>
                  </a:lnTo>
                  <a:lnTo>
                    <a:pt x="135902" y="33020"/>
                  </a:lnTo>
                  <a:lnTo>
                    <a:pt x="135902" y="31750"/>
                  </a:lnTo>
                  <a:lnTo>
                    <a:pt x="135902" y="30480"/>
                  </a:lnTo>
                  <a:lnTo>
                    <a:pt x="134632" y="30480"/>
                  </a:lnTo>
                  <a:lnTo>
                    <a:pt x="134632" y="27940"/>
                  </a:lnTo>
                  <a:lnTo>
                    <a:pt x="133350" y="27940"/>
                  </a:lnTo>
                  <a:lnTo>
                    <a:pt x="133350" y="25400"/>
                  </a:lnTo>
                  <a:lnTo>
                    <a:pt x="132080" y="25400"/>
                  </a:lnTo>
                  <a:lnTo>
                    <a:pt x="132080" y="22860"/>
                  </a:lnTo>
                  <a:lnTo>
                    <a:pt x="130835" y="22860"/>
                  </a:lnTo>
                  <a:lnTo>
                    <a:pt x="130835" y="21590"/>
                  </a:lnTo>
                  <a:lnTo>
                    <a:pt x="129552" y="21590"/>
                  </a:lnTo>
                  <a:lnTo>
                    <a:pt x="129552" y="20320"/>
                  </a:lnTo>
                  <a:lnTo>
                    <a:pt x="129552" y="19050"/>
                  </a:lnTo>
                  <a:lnTo>
                    <a:pt x="128282" y="19050"/>
                  </a:lnTo>
                  <a:lnTo>
                    <a:pt x="128282" y="17780"/>
                  </a:lnTo>
                  <a:lnTo>
                    <a:pt x="128282" y="16510"/>
                  </a:lnTo>
                  <a:lnTo>
                    <a:pt x="127000" y="16510"/>
                  </a:lnTo>
                  <a:lnTo>
                    <a:pt x="127000" y="15240"/>
                  </a:lnTo>
                  <a:lnTo>
                    <a:pt x="127000" y="13970"/>
                  </a:lnTo>
                  <a:lnTo>
                    <a:pt x="125730" y="13970"/>
                  </a:lnTo>
                  <a:lnTo>
                    <a:pt x="125730" y="12700"/>
                  </a:lnTo>
                  <a:lnTo>
                    <a:pt x="125730" y="11430"/>
                  </a:lnTo>
                  <a:lnTo>
                    <a:pt x="124460" y="11430"/>
                  </a:lnTo>
                  <a:lnTo>
                    <a:pt x="124460" y="10160"/>
                  </a:lnTo>
                  <a:lnTo>
                    <a:pt x="123202" y="10160"/>
                  </a:lnTo>
                  <a:lnTo>
                    <a:pt x="123202" y="8890"/>
                  </a:lnTo>
                  <a:lnTo>
                    <a:pt x="123202" y="7620"/>
                  </a:lnTo>
                  <a:lnTo>
                    <a:pt x="121932" y="7620"/>
                  </a:lnTo>
                  <a:lnTo>
                    <a:pt x="121932" y="6350"/>
                  </a:lnTo>
                  <a:lnTo>
                    <a:pt x="121932" y="5080"/>
                  </a:lnTo>
                  <a:lnTo>
                    <a:pt x="120650" y="5080"/>
                  </a:lnTo>
                  <a:lnTo>
                    <a:pt x="120650" y="3810"/>
                  </a:lnTo>
                  <a:lnTo>
                    <a:pt x="120650" y="2540"/>
                  </a:lnTo>
                  <a:lnTo>
                    <a:pt x="119380" y="2540"/>
                  </a:lnTo>
                  <a:lnTo>
                    <a:pt x="119380" y="1270"/>
                  </a:lnTo>
                  <a:lnTo>
                    <a:pt x="119380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282" y="1270"/>
                  </a:lnTo>
                  <a:lnTo>
                    <a:pt x="1282" y="2540"/>
                  </a:lnTo>
                  <a:lnTo>
                    <a:pt x="1282" y="3810"/>
                  </a:lnTo>
                  <a:lnTo>
                    <a:pt x="2552" y="3810"/>
                  </a:lnTo>
                  <a:lnTo>
                    <a:pt x="2552" y="5080"/>
                  </a:lnTo>
                  <a:lnTo>
                    <a:pt x="2552" y="6350"/>
                  </a:lnTo>
                  <a:lnTo>
                    <a:pt x="3835" y="6350"/>
                  </a:lnTo>
                  <a:lnTo>
                    <a:pt x="3835" y="7620"/>
                  </a:lnTo>
                  <a:lnTo>
                    <a:pt x="3835" y="8890"/>
                  </a:lnTo>
                  <a:lnTo>
                    <a:pt x="5105" y="8890"/>
                  </a:lnTo>
                  <a:lnTo>
                    <a:pt x="5105" y="10160"/>
                  </a:lnTo>
                  <a:lnTo>
                    <a:pt x="6350" y="10160"/>
                  </a:lnTo>
                  <a:lnTo>
                    <a:pt x="6350" y="11430"/>
                  </a:lnTo>
                  <a:lnTo>
                    <a:pt x="6350" y="12700"/>
                  </a:lnTo>
                  <a:lnTo>
                    <a:pt x="7632" y="12700"/>
                  </a:lnTo>
                  <a:lnTo>
                    <a:pt x="7632" y="13970"/>
                  </a:lnTo>
                  <a:lnTo>
                    <a:pt x="7632" y="15240"/>
                  </a:lnTo>
                  <a:lnTo>
                    <a:pt x="8902" y="15240"/>
                  </a:lnTo>
                  <a:lnTo>
                    <a:pt x="8902" y="16510"/>
                  </a:lnTo>
                  <a:lnTo>
                    <a:pt x="8902" y="17780"/>
                  </a:lnTo>
                  <a:lnTo>
                    <a:pt x="10185" y="17780"/>
                  </a:lnTo>
                  <a:lnTo>
                    <a:pt x="10185" y="19050"/>
                  </a:lnTo>
                  <a:lnTo>
                    <a:pt x="10185" y="20320"/>
                  </a:lnTo>
                  <a:lnTo>
                    <a:pt x="11455" y="20320"/>
                  </a:lnTo>
                  <a:lnTo>
                    <a:pt x="11455" y="21590"/>
                  </a:lnTo>
                  <a:lnTo>
                    <a:pt x="11455" y="22860"/>
                  </a:lnTo>
                  <a:lnTo>
                    <a:pt x="12700" y="22860"/>
                  </a:lnTo>
                  <a:lnTo>
                    <a:pt x="12700" y="25400"/>
                  </a:lnTo>
                  <a:lnTo>
                    <a:pt x="13982" y="25400"/>
                  </a:lnTo>
                  <a:lnTo>
                    <a:pt x="13982" y="27940"/>
                  </a:lnTo>
                  <a:lnTo>
                    <a:pt x="15252" y="27940"/>
                  </a:lnTo>
                  <a:lnTo>
                    <a:pt x="15252" y="30480"/>
                  </a:lnTo>
                  <a:lnTo>
                    <a:pt x="16535" y="30480"/>
                  </a:lnTo>
                  <a:lnTo>
                    <a:pt x="16535" y="31750"/>
                  </a:lnTo>
                  <a:lnTo>
                    <a:pt x="17805" y="31750"/>
                  </a:lnTo>
                  <a:lnTo>
                    <a:pt x="17805" y="33020"/>
                  </a:lnTo>
                  <a:lnTo>
                    <a:pt x="17805" y="34290"/>
                  </a:lnTo>
                  <a:lnTo>
                    <a:pt x="19050" y="34290"/>
                  </a:lnTo>
                  <a:lnTo>
                    <a:pt x="19050" y="36830"/>
                  </a:lnTo>
                  <a:lnTo>
                    <a:pt x="20332" y="36830"/>
                  </a:lnTo>
                  <a:lnTo>
                    <a:pt x="20332" y="39370"/>
                  </a:lnTo>
                  <a:lnTo>
                    <a:pt x="21602" y="39370"/>
                  </a:lnTo>
                  <a:lnTo>
                    <a:pt x="21602" y="41910"/>
                  </a:lnTo>
                  <a:lnTo>
                    <a:pt x="22885" y="41910"/>
                  </a:lnTo>
                  <a:lnTo>
                    <a:pt x="22885" y="44450"/>
                  </a:lnTo>
                  <a:lnTo>
                    <a:pt x="24155" y="44450"/>
                  </a:lnTo>
                  <a:lnTo>
                    <a:pt x="24155" y="46990"/>
                  </a:lnTo>
                  <a:lnTo>
                    <a:pt x="25400" y="46990"/>
                  </a:lnTo>
                  <a:lnTo>
                    <a:pt x="25400" y="48260"/>
                  </a:lnTo>
                  <a:lnTo>
                    <a:pt x="25400" y="49530"/>
                  </a:lnTo>
                  <a:lnTo>
                    <a:pt x="26682" y="49530"/>
                  </a:lnTo>
                  <a:lnTo>
                    <a:pt x="26682" y="50800"/>
                  </a:lnTo>
                  <a:lnTo>
                    <a:pt x="26682" y="52070"/>
                  </a:lnTo>
                  <a:lnTo>
                    <a:pt x="27952" y="52070"/>
                  </a:lnTo>
                  <a:lnTo>
                    <a:pt x="27952" y="53340"/>
                  </a:lnTo>
                  <a:lnTo>
                    <a:pt x="27952" y="54610"/>
                  </a:lnTo>
                  <a:lnTo>
                    <a:pt x="29235" y="54610"/>
                  </a:lnTo>
                  <a:lnTo>
                    <a:pt x="29235" y="55880"/>
                  </a:lnTo>
                  <a:lnTo>
                    <a:pt x="30505" y="55880"/>
                  </a:lnTo>
                  <a:lnTo>
                    <a:pt x="30505" y="58420"/>
                  </a:lnTo>
                  <a:lnTo>
                    <a:pt x="31750" y="58420"/>
                  </a:lnTo>
                  <a:lnTo>
                    <a:pt x="31750" y="59690"/>
                  </a:lnTo>
                  <a:lnTo>
                    <a:pt x="31750" y="60960"/>
                  </a:lnTo>
                  <a:lnTo>
                    <a:pt x="33032" y="60960"/>
                  </a:lnTo>
                  <a:lnTo>
                    <a:pt x="33032" y="62230"/>
                  </a:lnTo>
                  <a:lnTo>
                    <a:pt x="33032" y="63500"/>
                  </a:lnTo>
                  <a:lnTo>
                    <a:pt x="34302" y="63500"/>
                  </a:lnTo>
                  <a:lnTo>
                    <a:pt x="34302" y="64770"/>
                  </a:lnTo>
                  <a:lnTo>
                    <a:pt x="34302" y="66040"/>
                  </a:lnTo>
                  <a:lnTo>
                    <a:pt x="35585" y="66040"/>
                  </a:lnTo>
                  <a:lnTo>
                    <a:pt x="35585" y="67310"/>
                  </a:lnTo>
                  <a:lnTo>
                    <a:pt x="35585" y="68580"/>
                  </a:lnTo>
                  <a:lnTo>
                    <a:pt x="36855" y="68580"/>
                  </a:lnTo>
                  <a:lnTo>
                    <a:pt x="36855" y="69850"/>
                  </a:lnTo>
                  <a:lnTo>
                    <a:pt x="36855" y="71120"/>
                  </a:lnTo>
                  <a:lnTo>
                    <a:pt x="38100" y="71120"/>
                  </a:lnTo>
                  <a:lnTo>
                    <a:pt x="38100" y="73660"/>
                  </a:lnTo>
                  <a:lnTo>
                    <a:pt x="39382" y="73660"/>
                  </a:lnTo>
                  <a:lnTo>
                    <a:pt x="39382" y="76200"/>
                  </a:lnTo>
                  <a:lnTo>
                    <a:pt x="40652" y="76200"/>
                  </a:lnTo>
                  <a:lnTo>
                    <a:pt x="40652" y="77470"/>
                  </a:lnTo>
                  <a:lnTo>
                    <a:pt x="41935" y="77470"/>
                  </a:lnTo>
                  <a:lnTo>
                    <a:pt x="41935" y="78740"/>
                  </a:lnTo>
                  <a:lnTo>
                    <a:pt x="41935" y="80010"/>
                  </a:lnTo>
                  <a:lnTo>
                    <a:pt x="43205" y="80010"/>
                  </a:lnTo>
                  <a:lnTo>
                    <a:pt x="43205" y="81280"/>
                  </a:lnTo>
                  <a:lnTo>
                    <a:pt x="162585" y="81280"/>
                  </a:lnTo>
                  <a:lnTo>
                    <a:pt x="162585" y="80010"/>
                  </a:lnTo>
                  <a:lnTo>
                    <a:pt x="162585" y="78740"/>
                  </a:lnTo>
                  <a:close/>
                </a:path>
              </a:pathLst>
            </a:custGeom>
            <a:solidFill>
              <a:srgbClr val="9E3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8232127" y="3190252"/>
              <a:ext cx="165100" cy="82550"/>
            </a:xfrm>
            <a:custGeom>
              <a:avLst/>
              <a:gdLst/>
              <a:ahLst/>
              <a:cxnLst/>
              <a:rect l="l" t="t" r="r" b="b"/>
              <a:pathLst>
                <a:path w="165100" h="82550">
                  <a:moveTo>
                    <a:pt x="165100" y="80010"/>
                  </a:moveTo>
                  <a:lnTo>
                    <a:pt x="163830" y="80010"/>
                  </a:lnTo>
                  <a:lnTo>
                    <a:pt x="163830" y="78740"/>
                  </a:lnTo>
                  <a:lnTo>
                    <a:pt x="163830" y="77470"/>
                  </a:lnTo>
                  <a:lnTo>
                    <a:pt x="162547" y="77470"/>
                  </a:lnTo>
                  <a:lnTo>
                    <a:pt x="162547" y="76200"/>
                  </a:lnTo>
                  <a:lnTo>
                    <a:pt x="162547" y="74930"/>
                  </a:lnTo>
                  <a:lnTo>
                    <a:pt x="161277" y="74930"/>
                  </a:lnTo>
                  <a:lnTo>
                    <a:pt x="161277" y="73660"/>
                  </a:lnTo>
                  <a:lnTo>
                    <a:pt x="159994" y="73660"/>
                  </a:lnTo>
                  <a:lnTo>
                    <a:pt x="159994" y="71120"/>
                  </a:lnTo>
                  <a:lnTo>
                    <a:pt x="158750" y="71120"/>
                  </a:lnTo>
                  <a:lnTo>
                    <a:pt x="158750" y="68580"/>
                  </a:lnTo>
                  <a:lnTo>
                    <a:pt x="157480" y="68580"/>
                  </a:lnTo>
                  <a:lnTo>
                    <a:pt x="157480" y="66040"/>
                  </a:lnTo>
                  <a:lnTo>
                    <a:pt x="156197" y="66040"/>
                  </a:lnTo>
                  <a:lnTo>
                    <a:pt x="156197" y="63500"/>
                  </a:lnTo>
                  <a:lnTo>
                    <a:pt x="154927" y="63500"/>
                  </a:lnTo>
                  <a:lnTo>
                    <a:pt x="154927" y="62230"/>
                  </a:lnTo>
                  <a:lnTo>
                    <a:pt x="153644" y="62230"/>
                  </a:lnTo>
                  <a:lnTo>
                    <a:pt x="153644" y="59690"/>
                  </a:lnTo>
                  <a:lnTo>
                    <a:pt x="152400" y="59690"/>
                  </a:lnTo>
                  <a:lnTo>
                    <a:pt x="152400" y="57150"/>
                  </a:lnTo>
                  <a:lnTo>
                    <a:pt x="151130" y="57150"/>
                  </a:lnTo>
                  <a:lnTo>
                    <a:pt x="151130" y="54610"/>
                  </a:lnTo>
                  <a:lnTo>
                    <a:pt x="149847" y="54610"/>
                  </a:lnTo>
                  <a:lnTo>
                    <a:pt x="149847" y="52070"/>
                  </a:lnTo>
                  <a:lnTo>
                    <a:pt x="148577" y="52070"/>
                  </a:lnTo>
                  <a:lnTo>
                    <a:pt x="148577" y="49530"/>
                  </a:lnTo>
                  <a:lnTo>
                    <a:pt x="147294" y="49530"/>
                  </a:lnTo>
                  <a:lnTo>
                    <a:pt x="147294" y="48260"/>
                  </a:lnTo>
                  <a:lnTo>
                    <a:pt x="146050" y="48260"/>
                  </a:lnTo>
                  <a:lnTo>
                    <a:pt x="146050" y="46990"/>
                  </a:lnTo>
                  <a:lnTo>
                    <a:pt x="146050" y="45720"/>
                  </a:lnTo>
                  <a:lnTo>
                    <a:pt x="144780" y="45720"/>
                  </a:lnTo>
                  <a:lnTo>
                    <a:pt x="144780" y="44450"/>
                  </a:lnTo>
                  <a:lnTo>
                    <a:pt x="144780" y="43180"/>
                  </a:lnTo>
                  <a:lnTo>
                    <a:pt x="143497" y="43180"/>
                  </a:lnTo>
                  <a:lnTo>
                    <a:pt x="143497" y="41910"/>
                  </a:lnTo>
                  <a:lnTo>
                    <a:pt x="143497" y="40640"/>
                  </a:lnTo>
                  <a:lnTo>
                    <a:pt x="142227" y="40640"/>
                  </a:lnTo>
                  <a:lnTo>
                    <a:pt x="142227" y="38100"/>
                  </a:lnTo>
                  <a:lnTo>
                    <a:pt x="140944" y="38100"/>
                  </a:lnTo>
                  <a:lnTo>
                    <a:pt x="140944" y="36830"/>
                  </a:lnTo>
                  <a:lnTo>
                    <a:pt x="139700" y="36830"/>
                  </a:lnTo>
                  <a:lnTo>
                    <a:pt x="139700" y="35560"/>
                  </a:lnTo>
                  <a:lnTo>
                    <a:pt x="139700" y="34290"/>
                  </a:lnTo>
                  <a:lnTo>
                    <a:pt x="138430" y="34290"/>
                  </a:lnTo>
                  <a:lnTo>
                    <a:pt x="138430" y="33020"/>
                  </a:lnTo>
                  <a:lnTo>
                    <a:pt x="138430" y="31750"/>
                  </a:lnTo>
                  <a:lnTo>
                    <a:pt x="137147" y="31750"/>
                  </a:lnTo>
                  <a:lnTo>
                    <a:pt x="137147" y="30480"/>
                  </a:lnTo>
                  <a:lnTo>
                    <a:pt x="137147" y="29210"/>
                  </a:lnTo>
                  <a:lnTo>
                    <a:pt x="135877" y="29210"/>
                  </a:lnTo>
                  <a:lnTo>
                    <a:pt x="135877" y="27940"/>
                  </a:lnTo>
                  <a:lnTo>
                    <a:pt x="135877" y="26670"/>
                  </a:lnTo>
                  <a:lnTo>
                    <a:pt x="134594" y="26670"/>
                  </a:lnTo>
                  <a:lnTo>
                    <a:pt x="134594" y="25400"/>
                  </a:lnTo>
                  <a:lnTo>
                    <a:pt x="133350" y="25400"/>
                  </a:lnTo>
                  <a:lnTo>
                    <a:pt x="133350" y="22860"/>
                  </a:lnTo>
                  <a:lnTo>
                    <a:pt x="132080" y="22860"/>
                  </a:lnTo>
                  <a:lnTo>
                    <a:pt x="132080" y="20320"/>
                  </a:lnTo>
                  <a:lnTo>
                    <a:pt x="130797" y="20320"/>
                  </a:lnTo>
                  <a:lnTo>
                    <a:pt x="130797" y="17780"/>
                  </a:lnTo>
                  <a:lnTo>
                    <a:pt x="129527" y="17780"/>
                  </a:lnTo>
                  <a:lnTo>
                    <a:pt x="129527" y="16510"/>
                  </a:lnTo>
                  <a:lnTo>
                    <a:pt x="129527" y="15240"/>
                  </a:lnTo>
                  <a:lnTo>
                    <a:pt x="128244" y="15240"/>
                  </a:lnTo>
                  <a:lnTo>
                    <a:pt x="128244" y="13970"/>
                  </a:lnTo>
                  <a:lnTo>
                    <a:pt x="127000" y="13970"/>
                  </a:lnTo>
                  <a:lnTo>
                    <a:pt x="127000" y="11430"/>
                  </a:lnTo>
                  <a:lnTo>
                    <a:pt x="125730" y="11430"/>
                  </a:lnTo>
                  <a:lnTo>
                    <a:pt x="125730" y="8890"/>
                  </a:lnTo>
                  <a:lnTo>
                    <a:pt x="124447" y="8890"/>
                  </a:lnTo>
                  <a:lnTo>
                    <a:pt x="124447" y="6350"/>
                  </a:lnTo>
                  <a:lnTo>
                    <a:pt x="123177" y="6350"/>
                  </a:lnTo>
                  <a:lnTo>
                    <a:pt x="123177" y="3810"/>
                  </a:lnTo>
                  <a:lnTo>
                    <a:pt x="121894" y="3810"/>
                  </a:lnTo>
                  <a:lnTo>
                    <a:pt x="121894" y="1270"/>
                  </a:lnTo>
                  <a:lnTo>
                    <a:pt x="120650" y="1270"/>
                  </a:lnTo>
                  <a:lnTo>
                    <a:pt x="120650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244" y="1270"/>
                  </a:lnTo>
                  <a:lnTo>
                    <a:pt x="1244" y="3810"/>
                  </a:lnTo>
                  <a:lnTo>
                    <a:pt x="2527" y="3810"/>
                  </a:lnTo>
                  <a:lnTo>
                    <a:pt x="2527" y="6350"/>
                  </a:lnTo>
                  <a:lnTo>
                    <a:pt x="3797" y="6350"/>
                  </a:lnTo>
                  <a:lnTo>
                    <a:pt x="3797" y="8890"/>
                  </a:lnTo>
                  <a:lnTo>
                    <a:pt x="5080" y="8890"/>
                  </a:lnTo>
                  <a:lnTo>
                    <a:pt x="5080" y="11430"/>
                  </a:lnTo>
                  <a:lnTo>
                    <a:pt x="6350" y="11430"/>
                  </a:lnTo>
                  <a:lnTo>
                    <a:pt x="6350" y="13970"/>
                  </a:lnTo>
                  <a:lnTo>
                    <a:pt x="7594" y="13970"/>
                  </a:lnTo>
                  <a:lnTo>
                    <a:pt x="7594" y="15240"/>
                  </a:lnTo>
                  <a:lnTo>
                    <a:pt x="7594" y="16510"/>
                  </a:lnTo>
                  <a:lnTo>
                    <a:pt x="8877" y="16510"/>
                  </a:lnTo>
                  <a:lnTo>
                    <a:pt x="8877" y="17780"/>
                  </a:lnTo>
                  <a:lnTo>
                    <a:pt x="10147" y="17780"/>
                  </a:lnTo>
                  <a:lnTo>
                    <a:pt x="10147" y="20320"/>
                  </a:lnTo>
                  <a:lnTo>
                    <a:pt x="11430" y="20320"/>
                  </a:lnTo>
                  <a:lnTo>
                    <a:pt x="11430" y="22860"/>
                  </a:lnTo>
                  <a:lnTo>
                    <a:pt x="12700" y="22860"/>
                  </a:lnTo>
                  <a:lnTo>
                    <a:pt x="12700" y="25400"/>
                  </a:lnTo>
                  <a:lnTo>
                    <a:pt x="13944" y="25400"/>
                  </a:lnTo>
                  <a:lnTo>
                    <a:pt x="13944" y="26670"/>
                  </a:lnTo>
                  <a:lnTo>
                    <a:pt x="13944" y="27940"/>
                  </a:lnTo>
                  <a:lnTo>
                    <a:pt x="15227" y="27940"/>
                  </a:lnTo>
                  <a:lnTo>
                    <a:pt x="15227" y="29210"/>
                  </a:lnTo>
                  <a:lnTo>
                    <a:pt x="15227" y="30480"/>
                  </a:lnTo>
                  <a:lnTo>
                    <a:pt x="16497" y="30480"/>
                  </a:lnTo>
                  <a:lnTo>
                    <a:pt x="16497" y="31750"/>
                  </a:lnTo>
                  <a:lnTo>
                    <a:pt x="16497" y="33020"/>
                  </a:lnTo>
                  <a:lnTo>
                    <a:pt x="17780" y="33020"/>
                  </a:lnTo>
                  <a:lnTo>
                    <a:pt x="17780" y="34290"/>
                  </a:lnTo>
                  <a:lnTo>
                    <a:pt x="17780" y="35560"/>
                  </a:lnTo>
                  <a:lnTo>
                    <a:pt x="19050" y="35560"/>
                  </a:lnTo>
                  <a:lnTo>
                    <a:pt x="19050" y="36830"/>
                  </a:lnTo>
                  <a:lnTo>
                    <a:pt x="19050" y="38100"/>
                  </a:lnTo>
                  <a:lnTo>
                    <a:pt x="20294" y="38100"/>
                  </a:lnTo>
                  <a:lnTo>
                    <a:pt x="20294" y="40640"/>
                  </a:lnTo>
                  <a:lnTo>
                    <a:pt x="21577" y="40640"/>
                  </a:lnTo>
                  <a:lnTo>
                    <a:pt x="21577" y="41910"/>
                  </a:lnTo>
                  <a:lnTo>
                    <a:pt x="22847" y="41910"/>
                  </a:lnTo>
                  <a:lnTo>
                    <a:pt x="22847" y="43180"/>
                  </a:lnTo>
                  <a:lnTo>
                    <a:pt x="22847" y="44450"/>
                  </a:lnTo>
                  <a:lnTo>
                    <a:pt x="24130" y="44450"/>
                  </a:lnTo>
                  <a:lnTo>
                    <a:pt x="24130" y="45720"/>
                  </a:lnTo>
                  <a:lnTo>
                    <a:pt x="24130" y="46990"/>
                  </a:lnTo>
                  <a:lnTo>
                    <a:pt x="25400" y="46990"/>
                  </a:lnTo>
                  <a:lnTo>
                    <a:pt x="25400" y="48260"/>
                  </a:lnTo>
                  <a:lnTo>
                    <a:pt x="25400" y="49530"/>
                  </a:lnTo>
                  <a:lnTo>
                    <a:pt x="26644" y="49530"/>
                  </a:lnTo>
                  <a:lnTo>
                    <a:pt x="26644" y="52070"/>
                  </a:lnTo>
                  <a:lnTo>
                    <a:pt x="27927" y="52070"/>
                  </a:lnTo>
                  <a:lnTo>
                    <a:pt x="27927" y="54610"/>
                  </a:lnTo>
                  <a:lnTo>
                    <a:pt x="29197" y="54610"/>
                  </a:lnTo>
                  <a:lnTo>
                    <a:pt x="29197" y="57150"/>
                  </a:lnTo>
                  <a:lnTo>
                    <a:pt x="30480" y="57150"/>
                  </a:lnTo>
                  <a:lnTo>
                    <a:pt x="30480" y="59690"/>
                  </a:lnTo>
                  <a:lnTo>
                    <a:pt x="31750" y="59690"/>
                  </a:lnTo>
                  <a:lnTo>
                    <a:pt x="31750" y="62230"/>
                  </a:lnTo>
                  <a:lnTo>
                    <a:pt x="32994" y="62230"/>
                  </a:lnTo>
                  <a:lnTo>
                    <a:pt x="32994" y="63500"/>
                  </a:lnTo>
                  <a:lnTo>
                    <a:pt x="34277" y="63500"/>
                  </a:lnTo>
                  <a:lnTo>
                    <a:pt x="34277" y="66040"/>
                  </a:lnTo>
                  <a:lnTo>
                    <a:pt x="35547" y="66040"/>
                  </a:lnTo>
                  <a:lnTo>
                    <a:pt x="35547" y="68580"/>
                  </a:lnTo>
                  <a:lnTo>
                    <a:pt x="36830" y="68580"/>
                  </a:lnTo>
                  <a:lnTo>
                    <a:pt x="36830" y="71120"/>
                  </a:lnTo>
                  <a:lnTo>
                    <a:pt x="38100" y="71120"/>
                  </a:lnTo>
                  <a:lnTo>
                    <a:pt x="38100" y="73660"/>
                  </a:lnTo>
                  <a:lnTo>
                    <a:pt x="39344" y="73660"/>
                  </a:lnTo>
                  <a:lnTo>
                    <a:pt x="39344" y="74930"/>
                  </a:lnTo>
                  <a:lnTo>
                    <a:pt x="39344" y="76200"/>
                  </a:lnTo>
                  <a:lnTo>
                    <a:pt x="40627" y="76200"/>
                  </a:lnTo>
                  <a:lnTo>
                    <a:pt x="40627" y="77470"/>
                  </a:lnTo>
                  <a:lnTo>
                    <a:pt x="40627" y="78740"/>
                  </a:lnTo>
                  <a:lnTo>
                    <a:pt x="41897" y="78740"/>
                  </a:lnTo>
                  <a:lnTo>
                    <a:pt x="41897" y="80010"/>
                  </a:lnTo>
                  <a:lnTo>
                    <a:pt x="41897" y="81280"/>
                  </a:lnTo>
                  <a:lnTo>
                    <a:pt x="43180" y="81280"/>
                  </a:lnTo>
                  <a:lnTo>
                    <a:pt x="43180" y="82550"/>
                  </a:lnTo>
                  <a:lnTo>
                    <a:pt x="165100" y="82550"/>
                  </a:lnTo>
                  <a:lnTo>
                    <a:pt x="165100" y="81280"/>
                  </a:lnTo>
                  <a:lnTo>
                    <a:pt x="165100" y="80010"/>
                  </a:lnTo>
                  <a:close/>
                </a:path>
              </a:pathLst>
            </a:custGeom>
            <a:solidFill>
              <a:srgbClr val="9C3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8275307" y="3272802"/>
              <a:ext cx="186690" cy="116839"/>
            </a:xfrm>
            <a:custGeom>
              <a:avLst/>
              <a:gdLst/>
              <a:ahLst/>
              <a:cxnLst/>
              <a:rect l="l" t="t" r="r" b="b"/>
              <a:pathLst>
                <a:path w="186690" h="116839">
                  <a:moveTo>
                    <a:pt x="143497" y="36817"/>
                  </a:moveTo>
                  <a:lnTo>
                    <a:pt x="142214" y="36817"/>
                  </a:lnTo>
                  <a:lnTo>
                    <a:pt x="142214" y="34277"/>
                  </a:lnTo>
                  <a:lnTo>
                    <a:pt x="140970" y="34277"/>
                  </a:lnTo>
                  <a:lnTo>
                    <a:pt x="140970" y="31750"/>
                  </a:lnTo>
                  <a:lnTo>
                    <a:pt x="139700" y="31750"/>
                  </a:lnTo>
                  <a:lnTo>
                    <a:pt x="139700" y="29197"/>
                  </a:lnTo>
                  <a:lnTo>
                    <a:pt x="138417" y="29197"/>
                  </a:lnTo>
                  <a:lnTo>
                    <a:pt x="138417" y="26644"/>
                  </a:lnTo>
                  <a:lnTo>
                    <a:pt x="137147" y="26644"/>
                  </a:lnTo>
                  <a:lnTo>
                    <a:pt x="137147" y="25400"/>
                  </a:lnTo>
                  <a:lnTo>
                    <a:pt x="135864" y="25400"/>
                  </a:lnTo>
                  <a:lnTo>
                    <a:pt x="135864" y="22847"/>
                  </a:lnTo>
                  <a:lnTo>
                    <a:pt x="134620" y="22847"/>
                  </a:lnTo>
                  <a:lnTo>
                    <a:pt x="134620" y="20294"/>
                  </a:lnTo>
                  <a:lnTo>
                    <a:pt x="133350" y="20294"/>
                  </a:lnTo>
                  <a:lnTo>
                    <a:pt x="133350" y="17767"/>
                  </a:lnTo>
                  <a:lnTo>
                    <a:pt x="132067" y="17767"/>
                  </a:lnTo>
                  <a:lnTo>
                    <a:pt x="132067" y="15227"/>
                  </a:lnTo>
                  <a:lnTo>
                    <a:pt x="130797" y="15227"/>
                  </a:lnTo>
                  <a:lnTo>
                    <a:pt x="130797" y="13970"/>
                  </a:lnTo>
                  <a:lnTo>
                    <a:pt x="129514" y="13970"/>
                  </a:lnTo>
                  <a:lnTo>
                    <a:pt x="129514" y="12700"/>
                  </a:lnTo>
                  <a:lnTo>
                    <a:pt x="129514" y="11430"/>
                  </a:lnTo>
                  <a:lnTo>
                    <a:pt x="128270" y="11430"/>
                  </a:lnTo>
                  <a:lnTo>
                    <a:pt x="128270" y="10160"/>
                  </a:lnTo>
                  <a:lnTo>
                    <a:pt x="128270" y="8890"/>
                  </a:lnTo>
                  <a:lnTo>
                    <a:pt x="127000" y="8890"/>
                  </a:lnTo>
                  <a:lnTo>
                    <a:pt x="127000" y="7620"/>
                  </a:lnTo>
                  <a:lnTo>
                    <a:pt x="127000" y="6350"/>
                  </a:lnTo>
                  <a:lnTo>
                    <a:pt x="125717" y="6350"/>
                  </a:lnTo>
                  <a:lnTo>
                    <a:pt x="125717" y="5080"/>
                  </a:lnTo>
                  <a:lnTo>
                    <a:pt x="125717" y="3810"/>
                  </a:lnTo>
                  <a:lnTo>
                    <a:pt x="124447" y="3810"/>
                  </a:lnTo>
                  <a:lnTo>
                    <a:pt x="124447" y="2540"/>
                  </a:lnTo>
                  <a:lnTo>
                    <a:pt x="123164" y="2540"/>
                  </a:lnTo>
                  <a:lnTo>
                    <a:pt x="123164" y="1270"/>
                  </a:lnTo>
                  <a:lnTo>
                    <a:pt x="12316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270" y="1270"/>
                  </a:lnTo>
                  <a:lnTo>
                    <a:pt x="1270" y="2540"/>
                  </a:lnTo>
                  <a:lnTo>
                    <a:pt x="1270" y="3810"/>
                  </a:lnTo>
                  <a:lnTo>
                    <a:pt x="2514" y="3810"/>
                  </a:lnTo>
                  <a:lnTo>
                    <a:pt x="2514" y="5080"/>
                  </a:lnTo>
                  <a:lnTo>
                    <a:pt x="3797" y="5080"/>
                  </a:lnTo>
                  <a:lnTo>
                    <a:pt x="3797" y="6350"/>
                  </a:lnTo>
                  <a:lnTo>
                    <a:pt x="3797" y="7620"/>
                  </a:lnTo>
                  <a:lnTo>
                    <a:pt x="5067" y="7620"/>
                  </a:lnTo>
                  <a:lnTo>
                    <a:pt x="5067" y="8890"/>
                  </a:lnTo>
                  <a:lnTo>
                    <a:pt x="5067" y="10160"/>
                  </a:lnTo>
                  <a:lnTo>
                    <a:pt x="6350" y="10160"/>
                  </a:lnTo>
                  <a:lnTo>
                    <a:pt x="6350" y="11430"/>
                  </a:lnTo>
                  <a:lnTo>
                    <a:pt x="6350" y="12700"/>
                  </a:lnTo>
                  <a:lnTo>
                    <a:pt x="7620" y="12700"/>
                  </a:lnTo>
                  <a:lnTo>
                    <a:pt x="7620" y="13970"/>
                  </a:lnTo>
                  <a:lnTo>
                    <a:pt x="7620" y="15240"/>
                  </a:lnTo>
                  <a:lnTo>
                    <a:pt x="8864" y="15240"/>
                  </a:lnTo>
                  <a:lnTo>
                    <a:pt x="8864" y="17767"/>
                  </a:lnTo>
                  <a:lnTo>
                    <a:pt x="10147" y="17767"/>
                  </a:lnTo>
                  <a:lnTo>
                    <a:pt x="10147" y="20294"/>
                  </a:lnTo>
                  <a:lnTo>
                    <a:pt x="11417" y="20294"/>
                  </a:lnTo>
                  <a:lnTo>
                    <a:pt x="11417" y="22847"/>
                  </a:lnTo>
                  <a:lnTo>
                    <a:pt x="12700" y="22847"/>
                  </a:lnTo>
                  <a:lnTo>
                    <a:pt x="12700" y="25400"/>
                  </a:lnTo>
                  <a:lnTo>
                    <a:pt x="13970" y="25400"/>
                  </a:lnTo>
                  <a:lnTo>
                    <a:pt x="13970" y="26644"/>
                  </a:lnTo>
                  <a:lnTo>
                    <a:pt x="15214" y="26644"/>
                  </a:lnTo>
                  <a:lnTo>
                    <a:pt x="15214" y="29197"/>
                  </a:lnTo>
                  <a:lnTo>
                    <a:pt x="16497" y="29197"/>
                  </a:lnTo>
                  <a:lnTo>
                    <a:pt x="16497" y="31750"/>
                  </a:lnTo>
                  <a:lnTo>
                    <a:pt x="17767" y="31750"/>
                  </a:lnTo>
                  <a:lnTo>
                    <a:pt x="17767" y="34277"/>
                  </a:lnTo>
                  <a:lnTo>
                    <a:pt x="19050" y="34277"/>
                  </a:lnTo>
                  <a:lnTo>
                    <a:pt x="19050" y="36817"/>
                  </a:lnTo>
                  <a:lnTo>
                    <a:pt x="20320" y="36817"/>
                  </a:lnTo>
                  <a:lnTo>
                    <a:pt x="20320" y="39344"/>
                  </a:lnTo>
                  <a:lnTo>
                    <a:pt x="143497" y="39344"/>
                  </a:lnTo>
                  <a:lnTo>
                    <a:pt x="143497" y="36817"/>
                  </a:lnTo>
                  <a:close/>
                </a:path>
                <a:path w="186690" h="116839">
                  <a:moveTo>
                    <a:pt x="161264" y="68567"/>
                  </a:moveTo>
                  <a:lnTo>
                    <a:pt x="160020" y="68567"/>
                  </a:lnTo>
                  <a:lnTo>
                    <a:pt x="160020" y="66027"/>
                  </a:lnTo>
                  <a:lnTo>
                    <a:pt x="158750" y="66027"/>
                  </a:lnTo>
                  <a:lnTo>
                    <a:pt x="158750" y="63500"/>
                  </a:lnTo>
                  <a:lnTo>
                    <a:pt x="157467" y="63500"/>
                  </a:lnTo>
                  <a:lnTo>
                    <a:pt x="157467" y="62230"/>
                  </a:lnTo>
                  <a:lnTo>
                    <a:pt x="156197" y="62230"/>
                  </a:lnTo>
                  <a:lnTo>
                    <a:pt x="156197" y="60960"/>
                  </a:lnTo>
                  <a:lnTo>
                    <a:pt x="156197" y="59690"/>
                  </a:lnTo>
                  <a:lnTo>
                    <a:pt x="154914" y="59690"/>
                  </a:lnTo>
                  <a:lnTo>
                    <a:pt x="154914" y="58420"/>
                  </a:lnTo>
                  <a:lnTo>
                    <a:pt x="154914" y="57150"/>
                  </a:lnTo>
                  <a:lnTo>
                    <a:pt x="153670" y="57150"/>
                  </a:lnTo>
                  <a:lnTo>
                    <a:pt x="153670" y="55880"/>
                  </a:lnTo>
                  <a:lnTo>
                    <a:pt x="153670" y="54610"/>
                  </a:lnTo>
                  <a:lnTo>
                    <a:pt x="152400" y="54610"/>
                  </a:lnTo>
                  <a:lnTo>
                    <a:pt x="152400" y="53340"/>
                  </a:lnTo>
                  <a:lnTo>
                    <a:pt x="152400" y="52070"/>
                  </a:lnTo>
                  <a:lnTo>
                    <a:pt x="151117" y="52070"/>
                  </a:lnTo>
                  <a:lnTo>
                    <a:pt x="151117" y="50800"/>
                  </a:lnTo>
                  <a:lnTo>
                    <a:pt x="149847" y="50800"/>
                  </a:lnTo>
                  <a:lnTo>
                    <a:pt x="149847" y="48247"/>
                  </a:lnTo>
                  <a:lnTo>
                    <a:pt x="148564" y="48247"/>
                  </a:lnTo>
                  <a:lnTo>
                    <a:pt x="148564" y="46990"/>
                  </a:lnTo>
                  <a:lnTo>
                    <a:pt x="148564" y="45720"/>
                  </a:lnTo>
                  <a:lnTo>
                    <a:pt x="147320" y="45720"/>
                  </a:lnTo>
                  <a:lnTo>
                    <a:pt x="147320" y="44450"/>
                  </a:lnTo>
                  <a:lnTo>
                    <a:pt x="147320" y="43180"/>
                  </a:lnTo>
                  <a:lnTo>
                    <a:pt x="146050" y="43180"/>
                  </a:lnTo>
                  <a:lnTo>
                    <a:pt x="146050" y="41910"/>
                  </a:lnTo>
                  <a:lnTo>
                    <a:pt x="146050" y="40640"/>
                  </a:lnTo>
                  <a:lnTo>
                    <a:pt x="144767" y="40640"/>
                  </a:lnTo>
                  <a:lnTo>
                    <a:pt x="144767" y="39370"/>
                  </a:lnTo>
                  <a:lnTo>
                    <a:pt x="21564" y="39370"/>
                  </a:lnTo>
                  <a:lnTo>
                    <a:pt x="21564" y="40640"/>
                  </a:lnTo>
                  <a:lnTo>
                    <a:pt x="21564" y="41910"/>
                  </a:lnTo>
                  <a:lnTo>
                    <a:pt x="22847" y="41910"/>
                  </a:lnTo>
                  <a:lnTo>
                    <a:pt x="22847" y="43180"/>
                  </a:lnTo>
                  <a:lnTo>
                    <a:pt x="22847" y="44450"/>
                  </a:lnTo>
                  <a:lnTo>
                    <a:pt x="24117" y="44450"/>
                  </a:lnTo>
                  <a:lnTo>
                    <a:pt x="24117" y="45720"/>
                  </a:lnTo>
                  <a:lnTo>
                    <a:pt x="24117" y="46990"/>
                  </a:lnTo>
                  <a:lnTo>
                    <a:pt x="25400" y="46990"/>
                  </a:lnTo>
                  <a:lnTo>
                    <a:pt x="25400" y="48260"/>
                  </a:lnTo>
                  <a:lnTo>
                    <a:pt x="26670" y="48260"/>
                  </a:lnTo>
                  <a:lnTo>
                    <a:pt x="26670" y="50800"/>
                  </a:lnTo>
                  <a:lnTo>
                    <a:pt x="27914" y="50800"/>
                  </a:lnTo>
                  <a:lnTo>
                    <a:pt x="27914" y="52070"/>
                  </a:lnTo>
                  <a:lnTo>
                    <a:pt x="27914" y="53340"/>
                  </a:lnTo>
                  <a:lnTo>
                    <a:pt x="29197" y="53340"/>
                  </a:lnTo>
                  <a:lnTo>
                    <a:pt x="29197" y="54610"/>
                  </a:lnTo>
                  <a:lnTo>
                    <a:pt x="29197" y="55880"/>
                  </a:lnTo>
                  <a:lnTo>
                    <a:pt x="30467" y="55880"/>
                  </a:lnTo>
                  <a:lnTo>
                    <a:pt x="30467" y="57150"/>
                  </a:lnTo>
                  <a:lnTo>
                    <a:pt x="30467" y="58420"/>
                  </a:lnTo>
                  <a:lnTo>
                    <a:pt x="31750" y="58420"/>
                  </a:lnTo>
                  <a:lnTo>
                    <a:pt x="31750" y="59690"/>
                  </a:lnTo>
                  <a:lnTo>
                    <a:pt x="31750" y="60960"/>
                  </a:lnTo>
                  <a:lnTo>
                    <a:pt x="33020" y="60960"/>
                  </a:lnTo>
                  <a:lnTo>
                    <a:pt x="33020" y="62230"/>
                  </a:lnTo>
                  <a:lnTo>
                    <a:pt x="33020" y="63500"/>
                  </a:lnTo>
                  <a:lnTo>
                    <a:pt x="34264" y="63500"/>
                  </a:lnTo>
                  <a:lnTo>
                    <a:pt x="34264" y="66027"/>
                  </a:lnTo>
                  <a:lnTo>
                    <a:pt x="35547" y="66027"/>
                  </a:lnTo>
                  <a:lnTo>
                    <a:pt x="35547" y="68567"/>
                  </a:lnTo>
                  <a:lnTo>
                    <a:pt x="36817" y="68567"/>
                  </a:lnTo>
                  <a:lnTo>
                    <a:pt x="36817" y="71094"/>
                  </a:lnTo>
                  <a:lnTo>
                    <a:pt x="161264" y="71094"/>
                  </a:lnTo>
                  <a:lnTo>
                    <a:pt x="161264" y="68567"/>
                  </a:lnTo>
                  <a:close/>
                </a:path>
                <a:path w="186690" h="116839">
                  <a:moveTo>
                    <a:pt x="167614" y="79997"/>
                  </a:moveTo>
                  <a:lnTo>
                    <a:pt x="166370" y="79997"/>
                  </a:lnTo>
                  <a:lnTo>
                    <a:pt x="166370" y="77444"/>
                  </a:lnTo>
                  <a:lnTo>
                    <a:pt x="165100" y="77444"/>
                  </a:lnTo>
                  <a:lnTo>
                    <a:pt x="165100" y="74917"/>
                  </a:lnTo>
                  <a:lnTo>
                    <a:pt x="163817" y="74917"/>
                  </a:lnTo>
                  <a:lnTo>
                    <a:pt x="163817" y="73660"/>
                  </a:lnTo>
                  <a:lnTo>
                    <a:pt x="162547" y="73660"/>
                  </a:lnTo>
                  <a:lnTo>
                    <a:pt x="162547" y="72390"/>
                  </a:lnTo>
                  <a:lnTo>
                    <a:pt x="162547" y="71120"/>
                  </a:lnTo>
                  <a:lnTo>
                    <a:pt x="38100" y="71120"/>
                  </a:lnTo>
                  <a:lnTo>
                    <a:pt x="38100" y="72390"/>
                  </a:lnTo>
                  <a:lnTo>
                    <a:pt x="39370" y="72390"/>
                  </a:lnTo>
                  <a:lnTo>
                    <a:pt x="39370" y="73660"/>
                  </a:lnTo>
                  <a:lnTo>
                    <a:pt x="39370" y="74930"/>
                  </a:lnTo>
                  <a:lnTo>
                    <a:pt x="40614" y="74930"/>
                  </a:lnTo>
                  <a:lnTo>
                    <a:pt x="40614" y="77444"/>
                  </a:lnTo>
                  <a:lnTo>
                    <a:pt x="41897" y="77444"/>
                  </a:lnTo>
                  <a:lnTo>
                    <a:pt x="41897" y="79997"/>
                  </a:lnTo>
                  <a:lnTo>
                    <a:pt x="43167" y="79997"/>
                  </a:lnTo>
                  <a:lnTo>
                    <a:pt x="43167" y="81267"/>
                  </a:lnTo>
                  <a:lnTo>
                    <a:pt x="167614" y="81267"/>
                  </a:lnTo>
                  <a:lnTo>
                    <a:pt x="167614" y="79997"/>
                  </a:lnTo>
                  <a:close/>
                </a:path>
                <a:path w="186690" h="116839">
                  <a:moveTo>
                    <a:pt x="186664" y="114300"/>
                  </a:moveTo>
                  <a:lnTo>
                    <a:pt x="185394" y="114300"/>
                  </a:lnTo>
                  <a:lnTo>
                    <a:pt x="185394" y="111760"/>
                  </a:lnTo>
                  <a:lnTo>
                    <a:pt x="184150" y="111760"/>
                  </a:lnTo>
                  <a:lnTo>
                    <a:pt x="184150" y="110490"/>
                  </a:lnTo>
                  <a:lnTo>
                    <a:pt x="182867" y="110490"/>
                  </a:lnTo>
                  <a:lnTo>
                    <a:pt x="182867" y="109220"/>
                  </a:lnTo>
                  <a:lnTo>
                    <a:pt x="182867" y="107950"/>
                  </a:lnTo>
                  <a:lnTo>
                    <a:pt x="181597" y="107950"/>
                  </a:lnTo>
                  <a:lnTo>
                    <a:pt x="181597" y="106680"/>
                  </a:lnTo>
                  <a:lnTo>
                    <a:pt x="181597" y="105410"/>
                  </a:lnTo>
                  <a:lnTo>
                    <a:pt x="180314" y="105410"/>
                  </a:lnTo>
                  <a:lnTo>
                    <a:pt x="180314" y="104140"/>
                  </a:lnTo>
                  <a:lnTo>
                    <a:pt x="180314" y="102870"/>
                  </a:lnTo>
                  <a:lnTo>
                    <a:pt x="179044" y="102870"/>
                  </a:lnTo>
                  <a:lnTo>
                    <a:pt x="179044" y="101600"/>
                  </a:lnTo>
                  <a:lnTo>
                    <a:pt x="179044" y="100330"/>
                  </a:lnTo>
                  <a:lnTo>
                    <a:pt x="177774" y="100330"/>
                  </a:lnTo>
                  <a:lnTo>
                    <a:pt x="177774" y="99060"/>
                  </a:lnTo>
                  <a:lnTo>
                    <a:pt x="176517" y="99060"/>
                  </a:lnTo>
                  <a:lnTo>
                    <a:pt x="176517" y="96520"/>
                  </a:lnTo>
                  <a:lnTo>
                    <a:pt x="175247" y="96520"/>
                  </a:lnTo>
                  <a:lnTo>
                    <a:pt x="175247" y="93980"/>
                  </a:lnTo>
                  <a:lnTo>
                    <a:pt x="173964" y="93980"/>
                  </a:lnTo>
                  <a:lnTo>
                    <a:pt x="173964" y="92710"/>
                  </a:lnTo>
                  <a:lnTo>
                    <a:pt x="173964" y="91440"/>
                  </a:lnTo>
                  <a:lnTo>
                    <a:pt x="172694" y="91440"/>
                  </a:lnTo>
                  <a:lnTo>
                    <a:pt x="172694" y="90170"/>
                  </a:lnTo>
                  <a:lnTo>
                    <a:pt x="172694" y="88900"/>
                  </a:lnTo>
                  <a:lnTo>
                    <a:pt x="171424" y="88900"/>
                  </a:lnTo>
                  <a:lnTo>
                    <a:pt x="171424" y="87630"/>
                  </a:lnTo>
                  <a:lnTo>
                    <a:pt x="170167" y="87630"/>
                  </a:lnTo>
                  <a:lnTo>
                    <a:pt x="170167" y="85090"/>
                  </a:lnTo>
                  <a:lnTo>
                    <a:pt x="168897" y="85090"/>
                  </a:lnTo>
                  <a:lnTo>
                    <a:pt x="168897" y="82550"/>
                  </a:lnTo>
                  <a:lnTo>
                    <a:pt x="167614" y="82550"/>
                  </a:lnTo>
                  <a:lnTo>
                    <a:pt x="167614" y="81280"/>
                  </a:lnTo>
                  <a:lnTo>
                    <a:pt x="43167" y="81280"/>
                  </a:lnTo>
                  <a:lnTo>
                    <a:pt x="43167" y="82550"/>
                  </a:lnTo>
                  <a:lnTo>
                    <a:pt x="44450" y="82550"/>
                  </a:lnTo>
                  <a:lnTo>
                    <a:pt x="44450" y="85090"/>
                  </a:lnTo>
                  <a:lnTo>
                    <a:pt x="45720" y="85090"/>
                  </a:lnTo>
                  <a:lnTo>
                    <a:pt x="45720" y="87630"/>
                  </a:lnTo>
                  <a:lnTo>
                    <a:pt x="46964" y="87630"/>
                  </a:lnTo>
                  <a:lnTo>
                    <a:pt x="46964" y="88900"/>
                  </a:lnTo>
                  <a:lnTo>
                    <a:pt x="46964" y="90170"/>
                  </a:lnTo>
                  <a:lnTo>
                    <a:pt x="48247" y="90170"/>
                  </a:lnTo>
                  <a:lnTo>
                    <a:pt x="48247" y="91440"/>
                  </a:lnTo>
                  <a:lnTo>
                    <a:pt x="48247" y="92710"/>
                  </a:lnTo>
                  <a:lnTo>
                    <a:pt x="49517" y="92710"/>
                  </a:lnTo>
                  <a:lnTo>
                    <a:pt x="49517" y="93980"/>
                  </a:lnTo>
                  <a:lnTo>
                    <a:pt x="50800" y="93980"/>
                  </a:lnTo>
                  <a:lnTo>
                    <a:pt x="50800" y="96520"/>
                  </a:lnTo>
                  <a:lnTo>
                    <a:pt x="52070" y="96520"/>
                  </a:lnTo>
                  <a:lnTo>
                    <a:pt x="52070" y="99060"/>
                  </a:lnTo>
                  <a:lnTo>
                    <a:pt x="53314" y="99060"/>
                  </a:lnTo>
                  <a:lnTo>
                    <a:pt x="53314" y="100330"/>
                  </a:lnTo>
                  <a:lnTo>
                    <a:pt x="53314" y="101600"/>
                  </a:lnTo>
                  <a:lnTo>
                    <a:pt x="54597" y="101600"/>
                  </a:lnTo>
                  <a:lnTo>
                    <a:pt x="54597" y="102870"/>
                  </a:lnTo>
                  <a:lnTo>
                    <a:pt x="54597" y="104140"/>
                  </a:lnTo>
                  <a:lnTo>
                    <a:pt x="55867" y="104140"/>
                  </a:lnTo>
                  <a:lnTo>
                    <a:pt x="55867" y="105410"/>
                  </a:lnTo>
                  <a:lnTo>
                    <a:pt x="55867" y="106680"/>
                  </a:lnTo>
                  <a:lnTo>
                    <a:pt x="57150" y="106680"/>
                  </a:lnTo>
                  <a:lnTo>
                    <a:pt x="57150" y="107950"/>
                  </a:lnTo>
                  <a:lnTo>
                    <a:pt x="57150" y="109220"/>
                  </a:lnTo>
                  <a:lnTo>
                    <a:pt x="58420" y="109220"/>
                  </a:lnTo>
                  <a:lnTo>
                    <a:pt x="58420" y="110490"/>
                  </a:lnTo>
                  <a:lnTo>
                    <a:pt x="58420" y="111760"/>
                  </a:lnTo>
                  <a:lnTo>
                    <a:pt x="59664" y="111760"/>
                  </a:lnTo>
                  <a:lnTo>
                    <a:pt x="59664" y="114300"/>
                  </a:lnTo>
                  <a:lnTo>
                    <a:pt x="60947" y="114300"/>
                  </a:lnTo>
                  <a:lnTo>
                    <a:pt x="60947" y="116840"/>
                  </a:lnTo>
                  <a:lnTo>
                    <a:pt x="186664" y="116840"/>
                  </a:lnTo>
                  <a:lnTo>
                    <a:pt x="186664" y="114300"/>
                  </a:lnTo>
                  <a:close/>
                </a:path>
              </a:pathLst>
            </a:custGeom>
            <a:solidFill>
              <a:srgbClr val="9C3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8336255" y="3387102"/>
              <a:ext cx="152400" cy="49530"/>
            </a:xfrm>
            <a:custGeom>
              <a:avLst/>
              <a:gdLst/>
              <a:ahLst/>
              <a:cxnLst/>
              <a:rect l="l" t="t" r="r" b="b"/>
              <a:pathLst>
                <a:path w="152400" h="49529">
                  <a:moveTo>
                    <a:pt x="152400" y="48260"/>
                  </a:moveTo>
                  <a:lnTo>
                    <a:pt x="151117" y="48260"/>
                  </a:lnTo>
                  <a:lnTo>
                    <a:pt x="151117" y="45720"/>
                  </a:lnTo>
                  <a:lnTo>
                    <a:pt x="149872" y="45720"/>
                  </a:lnTo>
                  <a:lnTo>
                    <a:pt x="149872" y="44450"/>
                  </a:lnTo>
                  <a:lnTo>
                    <a:pt x="148602" y="44450"/>
                  </a:lnTo>
                  <a:lnTo>
                    <a:pt x="148602" y="43180"/>
                  </a:lnTo>
                  <a:lnTo>
                    <a:pt x="148602" y="41910"/>
                  </a:lnTo>
                  <a:lnTo>
                    <a:pt x="147320" y="41910"/>
                  </a:lnTo>
                  <a:lnTo>
                    <a:pt x="147320" y="40640"/>
                  </a:lnTo>
                  <a:lnTo>
                    <a:pt x="147320" y="39370"/>
                  </a:lnTo>
                  <a:lnTo>
                    <a:pt x="146050" y="39370"/>
                  </a:lnTo>
                  <a:lnTo>
                    <a:pt x="146050" y="38100"/>
                  </a:lnTo>
                  <a:lnTo>
                    <a:pt x="146050" y="36830"/>
                  </a:lnTo>
                  <a:lnTo>
                    <a:pt x="144767" y="36830"/>
                  </a:lnTo>
                  <a:lnTo>
                    <a:pt x="144767" y="35560"/>
                  </a:lnTo>
                  <a:lnTo>
                    <a:pt x="144767" y="34290"/>
                  </a:lnTo>
                  <a:lnTo>
                    <a:pt x="143497" y="34290"/>
                  </a:lnTo>
                  <a:lnTo>
                    <a:pt x="143497" y="33020"/>
                  </a:lnTo>
                  <a:lnTo>
                    <a:pt x="142252" y="33020"/>
                  </a:lnTo>
                  <a:lnTo>
                    <a:pt x="142252" y="30480"/>
                  </a:lnTo>
                  <a:lnTo>
                    <a:pt x="140970" y="30480"/>
                  </a:lnTo>
                  <a:lnTo>
                    <a:pt x="140970" y="27940"/>
                  </a:lnTo>
                  <a:lnTo>
                    <a:pt x="139700" y="27940"/>
                  </a:lnTo>
                  <a:lnTo>
                    <a:pt x="139700" y="25400"/>
                  </a:lnTo>
                  <a:lnTo>
                    <a:pt x="138417" y="25400"/>
                  </a:lnTo>
                  <a:lnTo>
                    <a:pt x="138417" y="24130"/>
                  </a:lnTo>
                  <a:lnTo>
                    <a:pt x="138417" y="22860"/>
                  </a:lnTo>
                  <a:lnTo>
                    <a:pt x="137147" y="22860"/>
                  </a:lnTo>
                  <a:lnTo>
                    <a:pt x="137147" y="21590"/>
                  </a:lnTo>
                  <a:lnTo>
                    <a:pt x="137160" y="20320"/>
                  </a:lnTo>
                  <a:lnTo>
                    <a:pt x="135902" y="20320"/>
                  </a:lnTo>
                  <a:lnTo>
                    <a:pt x="135902" y="19050"/>
                  </a:lnTo>
                  <a:lnTo>
                    <a:pt x="134620" y="19050"/>
                  </a:lnTo>
                  <a:lnTo>
                    <a:pt x="134620" y="16510"/>
                  </a:lnTo>
                  <a:lnTo>
                    <a:pt x="133350" y="16510"/>
                  </a:lnTo>
                  <a:lnTo>
                    <a:pt x="133350" y="13970"/>
                  </a:lnTo>
                  <a:lnTo>
                    <a:pt x="132067" y="13970"/>
                  </a:lnTo>
                  <a:lnTo>
                    <a:pt x="132067" y="11430"/>
                  </a:lnTo>
                  <a:lnTo>
                    <a:pt x="130797" y="11430"/>
                  </a:lnTo>
                  <a:lnTo>
                    <a:pt x="130797" y="8890"/>
                  </a:lnTo>
                  <a:lnTo>
                    <a:pt x="129552" y="8890"/>
                  </a:lnTo>
                  <a:lnTo>
                    <a:pt x="129552" y="7620"/>
                  </a:lnTo>
                  <a:lnTo>
                    <a:pt x="128270" y="7620"/>
                  </a:lnTo>
                  <a:lnTo>
                    <a:pt x="128270" y="6350"/>
                  </a:lnTo>
                  <a:lnTo>
                    <a:pt x="128270" y="5080"/>
                  </a:lnTo>
                  <a:lnTo>
                    <a:pt x="127000" y="5080"/>
                  </a:lnTo>
                  <a:lnTo>
                    <a:pt x="127000" y="3810"/>
                  </a:lnTo>
                  <a:lnTo>
                    <a:pt x="127000" y="2540"/>
                  </a:lnTo>
                  <a:lnTo>
                    <a:pt x="125717" y="2540"/>
                  </a:lnTo>
                  <a:lnTo>
                    <a:pt x="125717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1270" y="2540"/>
                  </a:lnTo>
                  <a:lnTo>
                    <a:pt x="1270" y="3810"/>
                  </a:lnTo>
                  <a:lnTo>
                    <a:pt x="2552" y="3810"/>
                  </a:lnTo>
                  <a:lnTo>
                    <a:pt x="2552" y="5080"/>
                  </a:lnTo>
                  <a:lnTo>
                    <a:pt x="2552" y="6350"/>
                  </a:lnTo>
                  <a:lnTo>
                    <a:pt x="3822" y="6350"/>
                  </a:lnTo>
                  <a:lnTo>
                    <a:pt x="3822" y="7620"/>
                  </a:lnTo>
                  <a:lnTo>
                    <a:pt x="3822" y="8890"/>
                  </a:lnTo>
                  <a:lnTo>
                    <a:pt x="5067" y="8890"/>
                  </a:lnTo>
                  <a:lnTo>
                    <a:pt x="5067" y="11430"/>
                  </a:lnTo>
                  <a:lnTo>
                    <a:pt x="6350" y="11430"/>
                  </a:lnTo>
                  <a:lnTo>
                    <a:pt x="6350" y="13970"/>
                  </a:lnTo>
                  <a:lnTo>
                    <a:pt x="7620" y="13970"/>
                  </a:lnTo>
                  <a:lnTo>
                    <a:pt x="7620" y="16510"/>
                  </a:lnTo>
                  <a:lnTo>
                    <a:pt x="8902" y="16510"/>
                  </a:lnTo>
                  <a:lnTo>
                    <a:pt x="8902" y="19050"/>
                  </a:lnTo>
                  <a:lnTo>
                    <a:pt x="10172" y="19050"/>
                  </a:lnTo>
                  <a:lnTo>
                    <a:pt x="10172" y="20320"/>
                  </a:lnTo>
                  <a:lnTo>
                    <a:pt x="10172" y="21590"/>
                  </a:lnTo>
                  <a:lnTo>
                    <a:pt x="11417" y="21590"/>
                  </a:lnTo>
                  <a:lnTo>
                    <a:pt x="11417" y="22860"/>
                  </a:lnTo>
                  <a:lnTo>
                    <a:pt x="11417" y="24130"/>
                  </a:lnTo>
                  <a:lnTo>
                    <a:pt x="12700" y="24130"/>
                  </a:lnTo>
                  <a:lnTo>
                    <a:pt x="12700" y="25400"/>
                  </a:lnTo>
                  <a:lnTo>
                    <a:pt x="13970" y="25400"/>
                  </a:lnTo>
                  <a:lnTo>
                    <a:pt x="13970" y="27940"/>
                  </a:lnTo>
                  <a:lnTo>
                    <a:pt x="15252" y="27940"/>
                  </a:lnTo>
                  <a:lnTo>
                    <a:pt x="15252" y="30480"/>
                  </a:lnTo>
                  <a:lnTo>
                    <a:pt x="16522" y="30480"/>
                  </a:lnTo>
                  <a:lnTo>
                    <a:pt x="16522" y="33020"/>
                  </a:lnTo>
                  <a:lnTo>
                    <a:pt x="17767" y="33020"/>
                  </a:lnTo>
                  <a:lnTo>
                    <a:pt x="17767" y="34290"/>
                  </a:lnTo>
                  <a:lnTo>
                    <a:pt x="17767" y="35560"/>
                  </a:lnTo>
                  <a:lnTo>
                    <a:pt x="19050" y="35560"/>
                  </a:lnTo>
                  <a:lnTo>
                    <a:pt x="19050" y="36830"/>
                  </a:lnTo>
                  <a:lnTo>
                    <a:pt x="19050" y="38100"/>
                  </a:lnTo>
                  <a:lnTo>
                    <a:pt x="20320" y="38100"/>
                  </a:lnTo>
                  <a:lnTo>
                    <a:pt x="20320" y="39370"/>
                  </a:lnTo>
                  <a:lnTo>
                    <a:pt x="20320" y="40640"/>
                  </a:lnTo>
                  <a:lnTo>
                    <a:pt x="21602" y="40640"/>
                  </a:lnTo>
                  <a:lnTo>
                    <a:pt x="21602" y="41910"/>
                  </a:lnTo>
                  <a:lnTo>
                    <a:pt x="21602" y="43180"/>
                  </a:lnTo>
                  <a:lnTo>
                    <a:pt x="22872" y="43180"/>
                  </a:lnTo>
                  <a:lnTo>
                    <a:pt x="22872" y="44450"/>
                  </a:lnTo>
                  <a:lnTo>
                    <a:pt x="22872" y="45720"/>
                  </a:lnTo>
                  <a:lnTo>
                    <a:pt x="24117" y="45720"/>
                  </a:lnTo>
                  <a:lnTo>
                    <a:pt x="24117" y="48260"/>
                  </a:lnTo>
                  <a:lnTo>
                    <a:pt x="25400" y="48260"/>
                  </a:lnTo>
                  <a:lnTo>
                    <a:pt x="25400" y="49530"/>
                  </a:lnTo>
                  <a:lnTo>
                    <a:pt x="152400" y="49530"/>
                  </a:lnTo>
                  <a:lnTo>
                    <a:pt x="152400" y="48260"/>
                  </a:lnTo>
                  <a:close/>
                </a:path>
              </a:pathLst>
            </a:custGeom>
            <a:solidFill>
              <a:srgbClr val="9C3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8362925" y="3436632"/>
              <a:ext cx="190500" cy="118110"/>
            </a:xfrm>
            <a:custGeom>
              <a:avLst/>
              <a:gdLst/>
              <a:ahLst/>
              <a:cxnLst/>
              <a:rect l="l" t="t" r="r" b="b"/>
              <a:pathLst>
                <a:path w="190500" h="118110">
                  <a:moveTo>
                    <a:pt x="174002" y="86360"/>
                  </a:moveTo>
                  <a:lnTo>
                    <a:pt x="172732" y="86360"/>
                  </a:lnTo>
                  <a:lnTo>
                    <a:pt x="172732" y="85090"/>
                  </a:lnTo>
                  <a:lnTo>
                    <a:pt x="172732" y="83820"/>
                  </a:lnTo>
                  <a:lnTo>
                    <a:pt x="171450" y="83820"/>
                  </a:lnTo>
                  <a:lnTo>
                    <a:pt x="171450" y="82550"/>
                  </a:lnTo>
                  <a:lnTo>
                    <a:pt x="171450" y="81280"/>
                  </a:lnTo>
                  <a:lnTo>
                    <a:pt x="170180" y="81280"/>
                  </a:lnTo>
                  <a:lnTo>
                    <a:pt x="170180" y="80010"/>
                  </a:lnTo>
                  <a:lnTo>
                    <a:pt x="170180" y="78740"/>
                  </a:lnTo>
                  <a:lnTo>
                    <a:pt x="168897" y="78740"/>
                  </a:lnTo>
                  <a:lnTo>
                    <a:pt x="168897" y="77470"/>
                  </a:lnTo>
                  <a:lnTo>
                    <a:pt x="167652" y="77470"/>
                  </a:lnTo>
                  <a:lnTo>
                    <a:pt x="167652" y="74930"/>
                  </a:lnTo>
                  <a:lnTo>
                    <a:pt x="166382" y="74930"/>
                  </a:lnTo>
                  <a:lnTo>
                    <a:pt x="166382" y="72390"/>
                  </a:lnTo>
                  <a:lnTo>
                    <a:pt x="165100" y="72390"/>
                  </a:lnTo>
                  <a:lnTo>
                    <a:pt x="165100" y="69850"/>
                  </a:lnTo>
                  <a:lnTo>
                    <a:pt x="163830" y="69850"/>
                  </a:lnTo>
                  <a:lnTo>
                    <a:pt x="163830" y="67310"/>
                  </a:lnTo>
                  <a:lnTo>
                    <a:pt x="162547" y="67310"/>
                  </a:lnTo>
                  <a:lnTo>
                    <a:pt x="162547" y="66040"/>
                  </a:lnTo>
                  <a:lnTo>
                    <a:pt x="161302" y="66040"/>
                  </a:lnTo>
                  <a:lnTo>
                    <a:pt x="161302" y="63500"/>
                  </a:lnTo>
                  <a:lnTo>
                    <a:pt x="160032" y="63500"/>
                  </a:lnTo>
                  <a:lnTo>
                    <a:pt x="160032" y="60960"/>
                  </a:lnTo>
                  <a:lnTo>
                    <a:pt x="158750" y="60960"/>
                  </a:lnTo>
                  <a:lnTo>
                    <a:pt x="158750" y="58420"/>
                  </a:lnTo>
                  <a:lnTo>
                    <a:pt x="157480" y="58420"/>
                  </a:lnTo>
                  <a:lnTo>
                    <a:pt x="157480" y="55880"/>
                  </a:lnTo>
                  <a:lnTo>
                    <a:pt x="156197" y="55880"/>
                  </a:lnTo>
                  <a:lnTo>
                    <a:pt x="156197" y="54610"/>
                  </a:lnTo>
                  <a:lnTo>
                    <a:pt x="154952" y="54610"/>
                  </a:lnTo>
                  <a:lnTo>
                    <a:pt x="154952" y="53340"/>
                  </a:lnTo>
                  <a:lnTo>
                    <a:pt x="154952" y="52070"/>
                  </a:lnTo>
                  <a:lnTo>
                    <a:pt x="153682" y="52070"/>
                  </a:lnTo>
                  <a:lnTo>
                    <a:pt x="153682" y="50800"/>
                  </a:lnTo>
                  <a:lnTo>
                    <a:pt x="153682" y="49530"/>
                  </a:lnTo>
                  <a:lnTo>
                    <a:pt x="152400" y="49530"/>
                  </a:lnTo>
                  <a:lnTo>
                    <a:pt x="152400" y="48260"/>
                  </a:lnTo>
                  <a:lnTo>
                    <a:pt x="152400" y="46990"/>
                  </a:lnTo>
                  <a:lnTo>
                    <a:pt x="151130" y="46990"/>
                  </a:lnTo>
                  <a:lnTo>
                    <a:pt x="151130" y="45720"/>
                  </a:lnTo>
                  <a:lnTo>
                    <a:pt x="151130" y="44450"/>
                  </a:lnTo>
                  <a:lnTo>
                    <a:pt x="149847" y="44450"/>
                  </a:lnTo>
                  <a:lnTo>
                    <a:pt x="149847" y="43180"/>
                  </a:lnTo>
                  <a:lnTo>
                    <a:pt x="148602" y="43180"/>
                  </a:lnTo>
                  <a:lnTo>
                    <a:pt x="148602" y="41910"/>
                  </a:lnTo>
                  <a:lnTo>
                    <a:pt x="148602" y="40640"/>
                  </a:lnTo>
                  <a:lnTo>
                    <a:pt x="147332" y="40640"/>
                  </a:lnTo>
                  <a:lnTo>
                    <a:pt x="147332" y="39370"/>
                  </a:lnTo>
                  <a:lnTo>
                    <a:pt x="147332" y="38100"/>
                  </a:lnTo>
                  <a:lnTo>
                    <a:pt x="146050" y="38100"/>
                  </a:lnTo>
                  <a:lnTo>
                    <a:pt x="146050" y="36830"/>
                  </a:lnTo>
                  <a:lnTo>
                    <a:pt x="146050" y="35560"/>
                  </a:lnTo>
                  <a:lnTo>
                    <a:pt x="144780" y="35560"/>
                  </a:lnTo>
                  <a:lnTo>
                    <a:pt x="144780" y="34290"/>
                  </a:lnTo>
                  <a:lnTo>
                    <a:pt x="144780" y="33020"/>
                  </a:lnTo>
                  <a:lnTo>
                    <a:pt x="143497" y="33020"/>
                  </a:lnTo>
                  <a:lnTo>
                    <a:pt x="143497" y="31750"/>
                  </a:lnTo>
                  <a:lnTo>
                    <a:pt x="142252" y="31750"/>
                  </a:lnTo>
                  <a:lnTo>
                    <a:pt x="142252" y="29210"/>
                  </a:lnTo>
                  <a:lnTo>
                    <a:pt x="140982" y="29210"/>
                  </a:lnTo>
                  <a:lnTo>
                    <a:pt x="140982" y="26670"/>
                  </a:lnTo>
                  <a:lnTo>
                    <a:pt x="139700" y="26670"/>
                  </a:lnTo>
                  <a:lnTo>
                    <a:pt x="139700" y="24130"/>
                  </a:lnTo>
                  <a:lnTo>
                    <a:pt x="138430" y="24130"/>
                  </a:lnTo>
                  <a:lnTo>
                    <a:pt x="138430" y="21590"/>
                  </a:lnTo>
                  <a:lnTo>
                    <a:pt x="137147" y="21590"/>
                  </a:lnTo>
                  <a:lnTo>
                    <a:pt x="137147" y="20320"/>
                  </a:lnTo>
                  <a:lnTo>
                    <a:pt x="137147" y="19050"/>
                  </a:lnTo>
                  <a:lnTo>
                    <a:pt x="135902" y="19050"/>
                  </a:lnTo>
                  <a:lnTo>
                    <a:pt x="135902" y="17780"/>
                  </a:lnTo>
                  <a:lnTo>
                    <a:pt x="134632" y="17780"/>
                  </a:lnTo>
                  <a:lnTo>
                    <a:pt x="134632" y="15240"/>
                  </a:lnTo>
                  <a:lnTo>
                    <a:pt x="133350" y="15240"/>
                  </a:lnTo>
                  <a:lnTo>
                    <a:pt x="133350" y="12700"/>
                  </a:lnTo>
                  <a:lnTo>
                    <a:pt x="132080" y="12700"/>
                  </a:lnTo>
                  <a:lnTo>
                    <a:pt x="132080" y="10160"/>
                  </a:lnTo>
                  <a:lnTo>
                    <a:pt x="130797" y="10160"/>
                  </a:lnTo>
                  <a:lnTo>
                    <a:pt x="130797" y="7620"/>
                  </a:lnTo>
                  <a:lnTo>
                    <a:pt x="129552" y="7620"/>
                  </a:lnTo>
                  <a:lnTo>
                    <a:pt x="129552" y="6350"/>
                  </a:lnTo>
                  <a:lnTo>
                    <a:pt x="128282" y="6350"/>
                  </a:lnTo>
                  <a:lnTo>
                    <a:pt x="128282" y="5080"/>
                  </a:lnTo>
                  <a:lnTo>
                    <a:pt x="128282" y="3810"/>
                  </a:lnTo>
                  <a:lnTo>
                    <a:pt x="127000" y="3810"/>
                  </a:lnTo>
                  <a:lnTo>
                    <a:pt x="127000" y="2540"/>
                  </a:lnTo>
                  <a:lnTo>
                    <a:pt x="127000" y="1270"/>
                  </a:lnTo>
                  <a:lnTo>
                    <a:pt x="125730" y="1270"/>
                  </a:lnTo>
                  <a:lnTo>
                    <a:pt x="125730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1282" y="2540"/>
                  </a:lnTo>
                  <a:lnTo>
                    <a:pt x="1282" y="3810"/>
                  </a:lnTo>
                  <a:lnTo>
                    <a:pt x="1282" y="5080"/>
                  </a:lnTo>
                  <a:lnTo>
                    <a:pt x="2552" y="5080"/>
                  </a:lnTo>
                  <a:lnTo>
                    <a:pt x="2552" y="6350"/>
                  </a:lnTo>
                  <a:lnTo>
                    <a:pt x="2552" y="7620"/>
                  </a:lnTo>
                  <a:lnTo>
                    <a:pt x="3797" y="7620"/>
                  </a:lnTo>
                  <a:lnTo>
                    <a:pt x="3797" y="10160"/>
                  </a:lnTo>
                  <a:lnTo>
                    <a:pt x="5080" y="10160"/>
                  </a:lnTo>
                  <a:lnTo>
                    <a:pt x="5080" y="12700"/>
                  </a:lnTo>
                  <a:lnTo>
                    <a:pt x="6350" y="12700"/>
                  </a:lnTo>
                  <a:lnTo>
                    <a:pt x="6350" y="15240"/>
                  </a:lnTo>
                  <a:lnTo>
                    <a:pt x="7632" y="15240"/>
                  </a:lnTo>
                  <a:lnTo>
                    <a:pt x="7632" y="17780"/>
                  </a:lnTo>
                  <a:lnTo>
                    <a:pt x="8902" y="17780"/>
                  </a:lnTo>
                  <a:lnTo>
                    <a:pt x="8902" y="19050"/>
                  </a:lnTo>
                  <a:lnTo>
                    <a:pt x="8902" y="20320"/>
                  </a:lnTo>
                  <a:lnTo>
                    <a:pt x="10147" y="20320"/>
                  </a:lnTo>
                  <a:lnTo>
                    <a:pt x="10147" y="21590"/>
                  </a:lnTo>
                  <a:lnTo>
                    <a:pt x="11430" y="21590"/>
                  </a:lnTo>
                  <a:lnTo>
                    <a:pt x="11430" y="24130"/>
                  </a:lnTo>
                  <a:lnTo>
                    <a:pt x="12700" y="24130"/>
                  </a:lnTo>
                  <a:lnTo>
                    <a:pt x="12700" y="26670"/>
                  </a:lnTo>
                  <a:lnTo>
                    <a:pt x="13982" y="26670"/>
                  </a:lnTo>
                  <a:lnTo>
                    <a:pt x="13982" y="29210"/>
                  </a:lnTo>
                  <a:lnTo>
                    <a:pt x="15252" y="29210"/>
                  </a:lnTo>
                  <a:lnTo>
                    <a:pt x="15252" y="31750"/>
                  </a:lnTo>
                  <a:lnTo>
                    <a:pt x="16497" y="31750"/>
                  </a:lnTo>
                  <a:lnTo>
                    <a:pt x="16497" y="33020"/>
                  </a:lnTo>
                  <a:lnTo>
                    <a:pt x="16497" y="34290"/>
                  </a:lnTo>
                  <a:lnTo>
                    <a:pt x="17780" y="34290"/>
                  </a:lnTo>
                  <a:lnTo>
                    <a:pt x="17780" y="35560"/>
                  </a:lnTo>
                  <a:lnTo>
                    <a:pt x="17780" y="36830"/>
                  </a:lnTo>
                  <a:lnTo>
                    <a:pt x="19050" y="36830"/>
                  </a:lnTo>
                  <a:lnTo>
                    <a:pt x="19050" y="38100"/>
                  </a:lnTo>
                  <a:lnTo>
                    <a:pt x="19050" y="39370"/>
                  </a:lnTo>
                  <a:lnTo>
                    <a:pt x="20332" y="39370"/>
                  </a:lnTo>
                  <a:lnTo>
                    <a:pt x="20332" y="40640"/>
                  </a:lnTo>
                  <a:lnTo>
                    <a:pt x="20332" y="41910"/>
                  </a:lnTo>
                  <a:lnTo>
                    <a:pt x="21602" y="41910"/>
                  </a:lnTo>
                  <a:lnTo>
                    <a:pt x="21602" y="43180"/>
                  </a:lnTo>
                  <a:lnTo>
                    <a:pt x="22847" y="43180"/>
                  </a:lnTo>
                  <a:lnTo>
                    <a:pt x="22847" y="44450"/>
                  </a:lnTo>
                  <a:lnTo>
                    <a:pt x="22847" y="45720"/>
                  </a:lnTo>
                  <a:lnTo>
                    <a:pt x="24130" y="45720"/>
                  </a:lnTo>
                  <a:lnTo>
                    <a:pt x="24130" y="46990"/>
                  </a:lnTo>
                  <a:lnTo>
                    <a:pt x="24130" y="48260"/>
                  </a:lnTo>
                  <a:lnTo>
                    <a:pt x="25400" y="48260"/>
                  </a:lnTo>
                  <a:lnTo>
                    <a:pt x="25400" y="49530"/>
                  </a:lnTo>
                  <a:lnTo>
                    <a:pt x="25400" y="50800"/>
                  </a:lnTo>
                  <a:lnTo>
                    <a:pt x="26682" y="50800"/>
                  </a:lnTo>
                  <a:lnTo>
                    <a:pt x="26682" y="52070"/>
                  </a:lnTo>
                  <a:lnTo>
                    <a:pt x="26682" y="53340"/>
                  </a:lnTo>
                  <a:lnTo>
                    <a:pt x="27952" y="53340"/>
                  </a:lnTo>
                  <a:lnTo>
                    <a:pt x="27952" y="54610"/>
                  </a:lnTo>
                  <a:lnTo>
                    <a:pt x="27952" y="55880"/>
                  </a:lnTo>
                  <a:lnTo>
                    <a:pt x="29197" y="55880"/>
                  </a:lnTo>
                  <a:lnTo>
                    <a:pt x="29197" y="58420"/>
                  </a:lnTo>
                  <a:lnTo>
                    <a:pt x="30480" y="58420"/>
                  </a:lnTo>
                  <a:lnTo>
                    <a:pt x="30480" y="60960"/>
                  </a:lnTo>
                  <a:lnTo>
                    <a:pt x="31750" y="60960"/>
                  </a:lnTo>
                  <a:lnTo>
                    <a:pt x="31750" y="63500"/>
                  </a:lnTo>
                  <a:lnTo>
                    <a:pt x="33032" y="63500"/>
                  </a:lnTo>
                  <a:lnTo>
                    <a:pt x="33032" y="66040"/>
                  </a:lnTo>
                  <a:lnTo>
                    <a:pt x="34302" y="66040"/>
                  </a:lnTo>
                  <a:lnTo>
                    <a:pt x="34302" y="67310"/>
                  </a:lnTo>
                  <a:lnTo>
                    <a:pt x="35547" y="67310"/>
                  </a:lnTo>
                  <a:lnTo>
                    <a:pt x="35547" y="69850"/>
                  </a:lnTo>
                  <a:lnTo>
                    <a:pt x="36830" y="69850"/>
                  </a:lnTo>
                  <a:lnTo>
                    <a:pt x="36830" y="72390"/>
                  </a:lnTo>
                  <a:lnTo>
                    <a:pt x="38100" y="72390"/>
                  </a:lnTo>
                  <a:lnTo>
                    <a:pt x="38100" y="74930"/>
                  </a:lnTo>
                  <a:lnTo>
                    <a:pt x="39382" y="74930"/>
                  </a:lnTo>
                  <a:lnTo>
                    <a:pt x="39382" y="77470"/>
                  </a:lnTo>
                  <a:lnTo>
                    <a:pt x="40652" y="77470"/>
                  </a:lnTo>
                  <a:lnTo>
                    <a:pt x="40652" y="78740"/>
                  </a:lnTo>
                  <a:lnTo>
                    <a:pt x="40652" y="80010"/>
                  </a:lnTo>
                  <a:lnTo>
                    <a:pt x="41897" y="80010"/>
                  </a:lnTo>
                  <a:lnTo>
                    <a:pt x="41897" y="81280"/>
                  </a:lnTo>
                  <a:lnTo>
                    <a:pt x="41897" y="82550"/>
                  </a:lnTo>
                  <a:lnTo>
                    <a:pt x="43180" y="82550"/>
                  </a:lnTo>
                  <a:lnTo>
                    <a:pt x="43180" y="83820"/>
                  </a:lnTo>
                  <a:lnTo>
                    <a:pt x="43180" y="85090"/>
                  </a:lnTo>
                  <a:lnTo>
                    <a:pt x="44450" y="85090"/>
                  </a:lnTo>
                  <a:lnTo>
                    <a:pt x="44450" y="86360"/>
                  </a:lnTo>
                  <a:lnTo>
                    <a:pt x="44450" y="87630"/>
                  </a:lnTo>
                  <a:lnTo>
                    <a:pt x="174002" y="87630"/>
                  </a:lnTo>
                  <a:lnTo>
                    <a:pt x="174002" y="86360"/>
                  </a:lnTo>
                  <a:close/>
                </a:path>
                <a:path w="190500" h="118110">
                  <a:moveTo>
                    <a:pt x="175247" y="88887"/>
                  </a:moveTo>
                  <a:lnTo>
                    <a:pt x="47002" y="88887"/>
                  </a:lnTo>
                  <a:lnTo>
                    <a:pt x="47002" y="91414"/>
                  </a:lnTo>
                  <a:lnTo>
                    <a:pt x="175247" y="91414"/>
                  </a:lnTo>
                  <a:lnTo>
                    <a:pt x="175247" y="88887"/>
                  </a:lnTo>
                  <a:close/>
                </a:path>
                <a:path w="190500" h="118110">
                  <a:moveTo>
                    <a:pt x="186702" y="109220"/>
                  </a:moveTo>
                  <a:lnTo>
                    <a:pt x="185432" y="109220"/>
                  </a:lnTo>
                  <a:lnTo>
                    <a:pt x="185432" y="106667"/>
                  </a:lnTo>
                  <a:lnTo>
                    <a:pt x="184150" y="106667"/>
                  </a:lnTo>
                  <a:lnTo>
                    <a:pt x="184150" y="104114"/>
                  </a:lnTo>
                  <a:lnTo>
                    <a:pt x="182880" y="104114"/>
                  </a:lnTo>
                  <a:lnTo>
                    <a:pt x="182880" y="102870"/>
                  </a:lnTo>
                  <a:lnTo>
                    <a:pt x="181597" y="102870"/>
                  </a:lnTo>
                  <a:lnTo>
                    <a:pt x="181597" y="101600"/>
                  </a:lnTo>
                  <a:lnTo>
                    <a:pt x="181597" y="100330"/>
                  </a:lnTo>
                  <a:lnTo>
                    <a:pt x="180352" y="100330"/>
                  </a:lnTo>
                  <a:lnTo>
                    <a:pt x="180352" y="99060"/>
                  </a:lnTo>
                  <a:lnTo>
                    <a:pt x="180352" y="97790"/>
                  </a:lnTo>
                  <a:lnTo>
                    <a:pt x="179082" y="97790"/>
                  </a:lnTo>
                  <a:lnTo>
                    <a:pt x="179082" y="96520"/>
                  </a:lnTo>
                  <a:lnTo>
                    <a:pt x="179082" y="95250"/>
                  </a:lnTo>
                  <a:lnTo>
                    <a:pt x="177800" y="95250"/>
                  </a:lnTo>
                  <a:lnTo>
                    <a:pt x="177800" y="93980"/>
                  </a:lnTo>
                  <a:lnTo>
                    <a:pt x="177800" y="92710"/>
                  </a:lnTo>
                  <a:lnTo>
                    <a:pt x="176530" y="92710"/>
                  </a:lnTo>
                  <a:lnTo>
                    <a:pt x="176530" y="91440"/>
                  </a:lnTo>
                  <a:lnTo>
                    <a:pt x="48247" y="91440"/>
                  </a:lnTo>
                  <a:lnTo>
                    <a:pt x="48247" y="92710"/>
                  </a:lnTo>
                  <a:lnTo>
                    <a:pt x="48247" y="93980"/>
                  </a:lnTo>
                  <a:lnTo>
                    <a:pt x="49530" y="93980"/>
                  </a:lnTo>
                  <a:lnTo>
                    <a:pt x="49530" y="95250"/>
                  </a:lnTo>
                  <a:lnTo>
                    <a:pt x="49530" y="96520"/>
                  </a:lnTo>
                  <a:lnTo>
                    <a:pt x="50800" y="96520"/>
                  </a:lnTo>
                  <a:lnTo>
                    <a:pt x="50800" y="97790"/>
                  </a:lnTo>
                  <a:lnTo>
                    <a:pt x="50800" y="99060"/>
                  </a:lnTo>
                  <a:lnTo>
                    <a:pt x="52082" y="99060"/>
                  </a:lnTo>
                  <a:lnTo>
                    <a:pt x="52082" y="100330"/>
                  </a:lnTo>
                  <a:lnTo>
                    <a:pt x="52082" y="101600"/>
                  </a:lnTo>
                  <a:lnTo>
                    <a:pt x="53352" y="101600"/>
                  </a:lnTo>
                  <a:lnTo>
                    <a:pt x="53352" y="102870"/>
                  </a:lnTo>
                  <a:lnTo>
                    <a:pt x="53352" y="104140"/>
                  </a:lnTo>
                  <a:lnTo>
                    <a:pt x="54597" y="104140"/>
                  </a:lnTo>
                  <a:lnTo>
                    <a:pt x="54597" y="106667"/>
                  </a:lnTo>
                  <a:lnTo>
                    <a:pt x="55880" y="106667"/>
                  </a:lnTo>
                  <a:lnTo>
                    <a:pt x="55880" y="109220"/>
                  </a:lnTo>
                  <a:lnTo>
                    <a:pt x="57150" y="109220"/>
                  </a:lnTo>
                  <a:lnTo>
                    <a:pt x="57150" y="111747"/>
                  </a:lnTo>
                  <a:lnTo>
                    <a:pt x="186702" y="111747"/>
                  </a:lnTo>
                  <a:lnTo>
                    <a:pt x="186702" y="109220"/>
                  </a:lnTo>
                  <a:close/>
                </a:path>
                <a:path w="190500" h="118110">
                  <a:moveTo>
                    <a:pt x="190500" y="115570"/>
                  </a:moveTo>
                  <a:lnTo>
                    <a:pt x="189230" y="115570"/>
                  </a:lnTo>
                  <a:lnTo>
                    <a:pt x="189230" y="114300"/>
                  </a:lnTo>
                  <a:lnTo>
                    <a:pt x="187947" y="114300"/>
                  </a:lnTo>
                  <a:lnTo>
                    <a:pt x="187947" y="113030"/>
                  </a:lnTo>
                  <a:lnTo>
                    <a:pt x="187947" y="111760"/>
                  </a:lnTo>
                  <a:lnTo>
                    <a:pt x="58432" y="111760"/>
                  </a:lnTo>
                  <a:lnTo>
                    <a:pt x="58432" y="113030"/>
                  </a:lnTo>
                  <a:lnTo>
                    <a:pt x="59702" y="113030"/>
                  </a:lnTo>
                  <a:lnTo>
                    <a:pt x="59702" y="114300"/>
                  </a:lnTo>
                  <a:lnTo>
                    <a:pt x="59702" y="115570"/>
                  </a:lnTo>
                  <a:lnTo>
                    <a:pt x="60947" y="115570"/>
                  </a:lnTo>
                  <a:lnTo>
                    <a:pt x="60947" y="118097"/>
                  </a:lnTo>
                  <a:lnTo>
                    <a:pt x="190500" y="118097"/>
                  </a:lnTo>
                  <a:lnTo>
                    <a:pt x="190500" y="115570"/>
                  </a:lnTo>
                  <a:close/>
                </a:path>
              </a:pathLst>
            </a:custGeom>
            <a:solidFill>
              <a:srgbClr val="9A3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8407375" y="3522992"/>
              <a:ext cx="171450" cy="77470"/>
            </a:xfrm>
            <a:custGeom>
              <a:avLst/>
              <a:gdLst/>
              <a:ahLst/>
              <a:cxnLst/>
              <a:rect l="l" t="t" r="r" b="b"/>
              <a:pathLst>
                <a:path w="171450" h="77470">
                  <a:moveTo>
                    <a:pt x="12955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1282" y="1270"/>
                  </a:lnTo>
                  <a:lnTo>
                    <a:pt x="1282" y="2540"/>
                  </a:lnTo>
                  <a:lnTo>
                    <a:pt x="129552" y="2540"/>
                  </a:lnTo>
                  <a:lnTo>
                    <a:pt x="129552" y="1270"/>
                  </a:lnTo>
                  <a:lnTo>
                    <a:pt x="129552" y="0"/>
                  </a:lnTo>
                  <a:close/>
                </a:path>
                <a:path w="171450" h="77470">
                  <a:moveTo>
                    <a:pt x="149847" y="36804"/>
                  </a:moveTo>
                  <a:lnTo>
                    <a:pt x="148602" y="36804"/>
                  </a:lnTo>
                  <a:lnTo>
                    <a:pt x="148602" y="34277"/>
                  </a:lnTo>
                  <a:lnTo>
                    <a:pt x="147332" y="34277"/>
                  </a:lnTo>
                  <a:lnTo>
                    <a:pt x="147332" y="31737"/>
                  </a:lnTo>
                  <a:lnTo>
                    <a:pt x="17780" y="31737"/>
                  </a:lnTo>
                  <a:lnTo>
                    <a:pt x="17780" y="34277"/>
                  </a:lnTo>
                  <a:lnTo>
                    <a:pt x="19050" y="34277"/>
                  </a:lnTo>
                  <a:lnTo>
                    <a:pt x="19050" y="36804"/>
                  </a:lnTo>
                  <a:lnTo>
                    <a:pt x="20332" y="36804"/>
                  </a:lnTo>
                  <a:lnTo>
                    <a:pt x="20332" y="39357"/>
                  </a:lnTo>
                  <a:lnTo>
                    <a:pt x="149847" y="39357"/>
                  </a:lnTo>
                  <a:lnTo>
                    <a:pt x="149847" y="36804"/>
                  </a:lnTo>
                  <a:close/>
                </a:path>
                <a:path w="171450" h="77470">
                  <a:moveTo>
                    <a:pt x="170180" y="73660"/>
                  </a:moveTo>
                  <a:lnTo>
                    <a:pt x="168897" y="73660"/>
                  </a:lnTo>
                  <a:lnTo>
                    <a:pt x="168897" y="71107"/>
                  </a:lnTo>
                  <a:lnTo>
                    <a:pt x="167652" y="71107"/>
                  </a:lnTo>
                  <a:lnTo>
                    <a:pt x="167652" y="68554"/>
                  </a:lnTo>
                  <a:lnTo>
                    <a:pt x="166382" y="68554"/>
                  </a:lnTo>
                  <a:lnTo>
                    <a:pt x="166382" y="66027"/>
                  </a:lnTo>
                  <a:lnTo>
                    <a:pt x="165100" y="66027"/>
                  </a:lnTo>
                  <a:lnTo>
                    <a:pt x="165100" y="64757"/>
                  </a:lnTo>
                  <a:lnTo>
                    <a:pt x="163830" y="64757"/>
                  </a:lnTo>
                  <a:lnTo>
                    <a:pt x="163830" y="62204"/>
                  </a:lnTo>
                  <a:lnTo>
                    <a:pt x="162547" y="62204"/>
                  </a:lnTo>
                  <a:lnTo>
                    <a:pt x="162547" y="59677"/>
                  </a:lnTo>
                  <a:lnTo>
                    <a:pt x="161302" y="59677"/>
                  </a:lnTo>
                  <a:lnTo>
                    <a:pt x="161302" y="57137"/>
                  </a:lnTo>
                  <a:lnTo>
                    <a:pt x="160032" y="57137"/>
                  </a:lnTo>
                  <a:lnTo>
                    <a:pt x="160032" y="55880"/>
                  </a:lnTo>
                  <a:lnTo>
                    <a:pt x="160032" y="54610"/>
                  </a:lnTo>
                  <a:lnTo>
                    <a:pt x="158750" y="54610"/>
                  </a:lnTo>
                  <a:lnTo>
                    <a:pt x="158750" y="53327"/>
                  </a:lnTo>
                  <a:lnTo>
                    <a:pt x="157480" y="53327"/>
                  </a:lnTo>
                  <a:lnTo>
                    <a:pt x="157480" y="52070"/>
                  </a:lnTo>
                  <a:lnTo>
                    <a:pt x="157480" y="50800"/>
                  </a:lnTo>
                  <a:lnTo>
                    <a:pt x="156197" y="50800"/>
                  </a:lnTo>
                  <a:lnTo>
                    <a:pt x="156197" y="49530"/>
                  </a:lnTo>
                  <a:lnTo>
                    <a:pt x="156197" y="48260"/>
                  </a:lnTo>
                  <a:lnTo>
                    <a:pt x="154952" y="48260"/>
                  </a:lnTo>
                  <a:lnTo>
                    <a:pt x="154952" y="46990"/>
                  </a:lnTo>
                  <a:lnTo>
                    <a:pt x="154952" y="45720"/>
                  </a:lnTo>
                  <a:lnTo>
                    <a:pt x="153682" y="45720"/>
                  </a:lnTo>
                  <a:lnTo>
                    <a:pt x="153682" y="44450"/>
                  </a:lnTo>
                  <a:lnTo>
                    <a:pt x="153682" y="43180"/>
                  </a:lnTo>
                  <a:lnTo>
                    <a:pt x="152400" y="43180"/>
                  </a:lnTo>
                  <a:lnTo>
                    <a:pt x="152400" y="41910"/>
                  </a:lnTo>
                  <a:lnTo>
                    <a:pt x="152400" y="40640"/>
                  </a:lnTo>
                  <a:lnTo>
                    <a:pt x="151130" y="40640"/>
                  </a:lnTo>
                  <a:lnTo>
                    <a:pt x="151130" y="39370"/>
                  </a:lnTo>
                  <a:lnTo>
                    <a:pt x="21602" y="39370"/>
                  </a:lnTo>
                  <a:lnTo>
                    <a:pt x="21602" y="40640"/>
                  </a:lnTo>
                  <a:lnTo>
                    <a:pt x="21602" y="41910"/>
                  </a:lnTo>
                  <a:lnTo>
                    <a:pt x="22847" y="41910"/>
                  </a:lnTo>
                  <a:lnTo>
                    <a:pt x="22847" y="43180"/>
                  </a:lnTo>
                  <a:lnTo>
                    <a:pt x="22847" y="44450"/>
                  </a:lnTo>
                  <a:lnTo>
                    <a:pt x="24130" y="44450"/>
                  </a:lnTo>
                  <a:lnTo>
                    <a:pt x="24130" y="45720"/>
                  </a:lnTo>
                  <a:lnTo>
                    <a:pt x="24130" y="46990"/>
                  </a:lnTo>
                  <a:lnTo>
                    <a:pt x="25400" y="46990"/>
                  </a:lnTo>
                  <a:lnTo>
                    <a:pt x="25400" y="48260"/>
                  </a:lnTo>
                  <a:lnTo>
                    <a:pt x="29197" y="48260"/>
                  </a:lnTo>
                  <a:lnTo>
                    <a:pt x="29197" y="49530"/>
                  </a:lnTo>
                  <a:lnTo>
                    <a:pt x="35547" y="49530"/>
                  </a:lnTo>
                  <a:lnTo>
                    <a:pt x="35547" y="50800"/>
                  </a:lnTo>
                  <a:lnTo>
                    <a:pt x="41897" y="50800"/>
                  </a:lnTo>
                  <a:lnTo>
                    <a:pt x="41897" y="52070"/>
                  </a:lnTo>
                  <a:lnTo>
                    <a:pt x="48247" y="52070"/>
                  </a:lnTo>
                  <a:lnTo>
                    <a:pt x="48247" y="53340"/>
                  </a:lnTo>
                  <a:lnTo>
                    <a:pt x="54597" y="53340"/>
                  </a:lnTo>
                  <a:lnTo>
                    <a:pt x="54597" y="54610"/>
                  </a:lnTo>
                  <a:lnTo>
                    <a:pt x="60947" y="54610"/>
                  </a:lnTo>
                  <a:lnTo>
                    <a:pt x="60947" y="55880"/>
                  </a:lnTo>
                  <a:lnTo>
                    <a:pt x="67297" y="55880"/>
                  </a:lnTo>
                  <a:lnTo>
                    <a:pt x="67297" y="57150"/>
                  </a:lnTo>
                  <a:lnTo>
                    <a:pt x="73647" y="57150"/>
                  </a:lnTo>
                  <a:lnTo>
                    <a:pt x="73647" y="58407"/>
                  </a:lnTo>
                  <a:lnTo>
                    <a:pt x="79997" y="58407"/>
                  </a:lnTo>
                  <a:lnTo>
                    <a:pt x="79997" y="59677"/>
                  </a:lnTo>
                  <a:lnTo>
                    <a:pt x="86347" y="59677"/>
                  </a:lnTo>
                  <a:lnTo>
                    <a:pt x="86347" y="60960"/>
                  </a:lnTo>
                  <a:lnTo>
                    <a:pt x="92697" y="60960"/>
                  </a:lnTo>
                  <a:lnTo>
                    <a:pt x="92697" y="62204"/>
                  </a:lnTo>
                  <a:lnTo>
                    <a:pt x="97802" y="62204"/>
                  </a:lnTo>
                  <a:lnTo>
                    <a:pt x="97802" y="63487"/>
                  </a:lnTo>
                  <a:lnTo>
                    <a:pt x="104152" y="63487"/>
                  </a:lnTo>
                  <a:lnTo>
                    <a:pt x="104152" y="64757"/>
                  </a:lnTo>
                  <a:lnTo>
                    <a:pt x="110502" y="64757"/>
                  </a:lnTo>
                  <a:lnTo>
                    <a:pt x="110502" y="66027"/>
                  </a:lnTo>
                  <a:lnTo>
                    <a:pt x="116852" y="66027"/>
                  </a:lnTo>
                  <a:lnTo>
                    <a:pt x="116852" y="67310"/>
                  </a:lnTo>
                  <a:lnTo>
                    <a:pt x="123202" y="67310"/>
                  </a:lnTo>
                  <a:lnTo>
                    <a:pt x="123202" y="68554"/>
                  </a:lnTo>
                  <a:lnTo>
                    <a:pt x="129552" y="68554"/>
                  </a:lnTo>
                  <a:lnTo>
                    <a:pt x="129552" y="69837"/>
                  </a:lnTo>
                  <a:lnTo>
                    <a:pt x="135902" y="69837"/>
                  </a:lnTo>
                  <a:lnTo>
                    <a:pt x="135902" y="71107"/>
                  </a:lnTo>
                  <a:lnTo>
                    <a:pt x="142252" y="71107"/>
                  </a:lnTo>
                  <a:lnTo>
                    <a:pt x="142252" y="72377"/>
                  </a:lnTo>
                  <a:lnTo>
                    <a:pt x="148602" y="72377"/>
                  </a:lnTo>
                  <a:lnTo>
                    <a:pt x="148602" y="73660"/>
                  </a:lnTo>
                  <a:lnTo>
                    <a:pt x="154952" y="73660"/>
                  </a:lnTo>
                  <a:lnTo>
                    <a:pt x="154952" y="74904"/>
                  </a:lnTo>
                  <a:lnTo>
                    <a:pt x="161302" y="74904"/>
                  </a:lnTo>
                  <a:lnTo>
                    <a:pt x="161302" y="76187"/>
                  </a:lnTo>
                  <a:lnTo>
                    <a:pt x="170180" y="76187"/>
                  </a:lnTo>
                  <a:lnTo>
                    <a:pt x="170180" y="73660"/>
                  </a:lnTo>
                  <a:close/>
                </a:path>
                <a:path w="171450" h="77470">
                  <a:moveTo>
                    <a:pt x="171450" y="76187"/>
                  </a:moveTo>
                  <a:lnTo>
                    <a:pt x="170180" y="76187"/>
                  </a:lnTo>
                  <a:lnTo>
                    <a:pt x="170180" y="77457"/>
                  </a:lnTo>
                  <a:lnTo>
                    <a:pt x="171450" y="77457"/>
                  </a:lnTo>
                  <a:lnTo>
                    <a:pt x="171450" y="76187"/>
                  </a:lnTo>
                  <a:close/>
                </a:path>
              </a:pathLst>
            </a:custGeom>
            <a:solidFill>
              <a:srgbClr val="9A3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5" name="object 355"/>
          <p:cNvSpPr/>
          <p:nvPr/>
        </p:nvSpPr>
        <p:spPr>
          <a:xfrm>
            <a:off x="6797027" y="3809"/>
            <a:ext cx="95250" cy="83820"/>
          </a:xfrm>
          <a:custGeom>
            <a:avLst/>
            <a:gdLst/>
            <a:ahLst/>
            <a:cxnLst/>
            <a:rect l="l" t="t" r="r" b="b"/>
            <a:pathLst>
              <a:path w="95250" h="83820">
                <a:moveTo>
                  <a:pt x="60947" y="3810"/>
                </a:moveTo>
                <a:lnTo>
                  <a:pt x="59677" y="3810"/>
                </a:lnTo>
                <a:lnTo>
                  <a:pt x="59677" y="0"/>
                </a:lnTo>
                <a:lnTo>
                  <a:pt x="0" y="0"/>
                </a:lnTo>
                <a:lnTo>
                  <a:pt x="0" y="3810"/>
                </a:lnTo>
                <a:lnTo>
                  <a:pt x="1257" y="3810"/>
                </a:lnTo>
                <a:lnTo>
                  <a:pt x="1257" y="6350"/>
                </a:lnTo>
                <a:lnTo>
                  <a:pt x="2527" y="6350"/>
                </a:lnTo>
                <a:lnTo>
                  <a:pt x="2527" y="5080"/>
                </a:lnTo>
                <a:lnTo>
                  <a:pt x="60947" y="5080"/>
                </a:lnTo>
                <a:lnTo>
                  <a:pt x="60947" y="3810"/>
                </a:lnTo>
                <a:close/>
              </a:path>
              <a:path w="95250" h="83820">
                <a:moveTo>
                  <a:pt x="63500" y="10160"/>
                </a:moveTo>
                <a:lnTo>
                  <a:pt x="62230" y="10160"/>
                </a:lnTo>
                <a:lnTo>
                  <a:pt x="62230" y="5080"/>
                </a:lnTo>
                <a:lnTo>
                  <a:pt x="60947" y="5080"/>
                </a:lnTo>
                <a:lnTo>
                  <a:pt x="60947" y="6350"/>
                </a:lnTo>
                <a:lnTo>
                  <a:pt x="2527" y="6350"/>
                </a:lnTo>
                <a:lnTo>
                  <a:pt x="2527" y="10160"/>
                </a:lnTo>
                <a:lnTo>
                  <a:pt x="3797" y="10160"/>
                </a:lnTo>
                <a:lnTo>
                  <a:pt x="3797" y="12700"/>
                </a:lnTo>
                <a:lnTo>
                  <a:pt x="5080" y="12700"/>
                </a:lnTo>
                <a:lnTo>
                  <a:pt x="5080" y="11430"/>
                </a:lnTo>
                <a:lnTo>
                  <a:pt x="63500" y="11430"/>
                </a:lnTo>
                <a:lnTo>
                  <a:pt x="63500" y="10160"/>
                </a:lnTo>
                <a:close/>
              </a:path>
              <a:path w="95250" h="83820">
                <a:moveTo>
                  <a:pt x="66027" y="13970"/>
                </a:moveTo>
                <a:lnTo>
                  <a:pt x="64757" y="13970"/>
                </a:lnTo>
                <a:lnTo>
                  <a:pt x="64757" y="11430"/>
                </a:lnTo>
                <a:lnTo>
                  <a:pt x="63500" y="11430"/>
                </a:lnTo>
                <a:lnTo>
                  <a:pt x="63500" y="12700"/>
                </a:lnTo>
                <a:lnTo>
                  <a:pt x="5080" y="12700"/>
                </a:lnTo>
                <a:lnTo>
                  <a:pt x="5080" y="13970"/>
                </a:lnTo>
                <a:lnTo>
                  <a:pt x="6350" y="13970"/>
                </a:lnTo>
                <a:lnTo>
                  <a:pt x="6350" y="19050"/>
                </a:lnTo>
                <a:lnTo>
                  <a:pt x="7607" y="19050"/>
                </a:lnTo>
                <a:lnTo>
                  <a:pt x="7607" y="17780"/>
                </a:lnTo>
                <a:lnTo>
                  <a:pt x="66027" y="17780"/>
                </a:lnTo>
                <a:lnTo>
                  <a:pt x="66027" y="13970"/>
                </a:lnTo>
                <a:close/>
              </a:path>
              <a:path w="95250" h="83820">
                <a:moveTo>
                  <a:pt x="68580" y="20320"/>
                </a:moveTo>
                <a:lnTo>
                  <a:pt x="67297" y="20320"/>
                </a:lnTo>
                <a:lnTo>
                  <a:pt x="67297" y="17780"/>
                </a:lnTo>
                <a:lnTo>
                  <a:pt x="66027" y="17780"/>
                </a:lnTo>
                <a:lnTo>
                  <a:pt x="66027" y="19050"/>
                </a:lnTo>
                <a:lnTo>
                  <a:pt x="7607" y="19050"/>
                </a:lnTo>
                <a:lnTo>
                  <a:pt x="7607" y="20320"/>
                </a:lnTo>
                <a:lnTo>
                  <a:pt x="8877" y="20320"/>
                </a:lnTo>
                <a:lnTo>
                  <a:pt x="8877" y="24130"/>
                </a:lnTo>
                <a:lnTo>
                  <a:pt x="68580" y="24130"/>
                </a:lnTo>
                <a:lnTo>
                  <a:pt x="68580" y="20320"/>
                </a:lnTo>
                <a:close/>
              </a:path>
              <a:path w="95250" h="83820">
                <a:moveTo>
                  <a:pt x="71107" y="26670"/>
                </a:moveTo>
                <a:lnTo>
                  <a:pt x="69850" y="26670"/>
                </a:lnTo>
                <a:lnTo>
                  <a:pt x="69850" y="25400"/>
                </a:lnTo>
                <a:lnTo>
                  <a:pt x="10147" y="25400"/>
                </a:lnTo>
                <a:lnTo>
                  <a:pt x="10147" y="26670"/>
                </a:lnTo>
                <a:lnTo>
                  <a:pt x="11430" y="26670"/>
                </a:lnTo>
                <a:lnTo>
                  <a:pt x="11430" y="30480"/>
                </a:lnTo>
                <a:lnTo>
                  <a:pt x="71107" y="30480"/>
                </a:lnTo>
                <a:lnTo>
                  <a:pt x="71107" y="26670"/>
                </a:lnTo>
                <a:close/>
              </a:path>
              <a:path w="95250" h="83820">
                <a:moveTo>
                  <a:pt x="74930" y="36830"/>
                </a:moveTo>
                <a:lnTo>
                  <a:pt x="74904" y="35560"/>
                </a:lnTo>
                <a:lnTo>
                  <a:pt x="73647" y="35560"/>
                </a:lnTo>
                <a:lnTo>
                  <a:pt x="73647" y="31750"/>
                </a:lnTo>
                <a:lnTo>
                  <a:pt x="13957" y="31750"/>
                </a:lnTo>
                <a:lnTo>
                  <a:pt x="13957" y="36830"/>
                </a:lnTo>
                <a:lnTo>
                  <a:pt x="74930" y="36830"/>
                </a:lnTo>
                <a:close/>
              </a:path>
              <a:path w="95250" h="83820">
                <a:moveTo>
                  <a:pt x="77457" y="41910"/>
                </a:moveTo>
                <a:lnTo>
                  <a:pt x="76200" y="41910"/>
                </a:lnTo>
                <a:lnTo>
                  <a:pt x="76200" y="38100"/>
                </a:lnTo>
                <a:lnTo>
                  <a:pt x="16497" y="38100"/>
                </a:lnTo>
                <a:lnTo>
                  <a:pt x="16497" y="41910"/>
                </a:lnTo>
                <a:lnTo>
                  <a:pt x="17780" y="41910"/>
                </a:lnTo>
                <a:lnTo>
                  <a:pt x="17780" y="43180"/>
                </a:lnTo>
                <a:lnTo>
                  <a:pt x="77457" y="43180"/>
                </a:lnTo>
                <a:lnTo>
                  <a:pt x="77457" y="41910"/>
                </a:lnTo>
                <a:close/>
              </a:path>
              <a:path w="95250" h="83820">
                <a:moveTo>
                  <a:pt x="79997" y="48260"/>
                </a:moveTo>
                <a:lnTo>
                  <a:pt x="78727" y="48260"/>
                </a:lnTo>
                <a:lnTo>
                  <a:pt x="78727" y="43180"/>
                </a:lnTo>
                <a:lnTo>
                  <a:pt x="77457" y="43180"/>
                </a:lnTo>
                <a:lnTo>
                  <a:pt x="77457" y="44450"/>
                </a:lnTo>
                <a:lnTo>
                  <a:pt x="19050" y="44450"/>
                </a:lnTo>
                <a:lnTo>
                  <a:pt x="19050" y="48260"/>
                </a:lnTo>
                <a:lnTo>
                  <a:pt x="20307" y="48260"/>
                </a:lnTo>
                <a:lnTo>
                  <a:pt x="20307" y="49530"/>
                </a:lnTo>
                <a:lnTo>
                  <a:pt x="79997" y="49530"/>
                </a:lnTo>
                <a:lnTo>
                  <a:pt x="79997" y="48260"/>
                </a:lnTo>
                <a:close/>
              </a:path>
              <a:path w="95250" h="83820">
                <a:moveTo>
                  <a:pt x="82550" y="55880"/>
                </a:moveTo>
                <a:lnTo>
                  <a:pt x="82524" y="52070"/>
                </a:lnTo>
                <a:lnTo>
                  <a:pt x="81280" y="52070"/>
                </a:lnTo>
                <a:lnTo>
                  <a:pt x="81254" y="49530"/>
                </a:lnTo>
                <a:lnTo>
                  <a:pt x="79997" y="49530"/>
                </a:lnTo>
                <a:lnTo>
                  <a:pt x="79997" y="50800"/>
                </a:lnTo>
                <a:lnTo>
                  <a:pt x="21577" y="50800"/>
                </a:lnTo>
                <a:lnTo>
                  <a:pt x="21577" y="54610"/>
                </a:lnTo>
                <a:lnTo>
                  <a:pt x="22847" y="54610"/>
                </a:lnTo>
                <a:lnTo>
                  <a:pt x="22847" y="57150"/>
                </a:lnTo>
                <a:lnTo>
                  <a:pt x="24130" y="57150"/>
                </a:lnTo>
                <a:lnTo>
                  <a:pt x="24130" y="55880"/>
                </a:lnTo>
                <a:lnTo>
                  <a:pt x="82550" y="55880"/>
                </a:lnTo>
                <a:close/>
              </a:path>
              <a:path w="95250" h="83820">
                <a:moveTo>
                  <a:pt x="85077" y="58420"/>
                </a:moveTo>
                <a:lnTo>
                  <a:pt x="83807" y="58420"/>
                </a:lnTo>
                <a:lnTo>
                  <a:pt x="83807" y="55880"/>
                </a:lnTo>
                <a:lnTo>
                  <a:pt x="82550" y="55880"/>
                </a:lnTo>
                <a:lnTo>
                  <a:pt x="82550" y="57150"/>
                </a:lnTo>
                <a:lnTo>
                  <a:pt x="24130" y="57150"/>
                </a:lnTo>
                <a:lnTo>
                  <a:pt x="24130" y="60960"/>
                </a:lnTo>
                <a:lnTo>
                  <a:pt x="25400" y="60960"/>
                </a:lnTo>
                <a:lnTo>
                  <a:pt x="25400" y="63500"/>
                </a:lnTo>
                <a:lnTo>
                  <a:pt x="26657" y="63500"/>
                </a:lnTo>
                <a:lnTo>
                  <a:pt x="26657" y="62230"/>
                </a:lnTo>
                <a:lnTo>
                  <a:pt x="85077" y="62230"/>
                </a:lnTo>
                <a:lnTo>
                  <a:pt x="85077" y="58420"/>
                </a:lnTo>
                <a:close/>
              </a:path>
              <a:path w="95250" h="83820">
                <a:moveTo>
                  <a:pt x="87630" y="64770"/>
                </a:moveTo>
                <a:lnTo>
                  <a:pt x="86347" y="64770"/>
                </a:lnTo>
                <a:lnTo>
                  <a:pt x="86347" y="63500"/>
                </a:lnTo>
                <a:lnTo>
                  <a:pt x="26657" y="63500"/>
                </a:lnTo>
                <a:lnTo>
                  <a:pt x="26657" y="64770"/>
                </a:lnTo>
                <a:lnTo>
                  <a:pt x="27927" y="64770"/>
                </a:lnTo>
                <a:lnTo>
                  <a:pt x="27927" y="69850"/>
                </a:lnTo>
                <a:lnTo>
                  <a:pt x="29197" y="69850"/>
                </a:lnTo>
                <a:lnTo>
                  <a:pt x="29197" y="68580"/>
                </a:lnTo>
                <a:lnTo>
                  <a:pt x="87630" y="68580"/>
                </a:lnTo>
                <a:lnTo>
                  <a:pt x="87630" y="64770"/>
                </a:lnTo>
                <a:close/>
              </a:path>
              <a:path w="95250" h="83820">
                <a:moveTo>
                  <a:pt x="90157" y="69850"/>
                </a:moveTo>
                <a:lnTo>
                  <a:pt x="29197" y="69850"/>
                </a:lnTo>
                <a:lnTo>
                  <a:pt x="29197" y="71120"/>
                </a:lnTo>
                <a:lnTo>
                  <a:pt x="30480" y="71120"/>
                </a:lnTo>
                <a:lnTo>
                  <a:pt x="30480" y="74930"/>
                </a:lnTo>
                <a:lnTo>
                  <a:pt x="90157" y="74930"/>
                </a:lnTo>
                <a:lnTo>
                  <a:pt x="90157" y="69850"/>
                </a:lnTo>
                <a:close/>
              </a:path>
              <a:path w="95250" h="83820">
                <a:moveTo>
                  <a:pt x="93980" y="81280"/>
                </a:moveTo>
                <a:lnTo>
                  <a:pt x="93954" y="80010"/>
                </a:lnTo>
                <a:lnTo>
                  <a:pt x="92697" y="80010"/>
                </a:lnTo>
                <a:lnTo>
                  <a:pt x="92697" y="76200"/>
                </a:lnTo>
                <a:lnTo>
                  <a:pt x="31750" y="76200"/>
                </a:lnTo>
                <a:lnTo>
                  <a:pt x="31750" y="77470"/>
                </a:lnTo>
                <a:lnTo>
                  <a:pt x="33007" y="77470"/>
                </a:lnTo>
                <a:lnTo>
                  <a:pt x="33007" y="81280"/>
                </a:lnTo>
                <a:lnTo>
                  <a:pt x="93980" y="81280"/>
                </a:lnTo>
                <a:close/>
              </a:path>
              <a:path w="95250" h="83820">
                <a:moveTo>
                  <a:pt x="95250" y="82550"/>
                </a:moveTo>
                <a:lnTo>
                  <a:pt x="35547" y="82550"/>
                </a:lnTo>
                <a:lnTo>
                  <a:pt x="35547" y="83820"/>
                </a:lnTo>
                <a:lnTo>
                  <a:pt x="95250" y="83820"/>
                </a:lnTo>
                <a:lnTo>
                  <a:pt x="95250" y="82550"/>
                </a:lnTo>
                <a:close/>
              </a:path>
            </a:pathLst>
          </a:custGeom>
          <a:solidFill>
            <a:srgbClr val="B66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8674075" y="2539"/>
            <a:ext cx="116205" cy="85090"/>
          </a:xfrm>
          <a:custGeom>
            <a:avLst/>
            <a:gdLst/>
            <a:ahLst/>
            <a:cxnLst/>
            <a:rect l="l" t="t" r="r" b="b"/>
            <a:pathLst>
              <a:path w="116204" h="85090">
                <a:moveTo>
                  <a:pt x="81280" y="83820"/>
                </a:moveTo>
                <a:lnTo>
                  <a:pt x="2552" y="83820"/>
                </a:lnTo>
                <a:lnTo>
                  <a:pt x="2552" y="82550"/>
                </a:lnTo>
                <a:lnTo>
                  <a:pt x="1282" y="82550"/>
                </a:lnTo>
                <a:lnTo>
                  <a:pt x="1282" y="83820"/>
                </a:lnTo>
                <a:lnTo>
                  <a:pt x="0" y="83820"/>
                </a:lnTo>
                <a:lnTo>
                  <a:pt x="0" y="85090"/>
                </a:lnTo>
                <a:lnTo>
                  <a:pt x="81280" y="85090"/>
                </a:lnTo>
                <a:lnTo>
                  <a:pt x="81280" y="83820"/>
                </a:lnTo>
                <a:close/>
              </a:path>
              <a:path w="116204" h="85090">
                <a:moveTo>
                  <a:pt x="83832" y="77470"/>
                </a:moveTo>
                <a:lnTo>
                  <a:pt x="7632" y="77470"/>
                </a:lnTo>
                <a:lnTo>
                  <a:pt x="7632" y="76200"/>
                </a:lnTo>
                <a:lnTo>
                  <a:pt x="6350" y="76200"/>
                </a:lnTo>
                <a:lnTo>
                  <a:pt x="6350" y="77470"/>
                </a:lnTo>
                <a:lnTo>
                  <a:pt x="5080" y="77470"/>
                </a:lnTo>
                <a:lnTo>
                  <a:pt x="5080" y="78740"/>
                </a:lnTo>
                <a:lnTo>
                  <a:pt x="3797" y="78740"/>
                </a:lnTo>
                <a:lnTo>
                  <a:pt x="3797" y="82550"/>
                </a:lnTo>
                <a:lnTo>
                  <a:pt x="83807" y="82550"/>
                </a:lnTo>
                <a:lnTo>
                  <a:pt x="83832" y="77470"/>
                </a:lnTo>
                <a:close/>
              </a:path>
              <a:path w="116204" h="85090">
                <a:moveTo>
                  <a:pt x="86347" y="71120"/>
                </a:moveTo>
                <a:lnTo>
                  <a:pt x="12700" y="71120"/>
                </a:lnTo>
                <a:lnTo>
                  <a:pt x="12700" y="69850"/>
                </a:lnTo>
                <a:lnTo>
                  <a:pt x="11430" y="69850"/>
                </a:lnTo>
                <a:lnTo>
                  <a:pt x="11430" y="71120"/>
                </a:lnTo>
                <a:lnTo>
                  <a:pt x="10147" y="71120"/>
                </a:lnTo>
                <a:lnTo>
                  <a:pt x="10147" y="72390"/>
                </a:lnTo>
                <a:lnTo>
                  <a:pt x="8902" y="72390"/>
                </a:lnTo>
                <a:lnTo>
                  <a:pt x="8902" y="76200"/>
                </a:lnTo>
                <a:lnTo>
                  <a:pt x="86347" y="76200"/>
                </a:lnTo>
                <a:lnTo>
                  <a:pt x="86347" y="71120"/>
                </a:lnTo>
                <a:close/>
              </a:path>
              <a:path w="116204" h="85090">
                <a:moveTo>
                  <a:pt x="90182" y="64770"/>
                </a:moveTo>
                <a:lnTo>
                  <a:pt x="17780" y="64770"/>
                </a:lnTo>
                <a:lnTo>
                  <a:pt x="17780" y="63500"/>
                </a:lnTo>
                <a:lnTo>
                  <a:pt x="16497" y="63500"/>
                </a:lnTo>
                <a:lnTo>
                  <a:pt x="16497" y="64770"/>
                </a:lnTo>
                <a:lnTo>
                  <a:pt x="15252" y="64770"/>
                </a:lnTo>
                <a:lnTo>
                  <a:pt x="15252" y="66040"/>
                </a:lnTo>
                <a:lnTo>
                  <a:pt x="13982" y="66040"/>
                </a:lnTo>
                <a:lnTo>
                  <a:pt x="13982" y="69850"/>
                </a:lnTo>
                <a:lnTo>
                  <a:pt x="88900" y="69850"/>
                </a:lnTo>
                <a:lnTo>
                  <a:pt x="88900" y="66040"/>
                </a:lnTo>
                <a:lnTo>
                  <a:pt x="90182" y="66040"/>
                </a:lnTo>
                <a:lnTo>
                  <a:pt x="90182" y="64770"/>
                </a:lnTo>
                <a:close/>
              </a:path>
              <a:path w="116204" h="85090">
                <a:moveTo>
                  <a:pt x="92697" y="58420"/>
                </a:moveTo>
                <a:lnTo>
                  <a:pt x="22847" y="58420"/>
                </a:lnTo>
                <a:lnTo>
                  <a:pt x="22847" y="57150"/>
                </a:lnTo>
                <a:lnTo>
                  <a:pt x="21602" y="57150"/>
                </a:lnTo>
                <a:lnTo>
                  <a:pt x="21602" y="58420"/>
                </a:lnTo>
                <a:lnTo>
                  <a:pt x="20332" y="58420"/>
                </a:lnTo>
                <a:lnTo>
                  <a:pt x="20332" y="59690"/>
                </a:lnTo>
                <a:lnTo>
                  <a:pt x="19050" y="59690"/>
                </a:lnTo>
                <a:lnTo>
                  <a:pt x="19050" y="62230"/>
                </a:lnTo>
                <a:lnTo>
                  <a:pt x="17780" y="62230"/>
                </a:lnTo>
                <a:lnTo>
                  <a:pt x="17780" y="63500"/>
                </a:lnTo>
                <a:lnTo>
                  <a:pt x="91427" y="63500"/>
                </a:lnTo>
                <a:lnTo>
                  <a:pt x="91452" y="59690"/>
                </a:lnTo>
                <a:lnTo>
                  <a:pt x="92697" y="59690"/>
                </a:lnTo>
                <a:lnTo>
                  <a:pt x="92697" y="58420"/>
                </a:lnTo>
                <a:close/>
              </a:path>
              <a:path w="116204" h="85090">
                <a:moveTo>
                  <a:pt x="95250" y="52070"/>
                </a:moveTo>
                <a:lnTo>
                  <a:pt x="27952" y="52070"/>
                </a:lnTo>
                <a:lnTo>
                  <a:pt x="27952" y="50800"/>
                </a:lnTo>
                <a:lnTo>
                  <a:pt x="26682" y="50800"/>
                </a:lnTo>
                <a:lnTo>
                  <a:pt x="26682" y="52070"/>
                </a:lnTo>
                <a:lnTo>
                  <a:pt x="25400" y="52070"/>
                </a:lnTo>
                <a:lnTo>
                  <a:pt x="25400" y="53340"/>
                </a:lnTo>
                <a:lnTo>
                  <a:pt x="24130" y="53340"/>
                </a:lnTo>
                <a:lnTo>
                  <a:pt x="24130" y="55880"/>
                </a:lnTo>
                <a:lnTo>
                  <a:pt x="22847" y="55880"/>
                </a:lnTo>
                <a:lnTo>
                  <a:pt x="22847" y="57150"/>
                </a:lnTo>
                <a:lnTo>
                  <a:pt x="93980" y="57150"/>
                </a:lnTo>
                <a:lnTo>
                  <a:pt x="93980" y="53340"/>
                </a:lnTo>
                <a:lnTo>
                  <a:pt x="95250" y="53340"/>
                </a:lnTo>
                <a:lnTo>
                  <a:pt x="95250" y="52070"/>
                </a:lnTo>
                <a:close/>
              </a:path>
              <a:path w="116204" h="85090">
                <a:moveTo>
                  <a:pt x="97802" y="45720"/>
                </a:moveTo>
                <a:lnTo>
                  <a:pt x="30480" y="45720"/>
                </a:lnTo>
                <a:lnTo>
                  <a:pt x="30480" y="46990"/>
                </a:lnTo>
                <a:lnTo>
                  <a:pt x="29197" y="46990"/>
                </a:lnTo>
                <a:lnTo>
                  <a:pt x="29197" y="49530"/>
                </a:lnTo>
                <a:lnTo>
                  <a:pt x="27952" y="49530"/>
                </a:lnTo>
                <a:lnTo>
                  <a:pt x="27952" y="50800"/>
                </a:lnTo>
                <a:lnTo>
                  <a:pt x="96532" y="50800"/>
                </a:lnTo>
                <a:lnTo>
                  <a:pt x="96507" y="46990"/>
                </a:lnTo>
                <a:lnTo>
                  <a:pt x="97777" y="46990"/>
                </a:lnTo>
                <a:lnTo>
                  <a:pt x="97802" y="45720"/>
                </a:lnTo>
                <a:close/>
              </a:path>
              <a:path w="116204" h="85090">
                <a:moveTo>
                  <a:pt x="100330" y="39370"/>
                </a:moveTo>
                <a:lnTo>
                  <a:pt x="35547" y="39370"/>
                </a:lnTo>
                <a:lnTo>
                  <a:pt x="35547" y="40640"/>
                </a:lnTo>
                <a:lnTo>
                  <a:pt x="34302" y="40640"/>
                </a:lnTo>
                <a:lnTo>
                  <a:pt x="34302" y="43180"/>
                </a:lnTo>
                <a:lnTo>
                  <a:pt x="33032" y="43180"/>
                </a:lnTo>
                <a:lnTo>
                  <a:pt x="33032" y="44450"/>
                </a:lnTo>
                <a:lnTo>
                  <a:pt x="97802" y="44450"/>
                </a:lnTo>
                <a:lnTo>
                  <a:pt x="97802" y="45720"/>
                </a:lnTo>
                <a:lnTo>
                  <a:pt x="99047" y="45720"/>
                </a:lnTo>
                <a:lnTo>
                  <a:pt x="99047" y="40640"/>
                </a:lnTo>
                <a:lnTo>
                  <a:pt x="100330" y="40640"/>
                </a:lnTo>
                <a:lnTo>
                  <a:pt x="100330" y="39370"/>
                </a:lnTo>
                <a:close/>
              </a:path>
              <a:path w="116204" h="85090">
                <a:moveTo>
                  <a:pt x="102882" y="33020"/>
                </a:moveTo>
                <a:lnTo>
                  <a:pt x="40652" y="33020"/>
                </a:lnTo>
                <a:lnTo>
                  <a:pt x="40652" y="34290"/>
                </a:lnTo>
                <a:lnTo>
                  <a:pt x="39382" y="34290"/>
                </a:lnTo>
                <a:lnTo>
                  <a:pt x="39382" y="36830"/>
                </a:lnTo>
                <a:lnTo>
                  <a:pt x="38100" y="36830"/>
                </a:lnTo>
                <a:lnTo>
                  <a:pt x="38100" y="38100"/>
                </a:lnTo>
                <a:lnTo>
                  <a:pt x="100330" y="38100"/>
                </a:lnTo>
                <a:lnTo>
                  <a:pt x="100330" y="39370"/>
                </a:lnTo>
                <a:lnTo>
                  <a:pt x="101600" y="39370"/>
                </a:lnTo>
                <a:lnTo>
                  <a:pt x="101600" y="34290"/>
                </a:lnTo>
                <a:lnTo>
                  <a:pt x="102882" y="34290"/>
                </a:lnTo>
                <a:lnTo>
                  <a:pt x="102882" y="33020"/>
                </a:lnTo>
                <a:close/>
              </a:path>
              <a:path w="116204" h="85090">
                <a:moveTo>
                  <a:pt x="105397" y="26670"/>
                </a:moveTo>
                <a:lnTo>
                  <a:pt x="47002" y="26670"/>
                </a:lnTo>
                <a:lnTo>
                  <a:pt x="47002" y="25400"/>
                </a:lnTo>
                <a:lnTo>
                  <a:pt x="45732" y="25400"/>
                </a:lnTo>
                <a:lnTo>
                  <a:pt x="45732" y="27940"/>
                </a:lnTo>
                <a:lnTo>
                  <a:pt x="44450" y="27940"/>
                </a:lnTo>
                <a:lnTo>
                  <a:pt x="44450" y="30480"/>
                </a:lnTo>
                <a:lnTo>
                  <a:pt x="43180" y="30480"/>
                </a:lnTo>
                <a:lnTo>
                  <a:pt x="43180" y="31750"/>
                </a:lnTo>
                <a:lnTo>
                  <a:pt x="102857" y="31750"/>
                </a:lnTo>
                <a:lnTo>
                  <a:pt x="102882" y="33020"/>
                </a:lnTo>
                <a:lnTo>
                  <a:pt x="104127" y="33020"/>
                </a:lnTo>
                <a:lnTo>
                  <a:pt x="104152" y="27940"/>
                </a:lnTo>
                <a:lnTo>
                  <a:pt x="105397" y="27940"/>
                </a:lnTo>
                <a:lnTo>
                  <a:pt x="105397" y="26670"/>
                </a:lnTo>
                <a:close/>
              </a:path>
              <a:path w="116204" h="85090">
                <a:moveTo>
                  <a:pt x="107950" y="20320"/>
                </a:moveTo>
                <a:lnTo>
                  <a:pt x="52082" y="20320"/>
                </a:lnTo>
                <a:lnTo>
                  <a:pt x="52082" y="19050"/>
                </a:lnTo>
                <a:lnTo>
                  <a:pt x="50800" y="19050"/>
                </a:lnTo>
                <a:lnTo>
                  <a:pt x="50800" y="21590"/>
                </a:lnTo>
                <a:lnTo>
                  <a:pt x="49530" y="21590"/>
                </a:lnTo>
                <a:lnTo>
                  <a:pt x="49530" y="24130"/>
                </a:lnTo>
                <a:lnTo>
                  <a:pt x="48247" y="24130"/>
                </a:lnTo>
                <a:lnTo>
                  <a:pt x="48247" y="25400"/>
                </a:lnTo>
                <a:lnTo>
                  <a:pt x="105397" y="25400"/>
                </a:lnTo>
                <a:lnTo>
                  <a:pt x="105397" y="26670"/>
                </a:lnTo>
                <a:lnTo>
                  <a:pt x="106680" y="26670"/>
                </a:lnTo>
                <a:lnTo>
                  <a:pt x="106680" y="24130"/>
                </a:lnTo>
                <a:lnTo>
                  <a:pt x="107950" y="24130"/>
                </a:lnTo>
                <a:lnTo>
                  <a:pt x="107950" y="20320"/>
                </a:lnTo>
                <a:close/>
              </a:path>
              <a:path w="116204" h="85090">
                <a:moveTo>
                  <a:pt x="110477" y="13970"/>
                </a:moveTo>
                <a:lnTo>
                  <a:pt x="57150" y="13970"/>
                </a:lnTo>
                <a:lnTo>
                  <a:pt x="57150" y="12700"/>
                </a:lnTo>
                <a:lnTo>
                  <a:pt x="55880" y="12700"/>
                </a:lnTo>
                <a:lnTo>
                  <a:pt x="55880" y="15240"/>
                </a:lnTo>
                <a:lnTo>
                  <a:pt x="54597" y="15240"/>
                </a:lnTo>
                <a:lnTo>
                  <a:pt x="54597" y="17780"/>
                </a:lnTo>
                <a:lnTo>
                  <a:pt x="53352" y="17780"/>
                </a:lnTo>
                <a:lnTo>
                  <a:pt x="53352" y="19050"/>
                </a:lnTo>
                <a:lnTo>
                  <a:pt x="107950" y="19050"/>
                </a:lnTo>
                <a:lnTo>
                  <a:pt x="107950" y="20320"/>
                </a:lnTo>
                <a:lnTo>
                  <a:pt x="109232" y="20320"/>
                </a:lnTo>
                <a:lnTo>
                  <a:pt x="109232" y="17780"/>
                </a:lnTo>
                <a:lnTo>
                  <a:pt x="110477" y="17780"/>
                </a:lnTo>
                <a:lnTo>
                  <a:pt x="110477" y="13970"/>
                </a:lnTo>
                <a:close/>
              </a:path>
              <a:path w="116204" h="85090">
                <a:moveTo>
                  <a:pt x="113030" y="7620"/>
                </a:moveTo>
                <a:lnTo>
                  <a:pt x="62230" y="7620"/>
                </a:lnTo>
                <a:lnTo>
                  <a:pt x="62230" y="6350"/>
                </a:lnTo>
                <a:lnTo>
                  <a:pt x="60947" y="6350"/>
                </a:lnTo>
                <a:lnTo>
                  <a:pt x="60947" y="7620"/>
                </a:lnTo>
                <a:lnTo>
                  <a:pt x="59702" y="7620"/>
                </a:lnTo>
                <a:lnTo>
                  <a:pt x="59702" y="11430"/>
                </a:lnTo>
                <a:lnTo>
                  <a:pt x="58432" y="11430"/>
                </a:lnTo>
                <a:lnTo>
                  <a:pt x="58432" y="12700"/>
                </a:lnTo>
                <a:lnTo>
                  <a:pt x="110477" y="12700"/>
                </a:lnTo>
                <a:lnTo>
                  <a:pt x="110477" y="13970"/>
                </a:lnTo>
                <a:lnTo>
                  <a:pt x="111747" y="13970"/>
                </a:lnTo>
                <a:lnTo>
                  <a:pt x="111747" y="11430"/>
                </a:lnTo>
                <a:lnTo>
                  <a:pt x="113030" y="11430"/>
                </a:lnTo>
                <a:lnTo>
                  <a:pt x="113030" y="7620"/>
                </a:lnTo>
                <a:close/>
              </a:path>
              <a:path w="116204" h="85090">
                <a:moveTo>
                  <a:pt x="115582" y="1270"/>
                </a:moveTo>
                <a:lnTo>
                  <a:pt x="67297" y="1270"/>
                </a:lnTo>
                <a:lnTo>
                  <a:pt x="67297" y="0"/>
                </a:lnTo>
                <a:lnTo>
                  <a:pt x="66052" y="0"/>
                </a:lnTo>
                <a:lnTo>
                  <a:pt x="66052" y="1270"/>
                </a:lnTo>
                <a:lnTo>
                  <a:pt x="64782" y="1270"/>
                </a:lnTo>
                <a:lnTo>
                  <a:pt x="64782" y="5080"/>
                </a:lnTo>
                <a:lnTo>
                  <a:pt x="63500" y="5080"/>
                </a:lnTo>
                <a:lnTo>
                  <a:pt x="63500" y="6350"/>
                </a:lnTo>
                <a:lnTo>
                  <a:pt x="114300" y="6350"/>
                </a:lnTo>
                <a:lnTo>
                  <a:pt x="114300" y="5080"/>
                </a:lnTo>
                <a:lnTo>
                  <a:pt x="115582" y="5080"/>
                </a:lnTo>
                <a:lnTo>
                  <a:pt x="115582" y="1270"/>
                </a:lnTo>
                <a:close/>
              </a:path>
            </a:pathLst>
          </a:custGeom>
          <a:solidFill>
            <a:srgbClr val="B66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6832575" y="87629"/>
            <a:ext cx="79375" cy="43180"/>
          </a:xfrm>
          <a:custGeom>
            <a:avLst/>
            <a:gdLst/>
            <a:ahLst/>
            <a:cxnLst/>
            <a:rect l="l" t="t" r="r" b="b"/>
            <a:pathLst>
              <a:path w="79375" h="43180">
                <a:moveTo>
                  <a:pt x="60960" y="2540"/>
                </a:moveTo>
                <a:lnTo>
                  <a:pt x="59702" y="2540"/>
                </a:lnTo>
                <a:lnTo>
                  <a:pt x="59702" y="0"/>
                </a:lnTo>
                <a:lnTo>
                  <a:pt x="0" y="0"/>
                </a:lnTo>
                <a:lnTo>
                  <a:pt x="0" y="3810"/>
                </a:lnTo>
                <a:lnTo>
                  <a:pt x="60960" y="3810"/>
                </a:lnTo>
                <a:lnTo>
                  <a:pt x="60960" y="2540"/>
                </a:lnTo>
                <a:close/>
              </a:path>
              <a:path w="79375" h="43180">
                <a:moveTo>
                  <a:pt x="63500" y="6350"/>
                </a:moveTo>
                <a:lnTo>
                  <a:pt x="62230" y="6350"/>
                </a:lnTo>
                <a:lnTo>
                  <a:pt x="62230" y="3810"/>
                </a:lnTo>
                <a:lnTo>
                  <a:pt x="60960" y="3810"/>
                </a:lnTo>
                <a:lnTo>
                  <a:pt x="60960" y="5080"/>
                </a:lnTo>
                <a:lnTo>
                  <a:pt x="2552" y="5080"/>
                </a:lnTo>
                <a:lnTo>
                  <a:pt x="2552" y="8890"/>
                </a:lnTo>
                <a:lnTo>
                  <a:pt x="3810" y="8890"/>
                </a:lnTo>
                <a:lnTo>
                  <a:pt x="3810" y="10160"/>
                </a:lnTo>
                <a:lnTo>
                  <a:pt x="63500" y="10160"/>
                </a:lnTo>
                <a:lnTo>
                  <a:pt x="63500" y="6350"/>
                </a:lnTo>
                <a:close/>
              </a:path>
              <a:path w="79375" h="43180">
                <a:moveTo>
                  <a:pt x="66052" y="12700"/>
                </a:moveTo>
                <a:lnTo>
                  <a:pt x="64782" y="12700"/>
                </a:lnTo>
                <a:lnTo>
                  <a:pt x="64782" y="10160"/>
                </a:lnTo>
                <a:lnTo>
                  <a:pt x="63500" y="10160"/>
                </a:lnTo>
                <a:lnTo>
                  <a:pt x="63500" y="11430"/>
                </a:lnTo>
                <a:lnTo>
                  <a:pt x="5080" y="11430"/>
                </a:lnTo>
                <a:lnTo>
                  <a:pt x="5080" y="15240"/>
                </a:lnTo>
                <a:lnTo>
                  <a:pt x="6350" y="15240"/>
                </a:lnTo>
                <a:lnTo>
                  <a:pt x="6350" y="17780"/>
                </a:lnTo>
                <a:lnTo>
                  <a:pt x="7632" y="17780"/>
                </a:lnTo>
                <a:lnTo>
                  <a:pt x="7632" y="16510"/>
                </a:lnTo>
                <a:lnTo>
                  <a:pt x="66052" y="16510"/>
                </a:lnTo>
                <a:lnTo>
                  <a:pt x="66052" y="12700"/>
                </a:lnTo>
                <a:close/>
              </a:path>
              <a:path w="79375" h="43180">
                <a:moveTo>
                  <a:pt x="68580" y="19050"/>
                </a:moveTo>
                <a:lnTo>
                  <a:pt x="67310" y="19050"/>
                </a:lnTo>
                <a:lnTo>
                  <a:pt x="67310" y="17780"/>
                </a:lnTo>
                <a:lnTo>
                  <a:pt x="7632" y="17780"/>
                </a:lnTo>
                <a:lnTo>
                  <a:pt x="7632" y="21590"/>
                </a:lnTo>
                <a:lnTo>
                  <a:pt x="8902" y="21590"/>
                </a:lnTo>
                <a:lnTo>
                  <a:pt x="8902" y="24130"/>
                </a:lnTo>
                <a:lnTo>
                  <a:pt x="10160" y="24130"/>
                </a:lnTo>
                <a:lnTo>
                  <a:pt x="10160" y="22860"/>
                </a:lnTo>
                <a:lnTo>
                  <a:pt x="68580" y="22860"/>
                </a:lnTo>
                <a:lnTo>
                  <a:pt x="68580" y="19050"/>
                </a:lnTo>
                <a:close/>
              </a:path>
              <a:path w="79375" h="43180">
                <a:moveTo>
                  <a:pt x="71132" y="24130"/>
                </a:moveTo>
                <a:lnTo>
                  <a:pt x="10160" y="24130"/>
                </a:lnTo>
                <a:lnTo>
                  <a:pt x="10160" y="25400"/>
                </a:lnTo>
                <a:lnTo>
                  <a:pt x="11430" y="25400"/>
                </a:lnTo>
                <a:lnTo>
                  <a:pt x="11430" y="30480"/>
                </a:lnTo>
                <a:lnTo>
                  <a:pt x="12700" y="30480"/>
                </a:lnTo>
                <a:lnTo>
                  <a:pt x="12700" y="29210"/>
                </a:lnTo>
                <a:lnTo>
                  <a:pt x="71132" y="29210"/>
                </a:lnTo>
                <a:lnTo>
                  <a:pt x="71132" y="24130"/>
                </a:lnTo>
                <a:close/>
              </a:path>
              <a:path w="79375" h="43180">
                <a:moveTo>
                  <a:pt x="74930" y="34290"/>
                </a:moveTo>
                <a:lnTo>
                  <a:pt x="73660" y="34290"/>
                </a:lnTo>
                <a:lnTo>
                  <a:pt x="73660" y="30480"/>
                </a:lnTo>
                <a:lnTo>
                  <a:pt x="12700" y="30480"/>
                </a:lnTo>
                <a:lnTo>
                  <a:pt x="12700" y="31750"/>
                </a:lnTo>
                <a:lnTo>
                  <a:pt x="13982" y="31750"/>
                </a:lnTo>
                <a:lnTo>
                  <a:pt x="13982" y="35560"/>
                </a:lnTo>
                <a:lnTo>
                  <a:pt x="74930" y="35560"/>
                </a:lnTo>
                <a:lnTo>
                  <a:pt x="74930" y="34290"/>
                </a:lnTo>
                <a:close/>
              </a:path>
              <a:path w="79375" h="43180">
                <a:moveTo>
                  <a:pt x="77482" y="40640"/>
                </a:moveTo>
                <a:lnTo>
                  <a:pt x="76200" y="40640"/>
                </a:lnTo>
                <a:lnTo>
                  <a:pt x="76200" y="36830"/>
                </a:lnTo>
                <a:lnTo>
                  <a:pt x="15252" y="36830"/>
                </a:lnTo>
                <a:lnTo>
                  <a:pt x="15252" y="38100"/>
                </a:lnTo>
                <a:lnTo>
                  <a:pt x="16510" y="38100"/>
                </a:lnTo>
                <a:lnTo>
                  <a:pt x="16510" y="41910"/>
                </a:lnTo>
                <a:lnTo>
                  <a:pt x="77482" y="41910"/>
                </a:lnTo>
                <a:lnTo>
                  <a:pt x="77482" y="40640"/>
                </a:lnTo>
                <a:close/>
              </a:path>
              <a:path w="79375" h="43180">
                <a:moveTo>
                  <a:pt x="78752" y="41910"/>
                </a:moveTo>
                <a:lnTo>
                  <a:pt x="77482" y="41910"/>
                </a:lnTo>
                <a:lnTo>
                  <a:pt x="77482" y="43180"/>
                </a:lnTo>
                <a:lnTo>
                  <a:pt x="78752" y="43180"/>
                </a:lnTo>
                <a:lnTo>
                  <a:pt x="78752" y="41910"/>
                </a:lnTo>
                <a:close/>
              </a:path>
            </a:pathLst>
          </a:custGeom>
          <a:solidFill>
            <a:srgbClr val="B56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8642325" y="87629"/>
            <a:ext cx="113030" cy="43180"/>
          </a:xfrm>
          <a:custGeom>
            <a:avLst/>
            <a:gdLst/>
            <a:ahLst/>
            <a:cxnLst/>
            <a:rect l="l" t="t" r="r" b="b"/>
            <a:pathLst>
              <a:path w="113029" h="43180">
                <a:moveTo>
                  <a:pt x="87630" y="36830"/>
                </a:moveTo>
                <a:lnTo>
                  <a:pt x="3797" y="36830"/>
                </a:lnTo>
                <a:lnTo>
                  <a:pt x="3797" y="35560"/>
                </a:lnTo>
                <a:lnTo>
                  <a:pt x="2552" y="35560"/>
                </a:lnTo>
                <a:lnTo>
                  <a:pt x="2552" y="38100"/>
                </a:lnTo>
                <a:lnTo>
                  <a:pt x="1282" y="38100"/>
                </a:lnTo>
                <a:lnTo>
                  <a:pt x="1282" y="40640"/>
                </a:lnTo>
                <a:lnTo>
                  <a:pt x="0" y="40640"/>
                </a:lnTo>
                <a:lnTo>
                  <a:pt x="0" y="41910"/>
                </a:lnTo>
                <a:lnTo>
                  <a:pt x="83832" y="41910"/>
                </a:lnTo>
                <a:lnTo>
                  <a:pt x="83832" y="43180"/>
                </a:lnTo>
                <a:lnTo>
                  <a:pt x="85102" y="43180"/>
                </a:lnTo>
                <a:lnTo>
                  <a:pt x="85102" y="41910"/>
                </a:lnTo>
                <a:lnTo>
                  <a:pt x="86347" y="41910"/>
                </a:lnTo>
                <a:lnTo>
                  <a:pt x="86347" y="38100"/>
                </a:lnTo>
                <a:lnTo>
                  <a:pt x="87630" y="38100"/>
                </a:lnTo>
                <a:lnTo>
                  <a:pt x="87630" y="36830"/>
                </a:lnTo>
                <a:close/>
              </a:path>
              <a:path w="113029" h="43180">
                <a:moveTo>
                  <a:pt x="92697" y="30480"/>
                </a:moveTo>
                <a:lnTo>
                  <a:pt x="8902" y="30480"/>
                </a:lnTo>
                <a:lnTo>
                  <a:pt x="8902" y="29210"/>
                </a:lnTo>
                <a:lnTo>
                  <a:pt x="7632" y="29210"/>
                </a:lnTo>
                <a:lnTo>
                  <a:pt x="7632" y="31750"/>
                </a:lnTo>
                <a:lnTo>
                  <a:pt x="6350" y="31750"/>
                </a:lnTo>
                <a:lnTo>
                  <a:pt x="6350" y="34290"/>
                </a:lnTo>
                <a:lnTo>
                  <a:pt x="5080" y="34290"/>
                </a:lnTo>
                <a:lnTo>
                  <a:pt x="5080" y="35560"/>
                </a:lnTo>
                <a:lnTo>
                  <a:pt x="88900" y="35560"/>
                </a:lnTo>
                <a:lnTo>
                  <a:pt x="88900" y="36830"/>
                </a:lnTo>
                <a:lnTo>
                  <a:pt x="90182" y="36830"/>
                </a:lnTo>
                <a:lnTo>
                  <a:pt x="90182" y="34290"/>
                </a:lnTo>
                <a:lnTo>
                  <a:pt x="91452" y="34290"/>
                </a:lnTo>
                <a:lnTo>
                  <a:pt x="91452" y="31750"/>
                </a:lnTo>
                <a:lnTo>
                  <a:pt x="92697" y="31750"/>
                </a:lnTo>
                <a:lnTo>
                  <a:pt x="92697" y="30480"/>
                </a:lnTo>
                <a:close/>
              </a:path>
              <a:path w="113029" h="43180">
                <a:moveTo>
                  <a:pt x="97802" y="24130"/>
                </a:moveTo>
                <a:lnTo>
                  <a:pt x="13982" y="24130"/>
                </a:lnTo>
                <a:lnTo>
                  <a:pt x="13982" y="22860"/>
                </a:lnTo>
                <a:lnTo>
                  <a:pt x="12700" y="22860"/>
                </a:lnTo>
                <a:lnTo>
                  <a:pt x="12700" y="25400"/>
                </a:lnTo>
                <a:lnTo>
                  <a:pt x="11430" y="25400"/>
                </a:lnTo>
                <a:lnTo>
                  <a:pt x="11430" y="27940"/>
                </a:lnTo>
                <a:lnTo>
                  <a:pt x="10147" y="27940"/>
                </a:lnTo>
                <a:lnTo>
                  <a:pt x="10147" y="29210"/>
                </a:lnTo>
                <a:lnTo>
                  <a:pt x="93980" y="29210"/>
                </a:lnTo>
                <a:lnTo>
                  <a:pt x="93980" y="30480"/>
                </a:lnTo>
                <a:lnTo>
                  <a:pt x="95250" y="30480"/>
                </a:lnTo>
                <a:lnTo>
                  <a:pt x="95250" y="27940"/>
                </a:lnTo>
                <a:lnTo>
                  <a:pt x="96532" y="27940"/>
                </a:lnTo>
                <a:lnTo>
                  <a:pt x="96532" y="25400"/>
                </a:lnTo>
                <a:lnTo>
                  <a:pt x="97802" y="25400"/>
                </a:lnTo>
                <a:lnTo>
                  <a:pt x="97802" y="24130"/>
                </a:lnTo>
                <a:close/>
              </a:path>
              <a:path w="113029" h="43180">
                <a:moveTo>
                  <a:pt x="102882" y="17780"/>
                </a:moveTo>
                <a:lnTo>
                  <a:pt x="19050" y="17780"/>
                </a:lnTo>
                <a:lnTo>
                  <a:pt x="19050" y="16510"/>
                </a:lnTo>
                <a:lnTo>
                  <a:pt x="17780" y="16510"/>
                </a:lnTo>
                <a:lnTo>
                  <a:pt x="17780" y="17780"/>
                </a:lnTo>
                <a:lnTo>
                  <a:pt x="16497" y="17780"/>
                </a:lnTo>
                <a:lnTo>
                  <a:pt x="16497" y="21590"/>
                </a:lnTo>
                <a:lnTo>
                  <a:pt x="15252" y="21590"/>
                </a:lnTo>
                <a:lnTo>
                  <a:pt x="15252" y="22860"/>
                </a:lnTo>
                <a:lnTo>
                  <a:pt x="100330" y="22860"/>
                </a:lnTo>
                <a:lnTo>
                  <a:pt x="100330" y="21590"/>
                </a:lnTo>
                <a:lnTo>
                  <a:pt x="101600" y="21590"/>
                </a:lnTo>
                <a:lnTo>
                  <a:pt x="101600" y="19050"/>
                </a:lnTo>
                <a:lnTo>
                  <a:pt x="102882" y="19050"/>
                </a:lnTo>
                <a:lnTo>
                  <a:pt x="102882" y="17780"/>
                </a:lnTo>
                <a:close/>
              </a:path>
              <a:path w="113029" h="43180">
                <a:moveTo>
                  <a:pt x="106680" y="11430"/>
                </a:moveTo>
                <a:lnTo>
                  <a:pt x="24130" y="11430"/>
                </a:lnTo>
                <a:lnTo>
                  <a:pt x="24130" y="10160"/>
                </a:lnTo>
                <a:lnTo>
                  <a:pt x="22847" y="10160"/>
                </a:lnTo>
                <a:lnTo>
                  <a:pt x="22847" y="11430"/>
                </a:lnTo>
                <a:lnTo>
                  <a:pt x="21602" y="11430"/>
                </a:lnTo>
                <a:lnTo>
                  <a:pt x="21602" y="15240"/>
                </a:lnTo>
                <a:lnTo>
                  <a:pt x="20332" y="15240"/>
                </a:lnTo>
                <a:lnTo>
                  <a:pt x="20332" y="16510"/>
                </a:lnTo>
                <a:lnTo>
                  <a:pt x="102882" y="16510"/>
                </a:lnTo>
                <a:lnTo>
                  <a:pt x="102882" y="17780"/>
                </a:lnTo>
                <a:lnTo>
                  <a:pt x="104152" y="17780"/>
                </a:lnTo>
                <a:lnTo>
                  <a:pt x="104152" y="16510"/>
                </a:lnTo>
                <a:lnTo>
                  <a:pt x="105397" y="16510"/>
                </a:lnTo>
                <a:lnTo>
                  <a:pt x="105397" y="15240"/>
                </a:lnTo>
                <a:lnTo>
                  <a:pt x="106680" y="15240"/>
                </a:lnTo>
                <a:lnTo>
                  <a:pt x="106680" y="11430"/>
                </a:lnTo>
                <a:close/>
              </a:path>
              <a:path w="113029" h="43180">
                <a:moveTo>
                  <a:pt x="110502" y="5080"/>
                </a:moveTo>
                <a:lnTo>
                  <a:pt x="29197" y="5080"/>
                </a:lnTo>
                <a:lnTo>
                  <a:pt x="29197" y="3810"/>
                </a:lnTo>
                <a:lnTo>
                  <a:pt x="27952" y="3810"/>
                </a:lnTo>
                <a:lnTo>
                  <a:pt x="27952" y="5080"/>
                </a:lnTo>
                <a:lnTo>
                  <a:pt x="26682" y="5080"/>
                </a:lnTo>
                <a:lnTo>
                  <a:pt x="26682" y="8890"/>
                </a:lnTo>
                <a:lnTo>
                  <a:pt x="25400" y="8890"/>
                </a:lnTo>
                <a:lnTo>
                  <a:pt x="25400" y="10160"/>
                </a:lnTo>
                <a:lnTo>
                  <a:pt x="107950" y="10160"/>
                </a:lnTo>
                <a:lnTo>
                  <a:pt x="107950" y="11430"/>
                </a:lnTo>
                <a:lnTo>
                  <a:pt x="109232" y="11430"/>
                </a:lnTo>
                <a:lnTo>
                  <a:pt x="109232" y="8890"/>
                </a:lnTo>
                <a:lnTo>
                  <a:pt x="110502" y="8890"/>
                </a:lnTo>
                <a:lnTo>
                  <a:pt x="110502" y="5080"/>
                </a:lnTo>
                <a:close/>
              </a:path>
              <a:path w="113029" h="43180">
                <a:moveTo>
                  <a:pt x="113030" y="0"/>
                </a:moveTo>
                <a:lnTo>
                  <a:pt x="30480" y="0"/>
                </a:lnTo>
                <a:lnTo>
                  <a:pt x="30480" y="3810"/>
                </a:lnTo>
                <a:lnTo>
                  <a:pt x="111747" y="3810"/>
                </a:lnTo>
                <a:lnTo>
                  <a:pt x="111747" y="2540"/>
                </a:lnTo>
                <a:lnTo>
                  <a:pt x="113030" y="2540"/>
                </a:lnTo>
                <a:lnTo>
                  <a:pt x="113030" y="0"/>
                </a:lnTo>
                <a:close/>
              </a:path>
            </a:pathLst>
          </a:custGeom>
          <a:solidFill>
            <a:srgbClr val="B56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6851625" y="130809"/>
            <a:ext cx="79375" cy="44450"/>
          </a:xfrm>
          <a:custGeom>
            <a:avLst/>
            <a:gdLst/>
            <a:ahLst/>
            <a:cxnLst/>
            <a:rect l="l" t="t" r="r" b="b"/>
            <a:pathLst>
              <a:path w="79375" h="44450">
                <a:moveTo>
                  <a:pt x="60960" y="3810"/>
                </a:moveTo>
                <a:lnTo>
                  <a:pt x="59702" y="3810"/>
                </a:lnTo>
                <a:lnTo>
                  <a:pt x="59702" y="0"/>
                </a:lnTo>
                <a:lnTo>
                  <a:pt x="0" y="0"/>
                </a:lnTo>
                <a:lnTo>
                  <a:pt x="0" y="5080"/>
                </a:lnTo>
                <a:lnTo>
                  <a:pt x="60960" y="5080"/>
                </a:lnTo>
                <a:lnTo>
                  <a:pt x="60960" y="3810"/>
                </a:lnTo>
                <a:close/>
              </a:path>
              <a:path w="79375" h="44450">
                <a:moveTo>
                  <a:pt x="63500" y="7620"/>
                </a:moveTo>
                <a:lnTo>
                  <a:pt x="62230" y="7620"/>
                </a:lnTo>
                <a:lnTo>
                  <a:pt x="62230" y="5080"/>
                </a:lnTo>
                <a:lnTo>
                  <a:pt x="60960" y="5080"/>
                </a:lnTo>
                <a:lnTo>
                  <a:pt x="60960" y="6350"/>
                </a:lnTo>
                <a:lnTo>
                  <a:pt x="2552" y="6350"/>
                </a:lnTo>
                <a:lnTo>
                  <a:pt x="2552" y="10160"/>
                </a:lnTo>
                <a:lnTo>
                  <a:pt x="3810" y="10160"/>
                </a:lnTo>
                <a:lnTo>
                  <a:pt x="3810" y="11430"/>
                </a:lnTo>
                <a:lnTo>
                  <a:pt x="63500" y="11430"/>
                </a:lnTo>
                <a:lnTo>
                  <a:pt x="63500" y="7620"/>
                </a:lnTo>
                <a:close/>
              </a:path>
              <a:path w="79375" h="44450">
                <a:moveTo>
                  <a:pt x="66052" y="13970"/>
                </a:moveTo>
                <a:lnTo>
                  <a:pt x="64782" y="13970"/>
                </a:lnTo>
                <a:lnTo>
                  <a:pt x="64782" y="11430"/>
                </a:lnTo>
                <a:lnTo>
                  <a:pt x="63500" y="11430"/>
                </a:lnTo>
                <a:lnTo>
                  <a:pt x="63500" y="12700"/>
                </a:lnTo>
                <a:lnTo>
                  <a:pt x="5080" y="12700"/>
                </a:lnTo>
                <a:lnTo>
                  <a:pt x="5080" y="16510"/>
                </a:lnTo>
                <a:lnTo>
                  <a:pt x="66052" y="16510"/>
                </a:lnTo>
                <a:lnTo>
                  <a:pt x="66052" y="13970"/>
                </a:lnTo>
                <a:close/>
              </a:path>
              <a:path w="79375" h="44450">
                <a:moveTo>
                  <a:pt x="68580" y="19050"/>
                </a:moveTo>
                <a:lnTo>
                  <a:pt x="67310" y="19050"/>
                </a:lnTo>
                <a:lnTo>
                  <a:pt x="67310" y="16510"/>
                </a:lnTo>
                <a:lnTo>
                  <a:pt x="66052" y="16510"/>
                </a:lnTo>
                <a:lnTo>
                  <a:pt x="66052" y="17780"/>
                </a:lnTo>
                <a:lnTo>
                  <a:pt x="6350" y="17780"/>
                </a:lnTo>
                <a:lnTo>
                  <a:pt x="6350" y="19050"/>
                </a:lnTo>
                <a:lnTo>
                  <a:pt x="7632" y="19050"/>
                </a:lnTo>
                <a:lnTo>
                  <a:pt x="7632" y="22860"/>
                </a:lnTo>
                <a:lnTo>
                  <a:pt x="8902" y="22860"/>
                </a:lnTo>
                <a:lnTo>
                  <a:pt x="8902" y="25400"/>
                </a:lnTo>
                <a:lnTo>
                  <a:pt x="10160" y="25400"/>
                </a:lnTo>
                <a:lnTo>
                  <a:pt x="10160" y="24130"/>
                </a:lnTo>
                <a:lnTo>
                  <a:pt x="68580" y="24130"/>
                </a:lnTo>
                <a:lnTo>
                  <a:pt x="68580" y="19050"/>
                </a:lnTo>
                <a:close/>
              </a:path>
              <a:path w="79375" h="44450">
                <a:moveTo>
                  <a:pt x="72402" y="29210"/>
                </a:moveTo>
                <a:lnTo>
                  <a:pt x="71132" y="29210"/>
                </a:lnTo>
                <a:lnTo>
                  <a:pt x="71132" y="25400"/>
                </a:lnTo>
                <a:lnTo>
                  <a:pt x="10160" y="25400"/>
                </a:lnTo>
                <a:lnTo>
                  <a:pt x="10160" y="29210"/>
                </a:lnTo>
                <a:lnTo>
                  <a:pt x="11430" y="29210"/>
                </a:lnTo>
                <a:lnTo>
                  <a:pt x="11430" y="31750"/>
                </a:lnTo>
                <a:lnTo>
                  <a:pt x="12700" y="31750"/>
                </a:lnTo>
                <a:lnTo>
                  <a:pt x="12700" y="30480"/>
                </a:lnTo>
                <a:lnTo>
                  <a:pt x="72402" y="30480"/>
                </a:lnTo>
                <a:lnTo>
                  <a:pt x="72402" y="29210"/>
                </a:lnTo>
                <a:close/>
              </a:path>
              <a:path w="79375" h="44450">
                <a:moveTo>
                  <a:pt x="74930" y="35560"/>
                </a:moveTo>
                <a:lnTo>
                  <a:pt x="73660" y="35560"/>
                </a:lnTo>
                <a:lnTo>
                  <a:pt x="73660" y="31750"/>
                </a:lnTo>
                <a:lnTo>
                  <a:pt x="12700" y="31750"/>
                </a:lnTo>
                <a:lnTo>
                  <a:pt x="12700" y="33020"/>
                </a:lnTo>
                <a:lnTo>
                  <a:pt x="13982" y="33020"/>
                </a:lnTo>
                <a:lnTo>
                  <a:pt x="13982" y="38100"/>
                </a:lnTo>
                <a:lnTo>
                  <a:pt x="15252" y="38100"/>
                </a:lnTo>
                <a:lnTo>
                  <a:pt x="15252" y="36830"/>
                </a:lnTo>
                <a:lnTo>
                  <a:pt x="74930" y="36830"/>
                </a:lnTo>
                <a:lnTo>
                  <a:pt x="74930" y="35560"/>
                </a:lnTo>
                <a:close/>
              </a:path>
              <a:path w="79375" h="44450">
                <a:moveTo>
                  <a:pt x="77482" y="41910"/>
                </a:moveTo>
                <a:lnTo>
                  <a:pt x="76200" y="41910"/>
                </a:lnTo>
                <a:lnTo>
                  <a:pt x="76200" y="36830"/>
                </a:lnTo>
                <a:lnTo>
                  <a:pt x="74930" y="36830"/>
                </a:lnTo>
                <a:lnTo>
                  <a:pt x="74930" y="38100"/>
                </a:lnTo>
                <a:lnTo>
                  <a:pt x="15252" y="38100"/>
                </a:lnTo>
                <a:lnTo>
                  <a:pt x="15252" y="39370"/>
                </a:lnTo>
                <a:lnTo>
                  <a:pt x="16510" y="39370"/>
                </a:lnTo>
                <a:lnTo>
                  <a:pt x="16510" y="43180"/>
                </a:lnTo>
                <a:lnTo>
                  <a:pt x="77482" y="43180"/>
                </a:lnTo>
                <a:lnTo>
                  <a:pt x="77482" y="41910"/>
                </a:lnTo>
                <a:close/>
              </a:path>
              <a:path w="79375" h="44450">
                <a:moveTo>
                  <a:pt x="78752" y="43180"/>
                </a:moveTo>
                <a:lnTo>
                  <a:pt x="77482" y="43180"/>
                </a:lnTo>
                <a:lnTo>
                  <a:pt x="77482" y="44450"/>
                </a:lnTo>
                <a:lnTo>
                  <a:pt x="78752" y="44450"/>
                </a:lnTo>
                <a:lnTo>
                  <a:pt x="78752" y="43180"/>
                </a:lnTo>
                <a:close/>
              </a:path>
            </a:pathLst>
          </a:custGeom>
          <a:solidFill>
            <a:srgbClr val="B56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8605507" y="173987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74" y="1270"/>
                </a:moveTo>
                <a:lnTo>
                  <a:pt x="0" y="1270"/>
                </a:lnTo>
                <a:lnTo>
                  <a:pt x="0" y="0"/>
                </a:lnTo>
                <a:lnTo>
                  <a:pt x="1274" y="0"/>
                </a:lnTo>
                <a:lnTo>
                  <a:pt x="1274" y="1270"/>
                </a:lnTo>
                <a:close/>
              </a:path>
            </a:pathLst>
          </a:custGeom>
          <a:solidFill>
            <a:srgbClr val="B56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608022" y="130809"/>
            <a:ext cx="117475" cy="44450"/>
          </a:xfrm>
          <a:custGeom>
            <a:avLst/>
            <a:gdLst/>
            <a:ahLst/>
            <a:cxnLst/>
            <a:rect l="l" t="t" r="r" b="b"/>
            <a:pathLst>
              <a:path w="117475" h="44450">
                <a:moveTo>
                  <a:pt x="87655" y="38100"/>
                </a:moveTo>
                <a:lnTo>
                  <a:pt x="3835" y="38100"/>
                </a:lnTo>
                <a:lnTo>
                  <a:pt x="3835" y="36830"/>
                </a:lnTo>
                <a:lnTo>
                  <a:pt x="2552" y="36830"/>
                </a:lnTo>
                <a:lnTo>
                  <a:pt x="2552" y="38100"/>
                </a:lnTo>
                <a:lnTo>
                  <a:pt x="1282" y="38100"/>
                </a:lnTo>
                <a:lnTo>
                  <a:pt x="1282" y="39370"/>
                </a:lnTo>
                <a:lnTo>
                  <a:pt x="0" y="39370"/>
                </a:lnTo>
                <a:lnTo>
                  <a:pt x="0" y="43180"/>
                </a:lnTo>
                <a:lnTo>
                  <a:pt x="83832" y="43180"/>
                </a:lnTo>
                <a:lnTo>
                  <a:pt x="83832" y="44450"/>
                </a:lnTo>
                <a:lnTo>
                  <a:pt x="85102" y="44450"/>
                </a:lnTo>
                <a:lnTo>
                  <a:pt x="85102" y="43180"/>
                </a:lnTo>
                <a:lnTo>
                  <a:pt x="86385" y="43180"/>
                </a:lnTo>
                <a:lnTo>
                  <a:pt x="86385" y="41910"/>
                </a:lnTo>
                <a:lnTo>
                  <a:pt x="87655" y="41910"/>
                </a:lnTo>
                <a:lnTo>
                  <a:pt x="87655" y="38100"/>
                </a:lnTo>
                <a:close/>
              </a:path>
              <a:path w="117475" h="44450">
                <a:moveTo>
                  <a:pt x="92735" y="31750"/>
                </a:moveTo>
                <a:lnTo>
                  <a:pt x="8902" y="31750"/>
                </a:lnTo>
                <a:lnTo>
                  <a:pt x="8902" y="30480"/>
                </a:lnTo>
                <a:lnTo>
                  <a:pt x="7632" y="30480"/>
                </a:lnTo>
                <a:lnTo>
                  <a:pt x="7632" y="31750"/>
                </a:lnTo>
                <a:lnTo>
                  <a:pt x="6350" y="31750"/>
                </a:lnTo>
                <a:lnTo>
                  <a:pt x="6350" y="33020"/>
                </a:lnTo>
                <a:lnTo>
                  <a:pt x="5105" y="33020"/>
                </a:lnTo>
                <a:lnTo>
                  <a:pt x="5105" y="35560"/>
                </a:lnTo>
                <a:lnTo>
                  <a:pt x="3835" y="35560"/>
                </a:lnTo>
                <a:lnTo>
                  <a:pt x="3835" y="36830"/>
                </a:lnTo>
                <a:lnTo>
                  <a:pt x="88900" y="36830"/>
                </a:lnTo>
                <a:lnTo>
                  <a:pt x="88900" y="38100"/>
                </a:lnTo>
                <a:lnTo>
                  <a:pt x="90182" y="38100"/>
                </a:lnTo>
                <a:lnTo>
                  <a:pt x="90182" y="36830"/>
                </a:lnTo>
                <a:lnTo>
                  <a:pt x="91452" y="36830"/>
                </a:lnTo>
                <a:lnTo>
                  <a:pt x="91452" y="33020"/>
                </a:lnTo>
                <a:lnTo>
                  <a:pt x="92735" y="33020"/>
                </a:lnTo>
                <a:lnTo>
                  <a:pt x="92735" y="31750"/>
                </a:lnTo>
                <a:close/>
              </a:path>
              <a:path w="117475" h="44450">
                <a:moveTo>
                  <a:pt x="97802" y="25400"/>
                </a:moveTo>
                <a:lnTo>
                  <a:pt x="13982" y="25400"/>
                </a:lnTo>
                <a:lnTo>
                  <a:pt x="13982" y="24130"/>
                </a:lnTo>
                <a:lnTo>
                  <a:pt x="12700" y="24130"/>
                </a:lnTo>
                <a:lnTo>
                  <a:pt x="12700" y="25400"/>
                </a:lnTo>
                <a:lnTo>
                  <a:pt x="11455" y="25400"/>
                </a:lnTo>
                <a:lnTo>
                  <a:pt x="11455" y="26670"/>
                </a:lnTo>
                <a:lnTo>
                  <a:pt x="10185" y="26670"/>
                </a:lnTo>
                <a:lnTo>
                  <a:pt x="10185" y="29210"/>
                </a:lnTo>
                <a:lnTo>
                  <a:pt x="8902" y="29210"/>
                </a:lnTo>
                <a:lnTo>
                  <a:pt x="8902" y="30480"/>
                </a:lnTo>
                <a:lnTo>
                  <a:pt x="94005" y="30480"/>
                </a:lnTo>
                <a:lnTo>
                  <a:pt x="94005" y="31750"/>
                </a:lnTo>
                <a:lnTo>
                  <a:pt x="95250" y="31750"/>
                </a:lnTo>
                <a:lnTo>
                  <a:pt x="95250" y="30480"/>
                </a:lnTo>
                <a:lnTo>
                  <a:pt x="96532" y="30480"/>
                </a:lnTo>
                <a:lnTo>
                  <a:pt x="96532" y="26670"/>
                </a:lnTo>
                <a:lnTo>
                  <a:pt x="97802" y="26670"/>
                </a:lnTo>
                <a:lnTo>
                  <a:pt x="97802" y="25400"/>
                </a:lnTo>
                <a:close/>
              </a:path>
              <a:path w="117475" h="44450">
                <a:moveTo>
                  <a:pt x="104152" y="17780"/>
                </a:moveTo>
                <a:lnTo>
                  <a:pt x="19050" y="17780"/>
                </a:lnTo>
                <a:lnTo>
                  <a:pt x="19050" y="16510"/>
                </a:lnTo>
                <a:lnTo>
                  <a:pt x="17805" y="16510"/>
                </a:lnTo>
                <a:lnTo>
                  <a:pt x="17805" y="19050"/>
                </a:lnTo>
                <a:lnTo>
                  <a:pt x="16535" y="19050"/>
                </a:lnTo>
                <a:lnTo>
                  <a:pt x="16535" y="20320"/>
                </a:lnTo>
                <a:lnTo>
                  <a:pt x="15252" y="20320"/>
                </a:lnTo>
                <a:lnTo>
                  <a:pt x="15252" y="22860"/>
                </a:lnTo>
                <a:lnTo>
                  <a:pt x="13982" y="22860"/>
                </a:lnTo>
                <a:lnTo>
                  <a:pt x="13982" y="24130"/>
                </a:lnTo>
                <a:lnTo>
                  <a:pt x="99085" y="24130"/>
                </a:lnTo>
                <a:lnTo>
                  <a:pt x="99085" y="25400"/>
                </a:lnTo>
                <a:lnTo>
                  <a:pt x="100355" y="25400"/>
                </a:lnTo>
                <a:lnTo>
                  <a:pt x="100355" y="22860"/>
                </a:lnTo>
                <a:lnTo>
                  <a:pt x="101600" y="22860"/>
                </a:lnTo>
                <a:lnTo>
                  <a:pt x="101600" y="20320"/>
                </a:lnTo>
                <a:lnTo>
                  <a:pt x="102882" y="20320"/>
                </a:lnTo>
                <a:lnTo>
                  <a:pt x="102882" y="19050"/>
                </a:lnTo>
                <a:lnTo>
                  <a:pt x="104152" y="19050"/>
                </a:lnTo>
                <a:lnTo>
                  <a:pt x="104152" y="17780"/>
                </a:lnTo>
                <a:close/>
              </a:path>
              <a:path w="117475" h="44450">
                <a:moveTo>
                  <a:pt x="107950" y="12700"/>
                </a:moveTo>
                <a:lnTo>
                  <a:pt x="21602" y="12700"/>
                </a:lnTo>
                <a:lnTo>
                  <a:pt x="21602" y="13970"/>
                </a:lnTo>
                <a:lnTo>
                  <a:pt x="20332" y="13970"/>
                </a:lnTo>
                <a:lnTo>
                  <a:pt x="20332" y="16510"/>
                </a:lnTo>
                <a:lnTo>
                  <a:pt x="104152" y="16510"/>
                </a:lnTo>
                <a:lnTo>
                  <a:pt x="104152" y="17780"/>
                </a:lnTo>
                <a:lnTo>
                  <a:pt x="105435" y="17780"/>
                </a:lnTo>
                <a:lnTo>
                  <a:pt x="105435" y="16510"/>
                </a:lnTo>
                <a:lnTo>
                  <a:pt x="106705" y="16510"/>
                </a:lnTo>
                <a:lnTo>
                  <a:pt x="106705" y="13970"/>
                </a:lnTo>
                <a:lnTo>
                  <a:pt x="107950" y="13970"/>
                </a:lnTo>
                <a:lnTo>
                  <a:pt x="107950" y="12700"/>
                </a:lnTo>
                <a:close/>
              </a:path>
              <a:path w="117475" h="44450">
                <a:moveTo>
                  <a:pt x="113055" y="6350"/>
                </a:moveTo>
                <a:lnTo>
                  <a:pt x="26682" y="6350"/>
                </a:lnTo>
                <a:lnTo>
                  <a:pt x="26682" y="7620"/>
                </a:lnTo>
                <a:lnTo>
                  <a:pt x="25400" y="7620"/>
                </a:lnTo>
                <a:lnTo>
                  <a:pt x="25400" y="10160"/>
                </a:lnTo>
                <a:lnTo>
                  <a:pt x="24155" y="10160"/>
                </a:lnTo>
                <a:lnTo>
                  <a:pt x="24155" y="11430"/>
                </a:lnTo>
                <a:lnTo>
                  <a:pt x="107950" y="11430"/>
                </a:lnTo>
                <a:lnTo>
                  <a:pt x="107950" y="12700"/>
                </a:lnTo>
                <a:lnTo>
                  <a:pt x="109232" y="12700"/>
                </a:lnTo>
                <a:lnTo>
                  <a:pt x="109232" y="11430"/>
                </a:lnTo>
                <a:lnTo>
                  <a:pt x="110502" y="11430"/>
                </a:lnTo>
                <a:lnTo>
                  <a:pt x="110502" y="10160"/>
                </a:lnTo>
                <a:lnTo>
                  <a:pt x="111785" y="10160"/>
                </a:lnTo>
                <a:lnTo>
                  <a:pt x="111785" y="7620"/>
                </a:lnTo>
                <a:lnTo>
                  <a:pt x="113055" y="7620"/>
                </a:lnTo>
                <a:lnTo>
                  <a:pt x="113055" y="6350"/>
                </a:lnTo>
                <a:close/>
              </a:path>
              <a:path w="117475" h="44450">
                <a:moveTo>
                  <a:pt x="116852" y="0"/>
                </a:moveTo>
                <a:lnTo>
                  <a:pt x="31750" y="0"/>
                </a:lnTo>
                <a:lnTo>
                  <a:pt x="31750" y="1270"/>
                </a:lnTo>
                <a:lnTo>
                  <a:pt x="30505" y="1270"/>
                </a:lnTo>
                <a:lnTo>
                  <a:pt x="30505" y="3810"/>
                </a:lnTo>
                <a:lnTo>
                  <a:pt x="29235" y="3810"/>
                </a:lnTo>
                <a:lnTo>
                  <a:pt x="29235" y="5080"/>
                </a:lnTo>
                <a:lnTo>
                  <a:pt x="113055" y="5080"/>
                </a:lnTo>
                <a:lnTo>
                  <a:pt x="113055" y="6350"/>
                </a:lnTo>
                <a:lnTo>
                  <a:pt x="114300" y="6350"/>
                </a:lnTo>
                <a:lnTo>
                  <a:pt x="114300" y="5080"/>
                </a:lnTo>
                <a:lnTo>
                  <a:pt x="115582" y="5080"/>
                </a:lnTo>
                <a:lnTo>
                  <a:pt x="115582" y="3810"/>
                </a:lnTo>
                <a:lnTo>
                  <a:pt x="116852" y="3810"/>
                </a:lnTo>
                <a:lnTo>
                  <a:pt x="116852" y="0"/>
                </a:lnTo>
                <a:close/>
              </a:path>
            </a:pathLst>
          </a:custGeom>
          <a:solidFill>
            <a:srgbClr val="B56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6869404" y="175259"/>
            <a:ext cx="97790" cy="86360"/>
          </a:xfrm>
          <a:custGeom>
            <a:avLst/>
            <a:gdLst/>
            <a:ahLst/>
            <a:cxnLst/>
            <a:rect l="l" t="t" r="r" b="b"/>
            <a:pathLst>
              <a:path w="97790" h="86360">
                <a:moveTo>
                  <a:pt x="62230" y="1270"/>
                </a:moveTo>
                <a:lnTo>
                  <a:pt x="60947" y="1270"/>
                </a:lnTo>
                <a:lnTo>
                  <a:pt x="60947" y="0"/>
                </a:ln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5080"/>
                </a:lnTo>
                <a:lnTo>
                  <a:pt x="62230" y="5080"/>
                </a:lnTo>
                <a:lnTo>
                  <a:pt x="62230" y="1270"/>
                </a:lnTo>
                <a:close/>
              </a:path>
              <a:path w="97790" h="86360">
                <a:moveTo>
                  <a:pt x="64770" y="7620"/>
                </a:moveTo>
                <a:lnTo>
                  <a:pt x="63500" y="7620"/>
                </a:lnTo>
                <a:lnTo>
                  <a:pt x="63500" y="5080"/>
                </a:lnTo>
                <a:lnTo>
                  <a:pt x="62230" y="5080"/>
                </a:lnTo>
                <a:lnTo>
                  <a:pt x="62230" y="6350"/>
                </a:lnTo>
                <a:lnTo>
                  <a:pt x="3822" y="6350"/>
                </a:lnTo>
                <a:lnTo>
                  <a:pt x="3822" y="11430"/>
                </a:lnTo>
                <a:lnTo>
                  <a:pt x="64770" y="11430"/>
                </a:lnTo>
                <a:lnTo>
                  <a:pt x="64770" y="7620"/>
                </a:lnTo>
                <a:close/>
              </a:path>
              <a:path w="97790" h="86360">
                <a:moveTo>
                  <a:pt x="67322" y="17780"/>
                </a:moveTo>
                <a:lnTo>
                  <a:pt x="67297" y="13970"/>
                </a:lnTo>
                <a:lnTo>
                  <a:pt x="66052" y="13970"/>
                </a:lnTo>
                <a:lnTo>
                  <a:pt x="66052" y="12700"/>
                </a:lnTo>
                <a:lnTo>
                  <a:pt x="6350" y="12700"/>
                </a:lnTo>
                <a:lnTo>
                  <a:pt x="6350" y="16510"/>
                </a:lnTo>
                <a:lnTo>
                  <a:pt x="7620" y="16510"/>
                </a:lnTo>
                <a:lnTo>
                  <a:pt x="7620" y="17780"/>
                </a:lnTo>
                <a:lnTo>
                  <a:pt x="67322" y="17780"/>
                </a:lnTo>
                <a:close/>
              </a:path>
              <a:path w="97790" h="86360">
                <a:moveTo>
                  <a:pt x="69850" y="19050"/>
                </a:moveTo>
                <a:lnTo>
                  <a:pt x="8902" y="19050"/>
                </a:lnTo>
                <a:lnTo>
                  <a:pt x="8902" y="22860"/>
                </a:lnTo>
                <a:lnTo>
                  <a:pt x="10172" y="22860"/>
                </a:lnTo>
                <a:lnTo>
                  <a:pt x="10172" y="25400"/>
                </a:lnTo>
                <a:lnTo>
                  <a:pt x="11430" y="25400"/>
                </a:lnTo>
                <a:lnTo>
                  <a:pt x="11430" y="24130"/>
                </a:lnTo>
                <a:lnTo>
                  <a:pt x="69850" y="24130"/>
                </a:lnTo>
                <a:lnTo>
                  <a:pt x="69850" y="19050"/>
                </a:lnTo>
                <a:close/>
              </a:path>
              <a:path w="97790" h="86360">
                <a:moveTo>
                  <a:pt x="73672" y="30480"/>
                </a:moveTo>
                <a:lnTo>
                  <a:pt x="73647" y="29210"/>
                </a:lnTo>
                <a:lnTo>
                  <a:pt x="72377" y="29210"/>
                </a:lnTo>
                <a:lnTo>
                  <a:pt x="72377" y="25400"/>
                </a:lnTo>
                <a:lnTo>
                  <a:pt x="11430" y="25400"/>
                </a:lnTo>
                <a:lnTo>
                  <a:pt x="11430" y="29210"/>
                </a:lnTo>
                <a:lnTo>
                  <a:pt x="12700" y="29210"/>
                </a:lnTo>
                <a:lnTo>
                  <a:pt x="12700" y="31750"/>
                </a:lnTo>
                <a:lnTo>
                  <a:pt x="13970" y="31750"/>
                </a:lnTo>
                <a:lnTo>
                  <a:pt x="13970" y="30480"/>
                </a:lnTo>
                <a:lnTo>
                  <a:pt x="73672" y="30480"/>
                </a:lnTo>
                <a:close/>
              </a:path>
              <a:path w="97790" h="86360">
                <a:moveTo>
                  <a:pt x="76200" y="35560"/>
                </a:moveTo>
                <a:lnTo>
                  <a:pt x="74930" y="35560"/>
                </a:lnTo>
                <a:lnTo>
                  <a:pt x="74930" y="31750"/>
                </a:lnTo>
                <a:lnTo>
                  <a:pt x="13970" y="31750"/>
                </a:lnTo>
                <a:lnTo>
                  <a:pt x="13970" y="33020"/>
                </a:lnTo>
                <a:lnTo>
                  <a:pt x="15252" y="33020"/>
                </a:lnTo>
                <a:lnTo>
                  <a:pt x="15252" y="38100"/>
                </a:lnTo>
                <a:lnTo>
                  <a:pt x="16522" y="38100"/>
                </a:lnTo>
                <a:lnTo>
                  <a:pt x="16522" y="36830"/>
                </a:lnTo>
                <a:lnTo>
                  <a:pt x="76200" y="36830"/>
                </a:lnTo>
                <a:lnTo>
                  <a:pt x="76200" y="35560"/>
                </a:lnTo>
                <a:close/>
              </a:path>
              <a:path w="97790" h="86360">
                <a:moveTo>
                  <a:pt x="78752" y="43180"/>
                </a:moveTo>
                <a:lnTo>
                  <a:pt x="78727" y="39370"/>
                </a:lnTo>
                <a:lnTo>
                  <a:pt x="77470" y="39370"/>
                </a:lnTo>
                <a:lnTo>
                  <a:pt x="77470" y="36830"/>
                </a:lnTo>
                <a:lnTo>
                  <a:pt x="76200" y="36830"/>
                </a:lnTo>
                <a:lnTo>
                  <a:pt x="76200" y="38100"/>
                </a:lnTo>
                <a:lnTo>
                  <a:pt x="16522" y="38100"/>
                </a:lnTo>
                <a:lnTo>
                  <a:pt x="16522" y="39370"/>
                </a:lnTo>
                <a:lnTo>
                  <a:pt x="17780" y="39370"/>
                </a:lnTo>
                <a:lnTo>
                  <a:pt x="17780" y="43180"/>
                </a:lnTo>
                <a:lnTo>
                  <a:pt x="78752" y="43180"/>
                </a:lnTo>
                <a:close/>
              </a:path>
              <a:path w="97790" h="86360">
                <a:moveTo>
                  <a:pt x="81280" y="45720"/>
                </a:moveTo>
                <a:lnTo>
                  <a:pt x="79997" y="45720"/>
                </a:lnTo>
                <a:lnTo>
                  <a:pt x="79997" y="43180"/>
                </a:lnTo>
                <a:lnTo>
                  <a:pt x="78752" y="43180"/>
                </a:lnTo>
                <a:lnTo>
                  <a:pt x="78752" y="44450"/>
                </a:lnTo>
                <a:lnTo>
                  <a:pt x="19050" y="44450"/>
                </a:lnTo>
                <a:lnTo>
                  <a:pt x="19050" y="45720"/>
                </a:lnTo>
                <a:lnTo>
                  <a:pt x="20320" y="45720"/>
                </a:lnTo>
                <a:lnTo>
                  <a:pt x="20320" y="49530"/>
                </a:lnTo>
                <a:lnTo>
                  <a:pt x="81280" y="49530"/>
                </a:lnTo>
                <a:lnTo>
                  <a:pt x="81280" y="45720"/>
                </a:lnTo>
                <a:close/>
              </a:path>
              <a:path w="97790" h="86360">
                <a:moveTo>
                  <a:pt x="83820" y="52070"/>
                </a:moveTo>
                <a:lnTo>
                  <a:pt x="82550" y="52070"/>
                </a:lnTo>
                <a:lnTo>
                  <a:pt x="82550" y="50800"/>
                </a:lnTo>
                <a:lnTo>
                  <a:pt x="22872" y="50800"/>
                </a:lnTo>
                <a:lnTo>
                  <a:pt x="22872" y="55880"/>
                </a:lnTo>
                <a:lnTo>
                  <a:pt x="83820" y="55880"/>
                </a:lnTo>
                <a:lnTo>
                  <a:pt x="83820" y="52070"/>
                </a:lnTo>
                <a:close/>
              </a:path>
              <a:path w="97790" h="86360">
                <a:moveTo>
                  <a:pt x="86372" y="60960"/>
                </a:moveTo>
                <a:lnTo>
                  <a:pt x="86347" y="57150"/>
                </a:lnTo>
                <a:lnTo>
                  <a:pt x="25400" y="57150"/>
                </a:lnTo>
                <a:lnTo>
                  <a:pt x="25400" y="60960"/>
                </a:lnTo>
                <a:lnTo>
                  <a:pt x="26670" y="60960"/>
                </a:lnTo>
                <a:lnTo>
                  <a:pt x="26670" y="62230"/>
                </a:lnTo>
                <a:lnTo>
                  <a:pt x="86372" y="62230"/>
                </a:lnTo>
                <a:lnTo>
                  <a:pt x="86372" y="60960"/>
                </a:lnTo>
                <a:close/>
              </a:path>
              <a:path w="97790" h="86360">
                <a:moveTo>
                  <a:pt x="90170" y="67310"/>
                </a:moveTo>
                <a:lnTo>
                  <a:pt x="88900" y="67310"/>
                </a:lnTo>
                <a:lnTo>
                  <a:pt x="88900" y="63500"/>
                </a:lnTo>
                <a:lnTo>
                  <a:pt x="27952" y="63500"/>
                </a:lnTo>
                <a:lnTo>
                  <a:pt x="27952" y="67310"/>
                </a:lnTo>
                <a:lnTo>
                  <a:pt x="29222" y="67310"/>
                </a:lnTo>
                <a:lnTo>
                  <a:pt x="29222" y="68580"/>
                </a:lnTo>
                <a:lnTo>
                  <a:pt x="90170" y="68580"/>
                </a:lnTo>
                <a:lnTo>
                  <a:pt x="90170" y="67310"/>
                </a:lnTo>
                <a:close/>
              </a:path>
              <a:path w="97790" h="86360">
                <a:moveTo>
                  <a:pt x="92697" y="73660"/>
                </a:moveTo>
                <a:lnTo>
                  <a:pt x="91427" y="73660"/>
                </a:lnTo>
                <a:lnTo>
                  <a:pt x="91427" y="69850"/>
                </a:lnTo>
                <a:lnTo>
                  <a:pt x="30480" y="69850"/>
                </a:lnTo>
                <a:lnTo>
                  <a:pt x="30480" y="73660"/>
                </a:lnTo>
                <a:lnTo>
                  <a:pt x="31750" y="73660"/>
                </a:lnTo>
                <a:lnTo>
                  <a:pt x="31750" y="76200"/>
                </a:lnTo>
                <a:lnTo>
                  <a:pt x="33020" y="76200"/>
                </a:lnTo>
                <a:lnTo>
                  <a:pt x="33020" y="74930"/>
                </a:lnTo>
                <a:lnTo>
                  <a:pt x="92697" y="74930"/>
                </a:lnTo>
                <a:lnTo>
                  <a:pt x="92697" y="73660"/>
                </a:lnTo>
                <a:close/>
              </a:path>
              <a:path w="97790" h="86360">
                <a:moveTo>
                  <a:pt x="95250" y="80010"/>
                </a:moveTo>
                <a:lnTo>
                  <a:pt x="93980" y="80010"/>
                </a:lnTo>
                <a:lnTo>
                  <a:pt x="93980" y="74930"/>
                </a:lnTo>
                <a:lnTo>
                  <a:pt x="92697" y="74930"/>
                </a:lnTo>
                <a:lnTo>
                  <a:pt x="92697" y="76200"/>
                </a:lnTo>
                <a:lnTo>
                  <a:pt x="33020" y="76200"/>
                </a:lnTo>
                <a:lnTo>
                  <a:pt x="33020" y="80010"/>
                </a:lnTo>
                <a:lnTo>
                  <a:pt x="34302" y="80010"/>
                </a:lnTo>
                <a:lnTo>
                  <a:pt x="34302" y="82550"/>
                </a:lnTo>
                <a:lnTo>
                  <a:pt x="35572" y="82550"/>
                </a:lnTo>
                <a:lnTo>
                  <a:pt x="35572" y="81280"/>
                </a:lnTo>
                <a:lnTo>
                  <a:pt x="95250" y="81280"/>
                </a:lnTo>
                <a:lnTo>
                  <a:pt x="95250" y="80010"/>
                </a:lnTo>
                <a:close/>
              </a:path>
              <a:path w="97790" h="86360">
                <a:moveTo>
                  <a:pt x="97777" y="83820"/>
                </a:moveTo>
                <a:lnTo>
                  <a:pt x="96520" y="83820"/>
                </a:lnTo>
                <a:lnTo>
                  <a:pt x="96520" y="81280"/>
                </a:lnTo>
                <a:lnTo>
                  <a:pt x="95250" y="81280"/>
                </a:lnTo>
                <a:lnTo>
                  <a:pt x="95250" y="82550"/>
                </a:lnTo>
                <a:lnTo>
                  <a:pt x="35572" y="82550"/>
                </a:lnTo>
                <a:lnTo>
                  <a:pt x="35572" y="83820"/>
                </a:lnTo>
                <a:lnTo>
                  <a:pt x="36830" y="83820"/>
                </a:lnTo>
                <a:lnTo>
                  <a:pt x="36830" y="86360"/>
                </a:lnTo>
                <a:lnTo>
                  <a:pt x="97777" y="86360"/>
                </a:lnTo>
                <a:lnTo>
                  <a:pt x="97777" y="83820"/>
                </a:lnTo>
                <a:close/>
              </a:path>
            </a:pathLst>
          </a:custGeom>
          <a:solidFill>
            <a:srgbClr val="B36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8538172" y="175259"/>
            <a:ext cx="154305" cy="86995"/>
          </a:xfrm>
          <a:custGeom>
            <a:avLst/>
            <a:gdLst/>
            <a:ahLst/>
            <a:cxnLst/>
            <a:rect l="l" t="t" r="r" b="b"/>
            <a:pathLst>
              <a:path w="154304" h="86995">
                <a:moveTo>
                  <a:pt x="90182" y="82562"/>
                </a:moveTo>
                <a:lnTo>
                  <a:pt x="3835" y="82562"/>
                </a:lnTo>
                <a:lnTo>
                  <a:pt x="3835" y="81292"/>
                </a:lnTo>
                <a:lnTo>
                  <a:pt x="2552" y="81292"/>
                </a:lnTo>
                <a:lnTo>
                  <a:pt x="2552" y="82562"/>
                </a:lnTo>
                <a:lnTo>
                  <a:pt x="1282" y="82562"/>
                </a:lnTo>
                <a:lnTo>
                  <a:pt x="1282" y="83832"/>
                </a:lnTo>
                <a:lnTo>
                  <a:pt x="0" y="83832"/>
                </a:lnTo>
                <a:lnTo>
                  <a:pt x="0" y="86372"/>
                </a:lnTo>
                <a:lnTo>
                  <a:pt x="88900" y="86372"/>
                </a:lnTo>
                <a:lnTo>
                  <a:pt x="88900" y="83832"/>
                </a:lnTo>
                <a:lnTo>
                  <a:pt x="90182" y="83832"/>
                </a:lnTo>
                <a:lnTo>
                  <a:pt x="90182" y="82562"/>
                </a:lnTo>
                <a:close/>
              </a:path>
              <a:path w="154304" h="86995">
                <a:moveTo>
                  <a:pt x="95250" y="76212"/>
                </a:moveTo>
                <a:lnTo>
                  <a:pt x="8902" y="76212"/>
                </a:lnTo>
                <a:lnTo>
                  <a:pt x="8902" y="74942"/>
                </a:lnTo>
                <a:lnTo>
                  <a:pt x="7632" y="74942"/>
                </a:lnTo>
                <a:lnTo>
                  <a:pt x="7632" y="76212"/>
                </a:lnTo>
                <a:lnTo>
                  <a:pt x="6350" y="76212"/>
                </a:lnTo>
                <a:lnTo>
                  <a:pt x="6350" y="77482"/>
                </a:lnTo>
                <a:lnTo>
                  <a:pt x="5105" y="77482"/>
                </a:lnTo>
                <a:lnTo>
                  <a:pt x="5105" y="80022"/>
                </a:lnTo>
                <a:lnTo>
                  <a:pt x="3835" y="80022"/>
                </a:lnTo>
                <a:lnTo>
                  <a:pt x="3835" y="81292"/>
                </a:lnTo>
                <a:lnTo>
                  <a:pt x="92735" y="81292"/>
                </a:lnTo>
                <a:lnTo>
                  <a:pt x="92735" y="80022"/>
                </a:lnTo>
                <a:lnTo>
                  <a:pt x="94005" y="80022"/>
                </a:lnTo>
                <a:lnTo>
                  <a:pt x="94005" y="77482"/>
                </a:lnTo>
                <a:lnTo>
                  <a:pt x="95250" y="77482"/>
                </a:lnTo>
                <a:lnTo>
                  <a:pt x="95250" y="76212"/>
                </a:lnTo>
                <a:close/>
              </a:path>
              <a:path w="154304" h="86995">
                <a:moveTo>
                  <a:pt x="104152" y="63512"/>
                </a:moveTo>
                <a:lnTo>
                  <a:pt x="16535" y="63512"/>
                </a:lnTo>
                <a:lnTo>
                  <a:pt x="16535" y="64782"/>
                </a:lnTo>
                <a:lnTo>
                  <a:pt x="15252" y="64782"/>
                </a:lnTo>
                <a:lnTo>
                  <a:pt x="15252" y="67322"/>
                </a:lnTo>
                <a:lnTo>
                  <a:pt x="13982" y="67322"/>
                </a:lnTo>
                <a:lnTo>
                  <a:pt x="13982" y="68592"/>
                </a:lnTo>
                <a:lnTo>
                  <a:pt x="100342" y="68592"/>
                </a:lnTo>
                <a:lnTo>
                  <a:pt x="100342" y="69862"/>
                </a:lnTo>
                <a:lnTo>
                  <a:pt x="11455" y="69862"/>
                </a:lnTo>
                <a:lnTo>
                  <a:pt x="11455" y="71132"/>
                </a:lnTo>
                <a:lnTo>
                  <a:pt x="10185" y="71132"/>
                </a:lnTo>
                <a:lnTo>
                  <a:pt x="10185" y="73672"/>
                </a:lnTo>
                <a:lnTo>
                  <a:pt x="8902" y="73672"/>
                </a:lnTo>
                <a:lnTo>
                  <a:pt x="8902" y="74942"/>
                </a:lnTo>
                <a:lnTo>
                  <a:pt x="95250" y="74942"/>
                </a:lnTo>
                <a:lnTo>
                  <a:pt x="95250" y="76212"/>
                </a:lnTo>
                <a:lnTo>
                  <a:pt x="96532" y="76212"/>
                </a:lnTo>
                <a:lnTo>
                  <a:pt x="96532" y="74942"/>
                </a:lnTo>
                <a:lnTo>
                  <a:pt x="97802" y="74942"/>
                </a:lnTo>
                <a:lnTo>
                  <a:pt x="97802" y="73672"/>
                </a:lnTo>
                <a:lnTo>
                  <a:pt x="99085" y="73672"/>
                </a:lnTo>
                <a:lnTo>
                  <a:pt x="99085" y="71132"/>
                </a:lnTo>
                <a:lnTo>
                  <a:pt x="100355" y="71132"/>
                </a:lnTo>
                <a:lnTo>
                  <a:pt x="100355" y="69862"/>
                </a:lnTo>
                <a:lnTo>
                  <a:pt x="101600" y="69862"/>
                </a:lnTo>
                <a:lnTo>
                  <a:pt x="101600" y="68592"/>
                </a:lnTo>
                <a:lnTo>
                  <a:pt x="102882" y="68592"/>
                </a:lnTo>
                <a:lnTo>
                  <a:pt x="102882" y="67322"/>
                </a:lnTo>
                <a:lnTo>
                  <a:pt x="104152" y="67322"/>
                </a:lnTo>
                <a:lnTo>
                  <a:pt x="104152" y="64782"/>
                </a:lnTo>
                <a:lnTo>
                  <a:pt x="104152" y="63512"/>
                </a:lnTo>
                <a:close/>
              </a:path>
              <a:path w="154304" h="86995">
                <a:moveTo>
                  <a:pt x="109232" y="57162"/>
                </a:moveTo>
                <a:lnTo>
                  <a:pt x="21602" y="57162"/>
                </a:lnTo>
                <a:lnTo>
                  <a:pt x="21602" y="58432"/>
                </a:lnTo>
                <a:lnTo>
                  <a:pt x="20332" y="58432"/>
                </a:lnTo>
                <a:lnTo>
                  <a:pt x="20332" y="60972"/>
                </a:lnTo>
                <a:lnTo>
                  <a:pt x="19050" y="60972"/>
                </a:lnTo>
                <a:lnTo>
                  <a:pt x="19050" y="62242"/>
                </a:lnTo>
                <a:lnTo>
                  <a:pt x="105435" y="62242"/>
                </a:lnTo>
                <a:lnTo>
                  <a:pt x="105435" y="63512"/>
                </a:lnTo>
                <a:lnTo>
                  <a:pt x="106705" y="63512"/>
                </a:lnTo>
                <a:lnTo>
                  <a:pt x="106705" y="62242"/>
                </a:lnTo>
                <a:lnTo>
                  <a:pt x="107950" y="62242"/>
                </a:lnTo>
                <a:lnTo>
                  <a:pt x="107950" y="60972"/>
                </a:lnTo>
                <a:lnTo>
                  <a:pt x="107950" y="58432"/>
                </a:lnTo>
                <a:lnTo>
                  <a:pt x="109232" y="58432"/>
                </a:lnTo>
                <a:lnTo>
                  <a:pt x="109232" y="57162"/>
                </a:lnTo>
                <a:close/>
              </a:path>
              <a:path w="154304" h="86995">
                <a:moveTo>
                  <a:pt x="114300" y="50812"/>
                </a:moveTo>
                <a:lnTo>
                  <a:pt x="27952" y="50812"/>
                </a:lnTo>
                <a:lnTo>
                  <a:pt x="27952" y="49542"/>
                </a:lnTo>
                <a:lnTo>
                  <a:pt x="26682" y="49542"/>
                </a:lnTo>
                <a:lnTo>
                  <a:pt x="26682" y="50812"/>
                </a:lnTo>
                <a:lnTo>
                  <a:pt x="26682" y="52082"/>
                </a:lnTo>
                <a:lnTo>
                  <a:pt x="25400" y="52082"/>
                </a:lnTo>
                <a:lnTo>
                  <a:pt x="25400" y="54622"/>
                </a:lnTo>
                <a:lnTo>
                  <a:pt x="24155" y="54622"/>
                </a:lnTo>
                <a:lnTo>
                  <a:pt x="24155" y="55892"/>
                </a:lnTo>
                <a:lnTo>
                  <a:pt x="110502" y="55892"/>
                </a:lnTo>
                <a:lnTo>
                  <a:pt x="110502" y="57162"/>
                </a:lnTo>
                <a:lnTo>
                  <a:pt x="111785" y="57162"/>
                </a:lnTo>
                <a:lnTo>
                  <a:pt x="111785" y="55892"/>
                </a:lnTo>
                <a:lnTo>
                  <a:pt x="111785" y="54622"/>
                </a:lnTo>
                <a:lnTo>
                  <a:pt x="113030" y="54622"/>
                </a:lnTo>
                <a:lnTo>
                  <a:pt x="113030" y="52082"/>
                </a:lnTo>
                <a:lnTo>
                  <a:pt x="114300" y="52082"/>
                </a:lnTo>
                <a:lnTo>
                  <a:pt x="114300" y="50812"/>
                </a:lnTo>
                <a:close/>
              </a:path>
              <a:path w="154304" h="86995">
                <a:moveTo>
                  <a:pt x="119380" y="44462"/>
                </a:moveTo>
                <a:lnTo>
                  <a:pt x="33032" y="44462"/>
                </a:lnTo>
                <a:lnTo>
                  <a:pt x="33032" y="43192"/>
                </a:lnTo>
                <a:lnTo>
                  <a:pt x="31750" y="43192"/>
                </a:lnTo>
                <a:lnTo>
                  <a:pt x="31750" y="44462"/>
                </a:lnTo>
                <a:lnTo>
                  <a:pt x="31750" y="45732"/>
                </a:lnTo>
                <a:lnTo>
                  <a:pt x="30505" y="45732"/>
                </a:lnTo>
                <a:lnTo>
                  <a:pt x="30505" y="48272"/>
                </a:lnTo>
                <a:lnTo>
                  <a:pt x="29235" y="48272"/>
                </a:lnTo>
                <a:lnTo>
                  <a:pt x="29235" y="49542"/>
                </a:lnTo>
                <a:lnTo>
                  <a:pt x="115582" y="49542"/>
                </a:lnTo>
                <a:lnTo>
                  <a:pt x="115582" y="50812"/>
                </a:lnTo>
                <a:lnTo>
                  <a:pt x="116852" y="50812"/>
                </a:lnTo>
                <a:lnTo>
                  <a:pt x="116852" y="49542"/>
                </a:lnTo>
                <a:lnTo>
                  <a:pt x="116852" y="48272"/>
                </a:lnTo>
                <a:lnTo>
                  <a:pt x="118135" y="48272"/>
                </a:lnTo>
                <a:lnTo>
                  <a:pt x="118135" y="45732"/>
                </a:lnTo>
                <a:lnTo>
                  <a:pt x="119380" y="45732"/>
                </a:lnTo>
                <a:lnTo>
                  <a:pt x="119380" y="44462"/>
                </a:lnTo>
                <a:close/>
              </a:path>
              <a:path w="154304" h="86995">
                <a:moveTo>
                  <a:pt x="124485" y="38112"/>
                </a:moveTo>
                <a:lnTo>
                  <a:pt x="38100" y="38112"/>
                </a:lnTo>
                <a:lnTo>
                  <a:pt x="38100" y="36842"/>
                </a:lnTo>
                <a:lnTo>
                  <a:pt x="36855" y="36842"/>
                </a:lnTo>
                <a:lnTo>
                  <a:pt x="36855" y="38112"/>
                </a:lnTo>
                <a:lnTo>
                  <a:pt x="36855" y="39382"/>
                </a:lnTo>
                <a:lnTo>
                  <a:pt x="35585" y="39382"/>
                </a:lnTo>
                <a:lnTo>
                  <a:pt x="35585" y="41922"/>
                </a:lnTo>
                <a:lnTo>
                  <a:pt x="34302" y="41922"/>
                </a:lnTo>
                <a:lnTo>
                  <a:pt x="34302" y="43192"/>
                </a:lnTo>
                <a:lnTo>
                  <a:pt x="121932" y="43192"/>
                </a:lnTo>
                <a:lnTo>
                  <a:pt x="121932" y="41922"/>
                </a:lnTo>
                <a:lnTo>
                  <a:pt x="123202" y="41922"/>
                </a:lnTo>
                <a:lnTo>
                  <a:pt x="123202" y="39382"/>
                </a:lnTo>
                <a:lnTo>
                  <a:pt x="124485" y="39382"/>
                </a:lnTo>
                <a:lnTo>
                  <a:pt x="124485" y="38112"/>
                </a:lnTo>
                <a:close/>
              </a:path>
              <a:path w="154304" h="86995">
                <a:moveTo>
                  <a:pt x="128282" y="31750"/>
                </a:moveTo>
                <a:lnTo>
                  <a:pt x="43205" y="31750"/>
                </a:lnTo>
                <a:lnTo>
                  <a:pt x="43205" y="30480"/>
                </a:lnTo>
                <a:lnTo>
                  <a:pt x="41935" y="30480"/>
                </a:lnTo>
                <a:lnTo>
                  <a:pt x="41935" y="33020"/>
                </a:lnTo>
                <a:lnTo>
                  <a:pt x="40652" y="33020"/>
                </a:lnTo>
                <a:lnTo>
                  <a:pt x="40652" y="35560"/>
                </a:lnTo>
                <a:lnTo>
                  <a:pt x="39382" y="35560"/>
                </a:lnTo>
                <a:lnTo>
                  <a:pt x="39382" y="36830"/>
                </a:lnTo>
                <a:lnTo>
                  <a:pt x="124485" y="36830"/>
                </a:lnTo>
                <a:lnTo>
                  <a:pt x="124485" y="38100"/>
                </a:lnTo>
                <a:lnTo>
                  <a:pt x="125730" y="38100"/>
                </a:lnTo>
                <a:lnTo>
                  <a:pt x="125730" y="36830"/>
                </a:lnTo>
                <a:lnTo>
                  <a:pt x="127000" y="36830"/>
                </a:lnTo>
                <a:lnTo>
                  <a:pt x="127000" y="35560"/>
                </a:lnTo>
                <a:lnTo>
                  <a:pt x="128282" y="35560"/>
                </a:lnTo>
                <a:lnTo>
                  <a:pt x="128282" y="31750"/>
                </a:lnTo>
                <a:close/>
              </a:path>
              <a:path w="154304" h="86995">
                <a:moveTo>
                  <a:pt x="133350" y="25400"/>
                </a:moveTo>
                <a:lnTo>
                  <a:pt x="48285" y="25400"/>
                </a:lnTo>
                <a:lnTo>
                  <a:pt x="48285" y="24130"/>
                </a:lnTo>
                <a:lnTo>
                  <a:pt x="47002" y="24130"/>
                </a:lnTo>
                <a:lnTo>
                  <a:pt x="47002" y="25400"/>
                </a:lnTo>
                <a:lnTo>
                  <a:pt x="45732" y="25400"/>
                </a:lnTo>
                <a:lnTo>
                  <a:pt x="45732" y="29210"/>
                </a:lnTo>
                <a:lnTo>
                  <a:pt x="44450" y="29210"/>
                </a:lnTo>
                <a:lnTo>
                  <a:pt x="44450" y="30480"/>
                </a:lnTo>
                <a:lnTo>
                  <a:pt x="129552" y="30480"/>
                </a:lnTo>
                <a:lnTo>
                  <a:pt x="129552" y="31750"/>
                </a:lnTo>
                <a:lnTo>
                  <a:pt x="130835" y="31750"/>
                </a:lnTo>
                <a:lnTo>
                  <a:pt x="130835" y="30480"/>
                </a:lnTo>
                <a:lnTo>
                  <a:pt x="132080" y="30480"/>
                </a:lnTo>
                <a:lnTo>
                  <a:pt x="132080" y="29210"/>
                </a:lnTo>
                <a:lnTo>
                  <a:pt x="133350" y="29210"/>
                </a:lnTo>
                <a:lnTo>
                  <a:pt x="133350" y="25400"/>
                </a:lnTo>
                <a:close/>
              </a:path>
              <a:path w="154304" h="86995">
                <a:moveTo>
                  <a:pt x="138430" y="19050"/>
                </a:moveTo>
                <a:lnTo>
                  <a:pt x="53352" y="19050"/>
                </a:lnTo>
                <a:lnTo>
                  <a:pt x="53352" y="17780"/>
                </a:lnTo>
                <a:lnTo>
                  <a:pt x="52082" y="17780"/>
                </a:lnTo>
                <a:lnTo>
                  <a:pt x="52082" y="19050"/>
                </a:lnTo>
                <a:lnTo>
                  <a:pt x="50800" y="19050"/>
                </a:lnTo>
                <a:lnTo>
                  <a:pt x="50800" y="22860"/>
                </a:lnTo>
                <a:lnTo>
                  <a:pt x="49555" y="22860"/>
                </a:lnTo>
                <a:lnTo>
                  <a:pt x="49555" y="24130"/>
                </a:lnTo>
                <a:lnTo>
                  <a:pt x="134632" y="24130"/>
                </a:lnTo>
                <a:lnTo>
                  <a:pt x="134632" y="25400"/>
                </a:lnTo>
                <a:lnTo>
                  <a:pt x="135902" y="25400"/>
                </a:lnTo>
                <a:lnTo>
                  <a:pt x="135902" y="24130"/>
                </a:lnTo>
                <a:lnTo>
                  <a:pt x="137185" y="24130"/>
                </a:lnTo>
                <a:lnTo>
                  <a:pt x="137160" y="20320"/>
                </a:lnTo>
                <a:lnTo>
                  <a:pt x="138430" y="20320"/>
                </a:lnTo>
                <a:lnTo>
                  <a:pt x="138430" y="19050"/>
                </a:lnTo>
                <a:close/>
              </a:path>
              <a:path w="154304" h="86995">
                <a:moveTo>
                  <a:pt x="143535" y="12700"/>
                </a:moveTo>
                <a:lnTo>
                  <a:pt x="58432" y="12700"/>
                </a:lnTo>
                <a:lnTo>
                  <a:pt x="58432" y="11430"/>
                </a:lnTo>
                <a:lnTo>
                  <a:pt x="57150" y="11430"/>
                </a:lnTo>
                <a:lnTo>
                  <a:pt x="57150" y="12700"/>
                </a:lnTo>
                <a:lnTo>
                  <a:pt x="55905" y="12700"/>
                </a:lnTo>
                <a:lnTo>
                  <a:pt x="55905" y="16510"/>
                </a:lnTo>
                <a:lnTo>
                  <a:pt x="54635" y="16510"/>
                </a:lnTo>
                <a:lnTo>
                  <a:pt x="54635" y="17780"/>
                </a:lnTo>
                <a:lnTo>
                  <a:pt x="139700" y="17780"/>
                </a:lnTo>
                <a:lnTo>
                  <a:pt x="139700" y="19050"/>
                </a:lnTo>
                <a:lnTo>
                  <a:pt x="140982" y="19050"/>
                </a:lnTo>
                <a:lnTo>
                  <a:pt x="140982" y="16510"/>
                </a:lnTo>
                <a:lnTo>
                  <a:pt x="142252" y="16510"/>
                </a:lnTo>
                <a:lnTo>
                  <a:pt x="142252" y="13970"/>
                </a:lnTo>
                <a:lnTo>
                  <a:pt x="143535" y="13970"/>
                </a:lnTo>
                <a:lnTo>
                  <a:pt x="143535" y="12700"/>
                </a:lnTo>
                <a:close/>
              </a:path>
              <a:path w="154304" h="86995">
                <a:moveTo>
                  <a:pt x="148602" y="6350"/>
                </a:moveTo>
                <a:lnTo>
                  <a:pt x="63500" y="6350"/>
                </a:lnTo>
                <a:lnTo>
                  <a:pt x="63500" y="5080"/>
                </a:lnTo>
                <a:lnTo>
                  <a:pt x="62255" y="5080"/>
                </a:lnTo>
                <a:lnTo>
                  <a:pt x="62255" y="6350"/>
                </a:lnTo>
                <a:lnTo>
                  <a:pt x="60985" y="6350"/>
                </a:lnTo>
                <a:lnTo>
                  <a:pt x="60985" y="7620"/>
                </a:lnTo>
                <a:lnTo>
                  <a:pt x="59702" y="7620"/>
                </a:lnTo>
                <a:lnTo>
                  <a:pt x="59702" y="11430"/>
                </a:lnTo>
                <a:lnTo>
                  <a:pt x="146050" y="11430"/>
                </a:lnTo>
                <a:lnTo>
                  <a:pt x="146050" y="10160"/>
                </a:lnTo>
                <a:lnTo>
                  <a:pt x="147332" y="10160"/>
                </a:lnTo>
                <a:lnTo>
                  <a:pt x="147332" y="7620"/>
                </a:lnTo>
                <a:lnTo>
                  <a:pt x="148602" y="7620"/>
                </a:lnTo>
                <a:lnTo>
                  <a:pt x="148602" y="6350"/>
                </a:lnTo>
                <a:close/>
              </a:path>
              <a:path w="154304" h="86995">
                <a:moveTo>
                  <a:pt x="153682" y="0"/>
                </a:moveTo>
                <a:lnTo>
                  <a:pt x="66052" y="0"/>
                </a:lnTo>
                <a:lnTo>
                  <a:pt x="66052" y="1270"/>
                </a:lnTo>
                <a:lnTo>
                  <a:pt x="64782" y="1270"/>
                </a:lnTo>
                <a:lnTo>
                  <a:pt x="64782" y="5080"/>
                </a:lnTo>
                <a:lnTo>
                  <a:pt x="151130" y="5080"/>
                </a:lnTo>
                <a:lnTo>
                  <a:pt x="151130" y="3810"/>
                </a:lnTo>
                <a:lnTo>
                  <a:pt x="152400" y="3810"/>
                </a:lnTo>
                <a:lnTo>
                  <a:pt x="152400" y="1270"/>
                </a:lnTo>
                <a:lnTo>
                  <a:pt x="153682" y="1270"/>
                </a:lnTo>
                <a:lnTo>
                  <a:pt x="153682" y="0"/>
                </a:lnTo>
                <a:close/>
              </a:path>
            </a:pathLst>
          </a:custGeom>
          <a:solidFill>
            <a:srgbClr val="B366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6906235" y="261619"/>
            <a:ext cx="80010" cy="44450"/>
          </a:xfrm>
          <a:custGeom>
            <a:avLst/>
            <a:gdLst/>
            <a:ahLst/>
            <a:cxnLst/>
            <a:rect l="l" t="t" r="r" b="b"/>
            <a:pathLst>
              <a:path w="80009" h="44450">
                <a:moveTo>
                  <a:pt x="60947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60947" y="1270"/>
                </a:lnTo>
                <a:lnTo>
                  <a:pt x="60947" y="0"/>
                </a:lnTo>
                <a:close/>
              </a:path>
              <a:path w="80009" h="44450">
                <a:moveTo>
                  <a:pt x="63500" y="3810"/>
                </a:moveTo>
                <a:lnTo>
                  <a:pt x="62217" y="3810"/>
                </a:lnTo>
                <a:lnTo>
                  <a:pt x="62217" y="1270"/>
                </a:lnTo>
                <a:lnTo>
                  <a:pt x="60947" y="1270"/>
                </a:lnTo>
                <a:lnTo>
                  <a:pt x="60947" y="2540"/>
                </a:lnTo>
                <a:lnTo>
                  <a:pt x="1270" y="2540"/>
                </a:lnTo>
                <a:lnTo>
                  <a:pt x="1270" y="3810"/>
                </a:lnTo>
                <a:lnTo>
                  <a:pt x="2540" y="3810"/>
                </a:lnTo>
                <a:lnTo>
                  <a:pt x="2540" y="7620"/>
                </a:lnTo>
                <a:lnTo>
                  <a:pt x="63500" y="7620"/>
                </a:lnTo>
                <a:lnTo>
                  <a:pt x="63500" y="3810"/>
                </a:lnTo>
                <a:close/>
              </a:path>
              <a:path w="80009" h="44450">
                <a:moveTo>
                  <a:pt x="66040" y="8890"/>
                </a:moveTo>
                <a:lnTo>
                  <a:pt x="3822" y="8890"/>
                </a:lnTo>
                <a:lnTo>
                  <a:pt x="3822" y="10160"/>
                </a:lnTo>
                <a:lnTo>
                  <a:pt x="5092" y="10160"/>
                </a:lnTo>
                <a:lnTo>
                  <a:pt x="5092" y="13970"/>
                </a:lnTo>
                <a:lnTo>
                  <a:pt x="66040" y="13970"/>
                </a:lnTo>
                <a:lnTo>
                  <a:pt x="66040" y="8890"/>
                </a:lnTo>
                <a:close/>
              </a:path>
              <a:path w="80009" h="44450">
                <a:moveTo>
                  <a:pt x="69850" y="19050"/>
                </a:moveTo>
                <a:lnTo>
                  <a:pt x="68567" y="19050"/>
                </a:lnTo>
                <a:lnTo>
                  <a:pt x="68567" y="15240"/>
                </a:lnTo>
                <a:lnTo>
                  <a:pt x="7620" y="15240"/>
                </a:lnTo>
                <a:lnTo>
                  <a:pt x="7620" y="20320"/>
                </a:lnTo>
                <a:lnTo>
                  <a:pt x="69850" y="20320"/>
                </a:lnTo>
                <a:lnTo>
                  <a:pt x="69850" y="19050"/>
                </a:lnTo>
                <a:close/>
              </a:path>
              <a:path w="80009" h="44450">
                <a:moveTo>
                  <a:pt x="72390" y="25400"/>
                </a:moveTo>
                <a:lnTo>
                  <a:pt x="71120" y="25400"/>
                </a:lnTo>
                <a:lnTo>
                  <a:pt x="71120" y="21590"/>
                </a:lnTo>
                <a:lnTo>
                  <a:pt x="10172" y="21590"/>
                </a:lnTo>
                <a:lnTo>
                  <a:pt x="10172" y="25400"/>
                </a:lnTo>
                <a:lnTo>
                  <a:pt x="11442" y="25400"/>
                </a:lnTo>
                <a:lnTo>
                  <a:pt x="11442" y="26670"/>
                </a:lnTo>
                <a:lnTo>
                  <a:pt x="72390" y="26670"/>
                </a:lnTo>
                <a:lnTo>
                  <a:pt x="72390" y="25400"/>
                </a:lnTo>
                <a:close/>
              </a:path>
              <a:path w="80009" h="44450">
                <a:moveTo>
                  <a:pt x="74917" y="31750"/>
                </a:moveTo>
                <a:lnTo>
                  <a:pt x="73647" y="31750"/>
                </a:lnTo>
                <a:lnTo>
                  <a:pt x="73647" y="27940"/>
                </a:lnTo>
                <a:lnTo>
                  <a:pt x="73672" y="26670"/>
                </a:lnTo>
                <a:lnTo>
                  <a:pt x="72390" y="26670"/>
                </a:lnTo>
                <a:lnTo>
                  <a:pt x="72390" y="27940"/>
                </a:lnTo>
                <a:lnTo>
                  <a:pt x="12700" y="27940"/>
                </a:lnTo>
                <a:lnTo>
                  <a:pt x="12700" y="31750"/>
                </a:lnTo>
                <a:lnTo>
                  <a:pt x="13970" y="31750"/>
                </a:lnTo>
                <a:lnTo>
                  <a:pt x="13970" y="34290"/>
                </a:lnTo>
                <a:lnTo>
                  <a:pt x="15240" y="34290"/>
                </a:lnTo>
                <a:lnTo>
                  <a:pt x="15240" y="33020"/>
                </a:lnTo>
                <a:lnTo>
                  <a:pt x="74917" y="33020"/>
                </a:lnTo>
                <a:lnTo>
                  <a:pt x="74917" y="31750"/>
                </a:lnTo>
                <a:close/>
              </a:path>
              <a:path w="80009" h="44450">
                <a:moveTo>
                  <a:pt x="77470" y="35560"/>
                </a:moveTo>
                <a:lnTo>
                  <a:pt x="76200" y="35560"/>
                </a:lnTo>
                <a:lnTo>
                  <a:pt x="76200" y="33020"/>
                </a:lnTo>
                <a:lnTo>
                  <a:pt x="74917" y="33020"/>
                </a:lnTo>
                <a:lnTo>
                  <a:pt x="74917" y="34290"/>
                </a:lnTo>
                <a:lnTo>
                  <a:pt x="15240" y="34290"/>
                </a:lnTo>
                <a:lnTo>
                  <a:pt x="15240" y="38100"/>
                </a:lnTo>
                <a:lnTo>
                  <a:pt x="16522" y="38100"/>
                </a:lnTo>
                <a:lnTo>
                  <a:pt x="16522" y="40640"/>
                </a:lnTo>
                <a:lnTo>
                  <a:pt x="17792" y="40640"/>
                </a:lnTo>
                <a:lnTo>
                  <a:pt x="17792" y="39370"/>
                </a:lnTo>
                <a:lnTo>
                  <a:pt x="77470" y="39370"/>
                </a:lnTo>
                <a:lnTo>
                  <a:pt x="77470" y="35560"/>
                </a:lnTo>
                <a:close/>
              </a:path>
              <a:path w="80009" h="44450">
                <a:moveTo>
                  <a:pt x="79997" y="41910"/>
                </a:moveTo>
                <a:lnTo>
                  <a:pt x="78740" y="41910"/>
                </a:lnTo>
                <a:lnTo>
                  <a:pt x="78740" y="39370"/>
                </a:lnTo>
                <a:lnTo>
                  <a:pt x="77470" y="39370"/>
                </a:lnTo>
                <a:lnTo>
                  <a:pt x="77470" y="40640"/>
                </a:lnTo>
                <a:lnTo>
                  <a:pt x="17792" y="40640"/>
                </a:lnTo>
                <a:lnTo>
                  <a:pt x="17792" y="41910"/>
                </a:lnTo>
                <a:lnTo>
                  <a:pt x="19050" y="41910"/>
                </a:lnTo>
                <a:lnTo>
                  <a:pt x="19050" y="44450"/>
                </a:lnTo>
                <a:lnTo>
                  <a:pt x="79997" y="44450"/>
                </a:lnTo>
                <a:lnTo>
                  <a:pt x="79997" y="41910"/>
                </a:lnTo>
                <a:close/>
              </a:path>
            </a:pathLst>
          </a:custGeom>
          <a:solidFill>
            <a:srgbClr val="B364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8503908" y="261619"/>
            <a:ext cx="121920" cy="45085"/>
          </a:xfrm>
          <a:custGeom>
            <a:avLst/>
            <a:gdLst/>
            <a:ahLst/>
            <a:cxnLst/>
            <a:rect l="l" t="t" r="r" b="b"/>
            <a:pathLst>
              <a:path w="121920" h="45085">
                <a:moveTo>
                  <a:pt x="90170" y="40652"/>
                </a:moveTo>
                <a:lnTo>
                  <a:pt x="2514" y="40652"/>
                </a:lnTo>
                <a:lnTo>
                  <a:pt x="2514" y="39382"/>
                </a:lnTo>
                <a:lnTo>
                  <a:pt x="1270" y="39382"/>
                </a:lnTo>
                <a:lnTo>
                  <a:pt x="1270" y="40652"/>
                </a:lnTo>
                <a:lnTo>
                  <a:pt x="0" y="40652"/>
                </a:lnTo>
                <a:lnTo>
                  <a:pt x="0" y="41922"/>
                </a:lnTo>
                <a:lnTo>
                  <a:pt x="0" y="44462"/>
                </a:lnTo>
                <a:lnTo>
                  <a:pt x="88900" y="44462"/>
                </a:lnTo>
                <a:lnTo>
                  <a:pt x="88900" y="41922"/>
                </a:lnTo>
                <a:lnTo>
                  <a:pt x="90170" y="41922"/>
                </a:lnTo>
                <a:lnTo>
                  <a:pt x="90170" y="40652"/>
                </a:lnTo>
                <a:close/>
              </a:path>
              <a:path w="121920" h="45085">
                <a:moveTo>
                  <a:pt x="95250" y="34302"/>
                </a:moveTo>
                <a:lnTo>
                  <a:pt x="7620" y="34302"/>
                </a:lnTo>
                <a:lnTo>
                  <a:pt x="7620" y="33032"/>
                </a:lnTo>
                <a:lnTo>
                  <a:pt x="6350" y="33032"/>
                </a:lnTo>
                <a:lnTo>
                  <a:pt x="6350" y="34302"/>
                </a:lnTo>
                <a:lnTo>
                  <a:pt x="5067" y="34302"/>
                </a:lnTo>
                <a:lnTo>
                  <a:pt x="5067" y="35572"/>
                </a:lnTo>
                <a:lnTo>
                  <a:pt x="5067" y="38112"/>
                </a:lnTo>
                <a:lnTo>
                  <a:pt x="3797" y="38112"/>
                </a:lnTo>
                <a:lnTo>
                  <a:pt x="3797" y="39382"/>
                </a:lnTo>
                <a:lnTo>
                  <a:pt x="91414" y="39382"/>
                </a:lnTo>
                <a:lnTo>
                  <a:pt x="91414" y="40652"/>
                </a:lnTo>
                <a:lnTo>
                  <a:pt x="92697" y="40652"/>
                </a:lnTo>
                <a:lnTo>
                  <a:pt x="92697" y="39382"/>
                </a:lnTo>
                <a:lnTo>
                  <a:pt x="92697" y="38112"/>
                </a:lnTo>
                <a:lnTo>
                  <a:pt x="93967" y="38112"/>
                </a:lnTo>
                <a:lnTo>
                  <a:pt x="93967" y="35572"/>
                </a:lnTo>
                <a:lnTo>
                  <a:pt x="95250" y="35572"/>
                </a:lnTo>
                <a:lnTo>
                  <a:pt x="95250" y="34302"/>
                </a:lnTo>
                <a:close/>
              </a:path>
              <a:path w="121920" h="45085">
                <a:moveTo>
                  <a:pt x="100317" y="27952"/>
                </a:moveTo>
                <a:lnTo>
                  <a:pt x="12700" y="27952"/>
                </a:lnTo>
                <a:lnTo>
                  <a:pt x="12700" y="26682"/>
                </a:lnTo>
                <a:lnTo>
                  <a:pt x="11417" y="26682"/>
                </a:lnTo>
                <a:lnTo>
                  <a:pt x="11417" y="27952"/>
                </a:lnTo>
                <a:lnTo>
                  <a:pt x="10147" y="27952"/>
                </a:lnTo>
                <a:lnTo>
                  <a:pt x="10147" y="29222"/>
                </a:lnTo>
                <a:lnTo>
                  <a:pt x="10147" y="31762"/>
                </a:lnTo>
                <a:lnTo>
                  <a:pt x="8864" y="31762"/>
                </a:lnTo>
                <a:lnTo>
                  <a:pt x="8864" y="33032"/>
                </a:lnTo>
                <a:lnTo>
                  <a:pt x="97764" y="33032"/>
                </a:lnTo>
                <a:lnTo>
                  <a:pt x="97764" y="31762"/>
                </a:lnTo>
                <a:lnTo>
                  <a:pt x="99047" y="31762"/>
                </a:lnTo>
                <a:lnTo>
                  <a:pt x="99047" y="29222"/>
                </a:lnTo>
                <a:lnTo>
                  <a:pt x="100317" y="29222"/>
                </a:lnTo>
                <a:lnTo>
                  <a:pt x="100317" y="27952"/>
                </a:lnTo>
                <a:close/>
              </a:path>
              <a:path w="121920" h="45085">
                <a:moveTo>
                  <a:pt x="105397" y="21602"/>
                </a:moveTo>
                <a:lnTo>
                  <a:pt x="17767" y="21602"/>
                </a:lnTo>
                <a:lnTo>
                  <a:pt x="17767" y="20332"/>
                </a:lnTo>
                <a:lnTo>
                  <a:pt x="16497" y="20332"/>
                </a:lnTo>
                <a:lnTo>
                  <a:pt x="16497" y="21602"/>
                </a:lnTo>
                <a:lnTo>
                  <a:pt x="15214" y="21602"/>
                </a:lnTo>
                <a:lnTo>
                  <a:pt x="15214" y="22872"/>
                </a:lnTo>
                <a:lnTo>
                  <a:pt x="13970" y="22872"/>
                </a:lnTo>
                <a:lnTo>
                  <a:pt x="13970" y="25412"/>
                </a:lnTo>
                <a:lnTo>
                  <a:pt x="13970" y="26682"/>
                </a:lnTo>
                <a:lnTo>
                  <a:pt x="102870" y="26682"/>
                </a:lnTo>
                <a:lnTo>
                  <a:pt x="102870" y="25412"/>
                </a:lnTo>
                <a:lnTo>
                  <a:pt x="104114" y="25412"/>
                </a:lnTo>
                <a:lnTo>
                  <a:pt x="104114" y="22872"/>
                </a:lnTo>
                <a:lnTo>
                  <a:pt x="105397" y="22872"/>
                </a:lnTo>
                <a:lnTo>
                  <a:pt x="105397" y="21602"/>
                </a:lnTo>
                <a:close/>
              </a:path>
              <a:path w="121920" h="45085">
                <a:moveTo>
                  <a:pt x="109220" y="15252"/>
                </a:moveTo>
                <a:lnTo>
                  <a:pt x="22847" y="15252"/>
                </a:lnTo>
                <a:lnTo>
                  <a:pt x="22847" y="13982"/>
                </a:lnTo>
                <a:lnTo>
                  <a:pt x="21564" y="13982"/>
                </a:lnTo>
                <a:lnTo>
                  <a:pt x="21564" y="15252"/>
                </a:lnTo>
                <a:lnTo>
                  <a:pt x="20320" y="15252"/>
                </a:lnTo>
                <a:lnTo>
                  <a:pt x="20320" y="16522"/>
                </a:lnTo>
                <a:lnTo>
                  <a:pt x="19050" y="16522"/>
                </a:lnTo>
                <a:lnTo>
                  <a:pt x="19050" y="19062"/>
                </a:lnTo>
                <a:lnTo>
                  <a:pt x="19050" y="20332"/>
                </a:lnTo>
                <a:lnTo>
                  <a:pt x="105397" y="20332"/>
                </a:lnTo>
                <a:lnTo>
                  <a:pt x="105397" y="21602"/>
                </a:lnTo>
                <a:lnTo>
                  <a:pt x="106667" y="21602"/>
                </a:lnTo>
                <a:lnTo>
                  <a:pt x="106667" y="20332"/>
                </a:lnTo>
                <a:lnTo>
                  <a:pt x="107950" y="20332"/>
                </a:lnTo>
                <a:lnTo>
                  <a:pt x="107950" y="19062"/>
                </a:lnTo>
                <a:lnTo>
                  <a:pt x="109220" y="19062"/>
                </a:lnTo>
                <a:lnTo>
                  <a:pt x="109220" y="16522"/>
                </a:lnTo>
                <a:lnTo>
                  <a:pt x="109220" y="15252"/>
                </a:lnTo>
                <a:close/>
              </a:path>
              <a:path w="121920" h="45085">
                <a:moveTo>
                  <a:pt x="114300" y="8902"/>
                </a:moveTo>
                <a:lnTo>
                  <a:pt x="27914" y="8902"/>
                </a:lnTo>
                <a:lnTo>
                  <a:pt x="27914" y="7632"/>
                </a:lnTo>
                <a:lnTo>
                  <a:pt x="26670" y="7632"/>
                </a:lnTo>
                <a:lnTo>
                  <a:pt x="26670" y="8902"/>
                </a:lnTo>
                <a:lnTo>
                  <a:pt x="25400" y="8902"/>
                </a:lnTo>
                <a:lnTo>
                  <a:pt x="25400" y="10172"/>
                </a:lnTo>
                <a:lnTo>
                  <a:pt x="24117" y="10172"/>
                </a:lnTo>
                <a:lnTo>
                  <a:pt x="24117" y="13982"/>
                </a:lnTo>
                <a:lnTo>
                  <a:pt x="110464" y="13982"/>
                </a:lnTo>
                <a:lnTo>
                  <a:pt x="110464" y="15252"/>
                </a:lnTo>
                <a:lnTo>
                  <a:pt x="111747" y="15252"/>
                </a:lnTo>
                <a:lnTo>
                  <a:pt x="111747" y="13982"/>
                </a:lnTo>
                <a:lnTo>
                  <a:pt x="113017" y="13982"/>
                </a:lnTo>
                <a:lnTo>
                  <a:pt x="113017" y="10172"/>
                </a:lnTo>
                <a:lnTo>
                  <a:pt x="114300" y="10172"/>
                </a:lnTo>
                <a:lnTo>
                  <a:pt x="114300" y="8902"/>
                </a:lnTo>
                <a:close/>
              </a:path>
              <a:path w="121920" h="45085">
                <a:moveTo>
                  <a:pt x="119367" y="2552"/>
                </a:moveTo>
                <a:lnTo>
                  <a:pt x="33020" y="2552"/>
                </a:lnTo>
                <a:lnTo>
                  <a:pt x="33020" y="1282"/>
                </a:lnTo>
                <a:lnTo>
                  <a:pt x="31750" y="1282"/>
                </a:lnTo>
                <a:lnTo>
                  <a:pt x="31750" y="2552"/>
                </a:lnTo>
                <a:lnTo>
                  <a:pt x="30467" y="2552"/>
                </a:lnTo>
                <a:lnTo>
                  <a:pt x="30467" y="3822"/>
                </a:lnTo>
                <a:lnTo>
                  <a:pt x="29197" y="3822"/>
                </a:lnTo>
                <a:lnTo>
                  <a:pt x="29197" y="7632"/>
                </a:lnTo>
                <a:lnTo>
                  <a:pt x="115570" y="7632"/>
                </a:lnTo>
                <a:lnTo>
                  <a:pt x="115570" y="8902"/>
                </a:lnTo>
                <a:lnTo>
                  <a:pt x="116814" y="8902"/>
                </a:lnTo>
                <a:lnTo>
                  <a:pt x="116814" y="7632"/>
                </a:lnTo>
                <a:lnTo>
                  <a:pt x="118097" y="7632"/>
                </a:lnTo>
                <a:lnTo>
                  <a:pt x="118097" y="3822"/>
                </a:lnTo>
                <a:lnTo>
                  <a:pt x="119367" y="3822"/>
                </a:lnTo>
                <a:lnTo>
                  <a:pt x="119367" y="2552"/>
                </a:lnTo>
                <a:close/>
              </a:path>
              <a:path w="121920" h="45085">
                <a:moveTo>
                  <a:pt x="121920" y="0"/>
                </a:moveTo>
                <a:lnTo>
                  <a:pt x="33020" y="0"/>
                </a:lnTo>
                <a:lnTo>
                  <a:pt x="33020" y="1270"/>
                </a:lnTo>
                <a:lnTo>
                  <a:pt x="120650" y="1270"/>
                </a:lnTo>
                <a:lnTo>
                  <a:pt x="120650" y="2540"/>
                </a:lnTo>
                <a:lnTo>
                  <a:pt x="121920" y="2540"/>
                </a:lnTo>
                <a:lnTo>
                  <a:pt x="121920" y="0"/>
                </a:lnTo>
                <a:close/>
              </a:path>
            </a:pathLst>
          </a:custGeom>
          <a:solidFill>
            <a:srgbClr val="B364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6925285" y="306069"/>
            <a:ext cx="80645" cy="43180"/>
          </a:xfrm>
          <a:custGeom>
            <a:avLst/>
            <a:gdLst/>
            <a:ahLst/>
            <a:cxnLst/>
            <a:rect l="l" t="t" r="r" b="b"/>
            <a:pathLst>
              <a:path w="80645" h="43179">
                <a:moveTo>
                  <a:pt x="60947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60947" y="1270"/>
                </a:lnTo>
                <a:lnTo>
                  <a:pt x="60947" y="0"/>
                </a:lnTo>
                <a:close/>
              </a:path>
              <a:path w="80645" h="43179">
                <a:moveTo>
                  <a:pt x="63500" y="3810"/>
                </a:moveTo>
                <a:lnTo>
                  <a:pt x="62217" y="3810"/>
                </a:lnTo>
                <a:lnTo>
                  <a:pt x="62217" y="2540"/>
                </a:lnTo>
                <a:lnTo>
                  <a:pt x="1270" y="2540"/>
                </a:lnTo>
                <a:lnTo>
                  <a:pt x="1270" y="3810"/>
                </a:lnTo>
                <a:lnTo>
                  <a:pt x="2540" y="3810"/>
                </a:lnTo>
                <a:lnTo>
                  <a:pt x="2540" y="7620"/>
                </a:lnTo>
                <a:lnTo>
                  <a:pt x="63500" y="7620"/>
                </a:lnTo>
                <a:lnTo>
                  <a:pt x="63500" y="3810"/>
                </a:lnTo>
                <a:close/>
              </a:path>
              <a:path w="80645" h="43179">
                <a:moveTo>
                  <a:pt x="66040" y="8890"/>
                </a:moveTo>
                <a:lnTo>
                  <a:pt x="3822" y="8890"/>
                </a:lnTo>
                <a:lnTo>
                  <a:pt x="3822" y="10160"/>
                </a:lnTo>
                <a:lnTo>
                  <a:pt x="5092" y="10160"/>
                </a:lnTo>
                <a:lnTo>
                  <a:pt x="5092" y="13970"/>
                </a:lnTo>
                <a:lnTo>
                  <a:pt x="66040" y="13970"/>
                </a:lnTo>
                <a:lnTo>
                  <a:pt x="66040" y="8890"/>
                </a:lnTo>
                <a:close/>
              </a:path>
              <a:path w="80645" h="43179">
                <a:moveTo>
                  <a:pt x="69850" y="19050"/>
                </a:moveTo>
                <a:lnTo>
                  <a:pt x="68567" y="19050"/>
                </a:lnTo>
                <a:lnTo>
                  <a:pt x="68567" y="15240"/>
                </a:lnTo>
                <a:lnTo>
                  <a:pt x="7620" y="15240"/>
                </a:lnTo>
                <a:lnTo>
                  <a:pt x="7620" y="20320"/>
                </a:lnTo>
                <a:lnTo>
                  <a:pt x="69850" y="20320"/>
                </a:lnTo>
                <a:lnTo>
                  <a:pt x="69850" y="19050"/>
                </a:lnTo>
                <a:close/>
              </a:path>
              <a:path w="80645" h="43179">
                <a:moveTo>
                  <a:pt x="72390" y="25400"/>
                </a:moveTo>
                <a:lnTo>
                  <a:pt x="71120" y="25400"/>
                </a:lnTo>
                <a:lnTo>
                  <a:pt x="71120" y="20320"/>
                </a:lnTo>
                <a:lnTo>
                  <a:pt x="69850" y="20320"/>
                </a:lnTo>
                <a:lnTo>
                  <a:pt x="69850" y="21590"/>
                </a:lnTo>
                <a:lnTo>
                  <a:pt x="10172" y="21590"/>
                </a:lnTo>
                <a:lnTo>
                  <a:pt x="10172" y="26670"/>
                </a:lnTo>
                <a:lnTo>
                  <a:pt x="72390" y="26670"/>
                </a:lnTo>
                <a:lnTo>
                  <a:pt x="72390" y="25400"/>
                </a:lnTo>
                <a:close/>
              </a:path>
              <a:path w="80645" h="43179">
                <a:moveTo>
                  <a:pt x="74917" y="29210"/>
                </a:moveTo>
                <a:lnTo>
                  <a:pt x="73647" y="29210"/>
                </a:lnTo>
                <a:lnTo>
                  <a:pt x="73647" y="27940"/>
                </a:lnTo>
                <a:lnTo>
                  <a:pt x="73672" y="26670"/>
                </a:lnTo>
                <a:lnTo>
                  <a:pt x="72390" y="26670"/>
                </a:lnTo>
                <a:lnTo>
                  <a:pt x="72390" y="27940"/>
                </a:lnTo>
                <a:lnTo>
                  <a:pt x="12700" y="27940"/>
                </a:lnTo>
                <a:lnTo>
                  <a:pt x="12700" y="31750"/>
                </a:lnTo>
                <a:lnTo>
                  <a:pt x="13970" y="31750"/>
                </a:lnTo>
                <a:lnTo>
                  <a:pt x="13970" y="33020"/>
                </a:lnTo>
                <a:lnTo>
                  <a:pt x="74917" y="33020"/>
                </a:lnTo>
                <a:lnTo>
                  <a:pt x="74917" y="29210"/>
                </a:lnTo>
                <a:close/>
              </a:path>
              <a:path w="80645" h="43179">
                <a:moveTo>
                  <a:pt x="77470" y="35560"/>
                </a:moveTo>
                <a:lnTo>
                  <a:pt x="76200" y="35560"/>
                </a:lnTo>
                <a:lnTo>
                  <a:pt x="76200" y="33020"/>
                </a:lnTo>
                <a:lnTo>
                  <a:pt x="74917" y="33020"/>
                </a:lnTo>
                <a:lnTo>
                  <a:pt x="74917" y="34290"/>
                </a:lnTo>
                <a:lnTo>
                  <a:pt x="15240" y="34290"/>
                </a:lnTo>
                <a:lnTo>
                  <a:pt x="15240" y="38100"/>
                </a:lnTo>
                <a:lnTo>
                  <a:pt x="16522" y="38100"/>
                </a:lnTo>
                <a:lnTo>
                  <a:pt x="16522" y="40640"/>
                </a:lnTo>
                <a:lnTo>
                  <a:pt x="17792" y="40640"/>
                </a:lnTo>
                <a:lnTo>
                  <a:pt x="17792" y="39370"/>
                </a:lnTo>
                <a:lnTo>
                  <a:pt x="77470" y="39370"/>
                </a:lnTo>
                <a:lnTo>
                  <a:pt x="77470" y="35560"/>
                </a:lnTo>
                <a:close/>
              </a:path>
              <a:path w="80645" h="43179">
                <a:moveTo>
                  <a:pt x="80022" y="41910"/>
                </a:moveTo>
                <a:lnTo>
                  <a:pt x="78740" y="41910"/>
                </a:lnTo>
                <a:lnTo>
                  <a:pt x="78740" y="40640"/>
                </a:lnTo>
                <a:lnTo>
                  <a:pt x="17792" y="40640"/>
                </a:lnTo>
                <a:lnTo>
                  <a:pt x="17792" y="43180"/>
                </a:lnTo>
                <a:lnTo>
                  <a:pt x="80022" y="43180"/>
                </a:lnTo>
                <a:lnTo>
                  <a:pt x="80022" y="41910"/>
                </a:lnTo>
                <a:close/>
              </a:path>
            </a:pathLst>
          </a:custGeom>
          <a:solidFill>
            <a:srgbClr val="B36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8468322" y="306082"/>
            <a:ext cx="125095" cy="43180"/>
          </a:xfrm>
          <a:custGeom>
            <a:avLst/>
            <a:gdLst/>
            <a:ahLst/>
            <a:cxnLst/>
            <a:rect l="l" t="t" r="r" b="b"/>
            <a:pathLst>
              <a:path w="125095" h="43179">
                <a:moveTo>
                  <a:pt x="91452" y="40640"/>
                </a:moveTo>
                <a:lnTo>
                  <a:pt x="3835" y="40640"/>
                </a:lnTo>
                <a:lnTo>
                  <a:pt x="3835" y="39370"/>
                </a:lnTo>
                <a:lnTo>
                  <a:pt x="2552" y="39370"/>
                </a:lnTo>
                <a:lnTo>
                  <a:pt x="2552" y="40640"/>
                </a:lnTo>
                <a:lnTo>
                  <a:pt x="1282" y="40640"/>
                </a:lnTo>
                <a:lnTo>
                  <a:pt x="1282" y="41910"/>
                </a:lnTo>
                <a:lnTo>
                  <a:pt x="0" y="41910"/>
                </a:lnTo>
                <a:lnTo>
                  <a:pt x="0" y="43180"/>
                </a:lnTo>
                <a:lnTo>
                  <a:pt x="91452" y="43180"/>
                </a:lnTo>
                <a:lnTo>
                  <a:pt x="91452" y="41910"/>
                </a:lnTo>
                <a:lnTo>
                  <a:pt x="91452" y="40640"/>
                </a:lnTo>
                <a:close/>
              </a:path>
              <a:path w="125095" h="43179">
                <a:moveTo>
                  <a:pt x="96532" y="34290"/>
                </a:moveTo>
                <a:lnTo>
                  <a:pt x="6350" y="34290"/>
                </a:lnTo>
                <a:lnTo>
                  <a:pt x="6350" y="35560"/>
                </a:lnTo>
                <a:lnTo>
                  <a:pt x="5105" y="35560"/>
                </a:lnTo>
                <a:lnTo>
                  <a:pt x="5105" y="38100"/>
                </a:lnTo>
                <a:lnTo>
                  <a:pt x="3835" y="38100"/>
                </a:lnTo>
                <a:lnTo>
                  <a:pt x="3835" y="39370"/>
                </a:lnTo>
                <a:lnTo>
                  <a:pt x="92735" y="39370"/>
                </a:lnTo>
                <a:lnTo>
                  <a:pt x="92735" y="40640"/>
                </a:lnTo>
                <a:lnTo>
                  <a:pt x="94005" y="40640"/>
                </a:lnTo>
                <a:lnTo>
                  <a:pt x="94005" y="39370"/>
                </a:lnTo>
                <a:lnTo>
                  <a:pt x="95250" y="39370"/>
                </a:lnTo>
                <a:lnTo>
                  <a:pt x="95250" y="38100"/>
                </a:lnTo>
                <a:lnTo>
                  <a:pt x="95250" y="35560"/>
                </a:lnTo>
                <a:lnTo>
                  <a:pt x="96532" y="35560"/>
                </a:lnTo>
                <a:lnTo>
                  <a:pt x="96532" y="34290"/>
                </a:lnTo>
                <a:close/>
              </a:path>
              <a:path w="125095" h="43179">
                <a:moveTo>
                  <a:pt x="101600" y="27940"/>
                </a:moveTo>
                <a:lnTo>
                  <a:pt x="11455" y="27940"/>
                </a:lnTo>
                <a:lnTo>
                  <a:pt x="11455" y="29210"/>
                </a:lnTo>
                <a:lnTo>
                  <a:pt x="10185" y="29210"/>
                </a:lnTo>
                <a:lnTo>
                  <a:pt x="10185" y="31750"/>
                </a:lnTo>
                <a:lnTo>
                  <a:pt x="8902" y="31750"/>
                </a:lnTo>
                <a:lnTo>
                  <a:pt x="8902" y="33020"/>
                </a:lnTo>
                <a:lnTo>
                  <a:pt x="97802" y="33020"/>
                </a:lnTo>
                <a:lnTo>
                  <a:pt x="97802" y="34290"/>
                </a:lnTo>
                <a:lnTo>
                  <a:pt x="99085" y="34290"/>
                </a:lnTo>
                <a:lnTo>
                  <a:pt x="99085" y="33020"/>
                </a:lnTo>
                <a:lnTo>
                  <a:pt x="99085" y="31750"/>
                </a:lnTo>
                <a:lnTo>
                  <a:pt x="100355" y="31750"/>
                </a:lnTo>
                <a:lnTo>
                  <a:pt x="100355" y="29210"/>
                </a:lnTo>
                <a:lnTo>
                  <a:pt x="101600" y="29210"/>
                </a:lnTo>
                <a:lnTo>
                  <a:pt x="101600" y="27940"/>
                </a:lnTo>
                <a:close/>
              </a:path>
              <a:path w="125095" h="43179">
                <a:moveTo>
                  <a:pt x="106705" y="21590"/>
                </a:moveTo>
                <a:lnTo>
                  <a:pt x="16535" y="21590"/>
                </a:lnTo>
                <a:lnTo>
                  <a:pt x="16535" y="22860"/>
                </a:lnTo>
                <a:lnTo>
                  <a:pt x="15252" y="22860"/>
                </a:lnTo>
                <a:lnTo>
                  <a:pt x="15252" y="25400"/>
                </a:lnTo>
                <a:lnTo>
                  <a:pt x="13982" y="25400"/>
                </a:lnTo>
                <a:lnTo>
                  <a:pt x="13982" y="26670"/>
                </a:lnTo>
                <a:lnTo>
                  <a:pt x="102882" y="26670"/>
                </a:lnTo>
                <a:lnTo>
                  <a:pt x="102882" y="27940"/>
                </a:lnTo>
                <a:lnTo>
                  <a:pt x="104152" y="27940"/>
                </a:lnTo>
                <a:lnTo>
                  <a:pt x="104152" y="26670"/>
                </a:lnTo>
                <a:lnTo>
                  <a:pt x="104152" y="25400"/>
                </a:lnTo>
                <a:lnTo>
                  <a:pt x="105435" y="25400"/>
                </a:lnTo>
                <a:lnTo>
                  <a:pt x="105435" y="22860"/>
                </a:lnTo>
                <a:lnTo>
                  <a:pt x="106705" y="22860"/>
                </a:lnTo>
                <a:lnTo>
                  <a:pt x="106705" y="21590"/>
                </a:lnTo>
                <a:close/>
              </a:path>
              <a:path w="125095" h="43179">
                <a:moveTo>
                  <a:pt x="111785" y="15240"/>
                </a:moveTo>
                <a:lnTo>
                  <a:pt x="22885" y="15240"/>
                </a:lnTo>
                <a:lnTo>
                  <a:pt x="22885" y="13970"/>
                </a:lnTo>
                <a:lnTo>
                  <a:pt x="21602" y="13970"/>
                </a:lnTo>
                <a:lnTo>
                  <a:pt x="21602" y="15240"/>
                </a:lnTo>
                <a:lnTo>
                  <a:pt x="21602" y="16510"/>
                </a:lnTo>
                <a:lnTo>
                  <a:pt x="20332" y="16510"/>
                </a:lnTo>
                <a:lnTo>
                  <a:pt x="20332" y="19050"/>
                </a:lnTo>
                <a:lnTo>
                  <a:pt x="19050" y="19050"/>
                </a:lnTo>
                <a:lnTo>
                  <a:pt x="19050" y="20320"/>
                </a:lnTo>
                <a:lnTo>
                  <a:pt x="109232" y="20320"/>
                </a:lnTo>
                <a:lnTo>
                  <a:pt x="109232" y="19050"/>
                </a:lnTo>
                <a:lnTo>
                  <a:pt x="110502" y="19050"/>
                </a:lnTo>
                <a:lnTo>
                  <a:pt x="110502" y="16510"/>
                </a:lnTo>
                <a:lnTo>
                  <a:pt x="111785" y="16510"/>
                </a:lnTo>
                <a:lnTo>
                  <a:pt x="111785" y="15240"/>
                </a:lnTo>
                <a:close/>
              </a:path>
              <a:path w="125095" h="43179">
                <a:moveTo>
                  <a:pt x="115582" y="8890"/>
                </a:moveTo>
                <a:lnTo>
                  <a:pt x="27952" y="8890"/>
                </a:lnTo>
                <a:lnTo>
                  <a:pt x="27952" y="7620"/>
                </a:lnTo>
                <a:lnTo>
                  <a:pt x="26682" y="7620"/>
                </a:lnTo>
                <a:lnTo>
                  <a:pt x="26682" y="8890"/>
                </a:lnTo>
                <a:lnTo>
                  <a:pt x="26682" y="10160"/>
                </a:lnTo>
                <a:lnTo>
                  <a:pt x="25400" y="10160"/>
                </a:lnTo>
                <a:lnTo>
                  <a:pt x="25400" y="12700"/>
                </a:lnTo>
                <a:lnTo>
                  <a:pt x="24155" y="12700"/>
                </a:lnTo>
                <a:lnTo>
                  <a:pt x="24155" y="13970"/>
                </a:lnTo>
                <a:lnTo>
                  <a:pt x="111785" y="13970"/>
                </a:lnTo>
                <a:lnTo>
                  <a:pt x="111785" y="15240"/>
                </a:lnTo>
                <a:lnTo>
                  <a:pt x="113055" y="15240"/>
                </a:lnTo>
                <a:lnTo>
                  <a:pt x="113055" y="13970"/>
                </a:lnTo>
                <a:lnTo>
                  <a:pt x="114300" y="13970"/>
                </a:lnTo>
                <a:lnTo>
                  <a:pt x="114300" y="12700"/>
                </a:lnTo>
                <a:lnTo>
                  <a:pt x="115582" y="12700"/>
                </a:lnTo>
                <a:lnTo>
                  <a:pt x="115582" y="10160"/>
                </a:lnTo>
                <a:lnTo>
                  <a:pt x="115582" y="8890"/>
                </a:lnTo>
                <a:close/>
              </a:path>
              <a:path w="125095" h="43179">
                <a:moveTo>
                  <a:pt x="120650" y="2540"/>
                </a:moveTo>
                <a:lnTo>
                  <a:pt x="33032" y="2540"/>
                </a:lnTo>
                <a:lnTo>
                  <a:pt x="33032" y="1270"/>
                </a:lnTo>
                <a:lnTo>
                  <a:pt x="31750" y="1270"/>
                </a:lnTo>
                <a:lnTo>
                  <a:pt x="31750" y="2540"/>
                </a:lnTo>
                <a:lnTo>
                  <a:pt x="31750" y="3810"/>
                </a:lnTo>
                <a:lnTo>
                  <a:pt x="30505" y="3810"/>
                </a:lnTo>
                <a:lnTo>
                  <a:pt x="30505" y="6350"/>
                </a:lnTo>
                <a:lnTo>
                  <a:pt x="29235" y="6350"/>
                </a:lnTo>
                <a:lnTo>
                  <a:pt x="29235" y="7620"/>
                </a:lnTo>
                <a:lnTo>
                  <a:pt x="116852" y="7620"/>
                </a:lnTo>
                <a:lnTo>
                  <a:pt x="116852" y="8890"/>
                </a:lnTo>
                <a:lnTo>
                  <a:pt x="118135" y="8890"/>
                </a:lnTo>
                <a:lnTo>
                  <a:pt x="118135" y="7620"/>
                </a:lnTo>
                <a:lnTo>
                  <a:pt x="119405" y="7620"/>
                </a:lnTo>
                <a:lnTo>
                  <a:pt x="119405" y="6350"/>
                </a:lnTo>
                <a:lnTo>
                  <a:pt x="120650" y="6350"/>
                </a:lnTo>
                <a:lnTo>
                  <a:pt x="120650" y="3810"/>
                </a:lnTo>
                <a:lnTo>
                  <a:pt x="120650" y="2540"/>
                </a:lnTo>
                <a:close/>
              </a:path>
              <a:path w="125095" h="43179">
                <a:moveTo>
                  <a:pt x="124485" y="0"/>
                </a:moveTo>
                <a:lnTo>
                  <a:pt x="34302" y="0"/>
                </a:lnTo>
                <a:lnTo>
                  <a:pt x="34302" y="1270"/>
                </a:lnTo>
                <a:lnTo>
                  <a:pt x="121932" y="1270"/>
                </a:lnTo>
                <a:lnTo>
                  <a:pt x="121932" y="2540"/>
                </a:lnTo>
                <a:lnTo>
                  <a:pt x="123202" y="2540"/>
                </a:lnTo>
                <a:lnTo>
                  <a:pt x="123202" y="1270"/>
                </a:lnTo>
                <a:lnTo>
                  <a:pt x="124485" y="1270"/>
                </a:lnTo>
                <a:lnTo>
                  <a:pt x="124485" y="0"/>
                </a:lnTo>
                <a:close/>
              </a:path>
            </a:pathLst>
          </a:custGeom>
          <a:solidFill>
            <a:srgbClr val="B36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6943077" y="349249"/>
            <a:ext cx="78740" cy="41910"/>
          </a:xfrm>
          <a:custGeom>
            <a:avLst/>
            <a:gdLst/>
            <a:ahLst/>
            <a:cxnLst/>
            <a:rect l="l" t="t" r="r" b="b"/>
            <a:pathLst>
              <a:path w="78740" h="41910">
                <a:moveTo>
                  <a:pt x="62204" y="0"/>
                </a:moveTo>
                <a:lnTo>
                  <a:pt x="0" y="0"/>
                </a:lnTo>
                <a:lnTo>
                  <a:pt x="0" y="1270"/>
                </a:lnTo>
                <a:lnTo>
                  <a:pt x="1257" y="1270"/>
                </a:lnTo>
                <a:lnTo>
                  <a:pt x="1257" y="3810"/>
                </a:lnTo>
                <a:lnTo>
                  <a:pt x="2527" y="3810"/>
                </a:lnTo>
                <a:lnTo>
                  <a:pt x="2527" y="2540"/>
                </a:lnTo>
                <a:lnTo>
                  <a:pt x="62204" y="2540"/>
                </a:lnTo>
                <a:lnTo>
                  <a:pt x="62204" y="0"/>
                </a:lnTo>
                <a:close/>
              </a:path>
              <a:path w="78740" h="41910">
                <a:moveTo>
                  <a:pt x="64757" y="3810"/>
                </a:moveTo>
                <a:lnTo>
                  <a:pt x="2527" y="3810"/>
                </a:lnTo>
                <a:lnTo>
                  <a:pt x="2527" y="5080"/>
                </a:lnTo>
                <a:lnTo>
                  <a:pt x="3797" y="5080"/>
                </a:lnTo>
                <a:lnTo>
                  <a:pt x="3797" y="7620"/>
                </a:lnTo>
                <a:lnTo>
                  <a:pt x="64757" y="7620"/>
                </a:lnTo>
                <a:lnTo>
                  <a:pt x="64757" y="3810"/>
                </a:lnTo>
                <a:close/>
              </a:path>
              <a:path w="78740" h="41910">
                <a:moveTo>
                  <a:pt x="66027" y="7620"/>
                </a:moveTo>
                <a:lnTo>
                  <a:pt x="64757" y="7620"/>
                </a:lnTo>
                <a:lnTo>
                  <a:pt x="64757" y="8890"/>
                </a:lnTo>
                <a:lnTo>
                  <a:pt x="3797" y="8890"/>
                </a:lnTo>
                <a:lnTo>
                  <a:pt x="3797" y="10160"/>
                </a:lnTo>
                <a:lnTo>
                  <a:pt x="66027" y="10160"/>
                </a:lnTo>
                <a:lnTo>
                  <a:pt x="66027" y="7620"/>
                </a:lnTo>
                <a:close/>
              </a:path>
              <a:path w="78740" h="41910">
                <a:moveTo>
                  <a:pt x="67297" y="10160"/>
                </a:moveTo>
                <a:lnTo>
                  <a:pt x="66027" y="10160"/>
                </a:lnTo>
                <a:lnTo>
                  <a:pt x="66027" y="11430"/>
                </a:lnTo>
                <a:lnTo>
                  <a:pt x="6350" y="11430"/>
                </a:lnTo>
                <a:lnTo>
                  <a:pt x="6350" y="15240"/>
                </a:lnTo>
                <a:lnTo>
                  <a:pt x="7607" y="15240"/>
                </a:lnTo>
                <a:lnTo>
                  <a:pt x="7607" y="13970"/>
                </a:lnTo>
                <a:lnTo>
                  <a:pt x="67297" y="13970"/>
                </a:lnTo>
                <a:lnTo>
                  <a:pt x="67297" y="10160"/>
                </a:lnTo>
                <a:close/>
              </a:path>
              <a:path w="78740" h="41910">
                <a:moveTo>
                  <a:pt x="68554" y="13970"/>
                </a:moveTo>
                <a:lnTo>
                  <a:pt x="67297" y="13970"/>
                </a:lnTo>
                <a:lnTo>
                  <a:pt x="67297" y="15240"/>
                </a:lnTo>
                <a:lnTo>
                  <a:pt x="7607" y="15240"/>
                </a:lnTo>
                <a:lnTo>
                  <a:pt x="7607" y="16510"/>
                </a:lnTo>
                <a:lnTo>
                  <a:pt x="68554" y="16510"/>
                </a:lnTo>
                <a:lnTo>
                  <a:pt x="68554" y="13970"/>
                </a:lnTo>
                <a:close/>
              </a:path>
              <a:path w="78740" h="41910">
                <a:moveTo>
                  <a:pt x="69824" y="16510"/>
                </a:moveTo>
                <a:lnTo>
                  <a:pt x="68554" y="16510"/>
                </a:lnTo>
                <a:lnTo>
                  <a:pt x="68554" y="17780"/>
                </a:lnTo>
                <a:lnTo>
                  <a:pt x="8877" y="17780"/>
                </a:lnTo>
                <a:lnTo>
                  <a:pt x="8877" y="21590"/>
                </a:lnTo>
                <a:lnTo>
                  <a:pt x="10147" y="21590"/>
                </a:lnTo>
                <a:lnTo>
                  <a:pt x="10147" y="20320"/>
                </a:lnTo>
                <a:lnTo>
                  <a:pt x="69824" y="20320"/>
                </a:lnTo>
                <a:lnTo>
                  <a:pt x="69824" y="16510"/>
                </a:lnTo>
                <a:close/>
              </a:path>
              <a:path w="78740" h="41910">
                <a:moveTo>
                  <a:pt x="71107" y="20320"/>
                </a:moveTo>
                <a:lnTo>
                  <a:pt x="69824" y="20320"/>
                </a:lnTo>
                <a:lnTo>
                  <a:pt x="69824" y="21590"/>
                </a:lnTo>
                <a:lnTo>
                  <a:pt x="10147" y="21590"/>
                </a:lnTo>
                <a:lnTo>
                  <a:pt x="10147" y="24130"/>
                </a:lnTo>
                <a:lnTo>
                  <a:pt x="11430" y="24130"/>
                </a:lnTo>
                <a:lnTo>
                  <a:pt x="11430" y="22860"/>
                </a:lnTo>
                <a:lnTo>
                  <a:pt x="71107" y="22860"/>
                </a:lnTo>
                <a:lnTo>
                  <a:pt x="71107" y="20320"/>
                </a:lnTo>
                <a:close/>
              </a:path>
              <a:path w="78740" h="41910">
                <a:moveTo>
                  <a:pt x="72377" y="25400"/>
                </a:moveTo>
                <a:lnTo>
                  <a:pt x="11430" y="25400"/>
                </a:lnTo>
                <a:lnTo>
                  <a:pt x="11430" y="27940"/>
                </a:lnTo>
                <a:lnTo>
                  <a:pt x="12700" y="27940"/>
                </a:lnTo>
                <a:lnTo>
                  <a:pt x="12700" y="26670"/>
                </a:lnTo>
                <a:lnTo>
                  <a:pt x="72377" y="26670"/>
                </a:lnTo>
                <a:lnTo>
                  <a:pt x="72377" y="25400"/>
                </a:lnTo>
                <a:close/>
              </a:path>
              <a:path w="78740" h="41910">
                <a:moveTo>
                  <a:pt x="72377" y="22860"/>
                </a:moveTo>
                <a:lnTo>
                  <a:pt x="71107" y="22860"/>
                </a:lnTo>
                <a:lnTo>
                  <a:pt x="71107" y="24130"/>
                </a:lnTo>
                <a:lnTo>
                  <a:pt x="72377" y="24130"/>
                </a:lnTo>
                <a:lnTo>
                  <a:pt x="72377" y="22860"/>
                </a:lnTo>
                <a:close/>
              </a:path>
              <a:path w="78740" h="41910">
                <a:moveTo>
                  <a:pt x="73647" y="26670"/>
                </a:moveTo>
                <a:lnTo>
                  <a:pt x="72377" y="26670"/>
                </a:lnTo>
                <a:lnTo>
                  <a:pt x="72377" y="27940"/>
                </a:lnTo>
                <a:lnTo>
                  <a:pt x="12700" y="27940"/>
                </a:lnTo>
                <a:lnTo>
                  <a:pt x="12700" y="30480"/>
                </a:lnTo>
                <a:lnTo>
                  <a:pt x="13957" y="30480"/>
                </a:lnTo>
                <a:lnTo>
                  <a:pt x="13957" y="29210"/>
                </a:lnTo>
                <a:lnTo>
                  <a:pt x="73647" y="29210"/>
                </a:lnTo>
                <a:lnTo>
                  <a:pt x="73647" y="26670"/>
                </a:lnTo>
                <a:close/>
              </a:path>
              <a:path w="78740" h="41910">
                <a:moveTo>
                  <a:pt x="74930" y="33020"/>
                </a:moveTo>
                <a:lnTo>
                  <a:pt x="74904" y="30480"/>
                </a:lnTo>
                <a:lnTo>
                  <a:pt x="13957" y="30480"/>
                </a:lnTo>
                <a:lnTo>
                  <a:pt x="13957" y="33020"/>
                </a:lnTo>
                <a:lnTo>
                  <a:pt x="74930" y="33020"/>
                </a:lnTo>
                <a:close/>
              </a:path>
              <a:path w="78740" h="41910">
                <a:moveTo>
                  <a:pt x="76200" y="34290"/>
                </a:moveTo>
                <a:lnTo>
                  <a:pt x="76174" y="33020"/>
                </a:lnTo>
                <a:lnTo>
                  <a:pt x="74930" y="33020"/>
                </a:lnTo>
                <a:lnTo>
                  <a:pt x="74930" y="34290"/>
                </a:lnTo>
                <a:lnTo>
                  <a:pt x="15227" y="34290"/>
                </a:lnTo>
                <a:lnTo>
                  <a:pt x="15227" y="36830"/>
                </a:lnTo>
                <a:lnTo>
                  <a:pt x="16497" y="36830"/>
                </a:lnTo>
                <a:lnTo>
                  <a:pt x="16497" y="35560"/>
                </a:lnTo>
                <a:lnTo>
                  <a:pt x="76200" y="35560"/>
                </a:lnTo>
                <a:lnTo>
                  <a:pt x="76200" y="34290"/>
                </a:lnTo>
                <a:close/>
              </a:path>
              <a:path w="78740" h="41910">
                <a:moveTo>
                  <a:pt x="77457" y="36830"/>
                </a:moveTo>
                <a:lnTo>
                  <a:pt x="16497" y="36830"/>
                </a:lnTo>
                <a:lnTo>
                  <a:pt x="16497" y="39370"/>
                </a:lnTo>
                <a:lnTo>
                  <a:pt x="77457" y="39370"/>
                </a:lnTo>
                <a:lnTo>
                  <a:pt x="77457" y="36830"/>
                </a:lnTo>
                <a:close/>
              </a:path>
              <a:path w="78740" h="41910">
                <a:moveTo>
                  <a:pt x="78727" y="39370"/>
                </a:moveTo>
                <a:lnTo>
                  <a:pt x="77457" y="39370"/>
                </a:lnTo>
                <a:lnTo>
                  <a:pt x="77457" y="40640"/>
                </a:lnTo>
                <a:lnTo>
                  <a:pt x="17780" y="40640"/>
                </a:lnTo>
                <a:lnTo>
                  <a:pt x="17780" y="41910"/>
                </a:lnTo>
                <a:lnTo>
                  <a:pt x="78727" y="41910"/>
                </a:lnTo>
                <a:lnTo>
                  <a:pt x="78727" y="39370"/>
                </a:lnTo>
                <a:close/>
              </a:path>
            </a:pathLst>
          </a:custGeom>
          <a:solidFill>
            <a:srgbClr val="B16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8434058" y="349262"/>
            <a:ext cx="125730" cy="43180"/>
          </a:xfrm>
          <a:custGeom>
            <a:avLst/>
            <a:gdLst/>
            <a:ahLst/>
            <a:cxnLst/>
            <a:rect l="l" t="t" r="r" b="b"/>
            <a:pathLst>
              <a:path w="125729" h="43179">
                <a:moveTo>
                  <a:pt x="1270" y="41897"/>
                </a:moveTo>
                <a:lnTo>
                  <a:pt x="0" y="41897"/>
                </a:lnTo>
                <a:lnTo>
                  <a:pt x="0" y="43167"/>
                </a:lnTo>
                <a:lnTo>
                  <a:pt x="1270" y="43167"/>
                </a:lnTo>
                <a:lnTo>
                  <a:pt x="1270" y="41897"/>
                </a:lnTo>
                <a:close/>
              </a:path>
              <a:path w="125729" h="43179">
                <a:moveTo>
                  <a:pt x="16497" y="22847"/>
                </a:moveTo>
                <a:lnTo>
                  <a:pt x="15214" y="22847"/>
                </a:lnTo>
                <a:lnTo>
                  <a:pt x="15214" y="24117"/>
                </a:lnTo>
                <a:lnTo>
                  <a:pt x="16497" y="24117"/>
                </a:lnTo>
                <a:lnTo>
                  <a:pt x="16497" y="22847"/>
                </a:lnTo>
                <a:close/>
              </a:path>
              <a:path w="125729" h="43179">
                <a:moveTo>
                  <a:pt x="93967" y="40640"/>
                </a:moveTo>
                <a:lnTo>
                  <a:pt x="3797" y="40640"/>
                </a:lnTo>
                <a:lnTo>
                  <a:pt x="3797" y="39370"/>
                </a:lnTo>
                <a:lnTo>
                  <a:pt x="2514" y="39370"/>
                </a:lnTo>
                <a:lnTo>
                  <a:pt x="2514" y="40640"/>
                </a:lnTo>
                <a:lnTo>
                  <a:pt x="2514" y="41910"/>
                </a:lnTo>
                <a:lnTo>
                  <a:pt x="93967" y="41910"/>
                </a:lnTo>
                <a:lnTo>
                  <a:pt x="93967" y="40640"/>
                </a:lnTo>
                <a:close/>
              </a:path>
              <a:path w="125729" h="43179">
                <a:moveTo>
                  <a:pt x="96520" y="36830"/>
                </a:moveTo>
                <a:lnTo>
                  <a:pt x="6350" y="36830"/>
                </a:lnTo>
                <a:lnTo>
                  <a:pt x="6350" y="35560"/>
                </a:lnTo>
                <a:lnTo>
                  <a:pt x="5067" y="35560"/>
                </a:lnTo>
                <a:lnTo>
                  <a:pt x="5067" y="36830"/>
                </a:lnTo>
                <a:lnTo>
                  <a:pt x="5067" y="39370"/>
                </a:lnTo>
                <a:lnTo>
                  <a:pt x="93967" y="39370"/>
                </a:lnTo>
                <a:lnTo>
                  <a:pt x="93967" y="40640"/>
                </a:lnTo>
                <a:lnTo>
                  <a:pt x="95250" y="40640"/>
                </a:lnTo>
                <a:lnTo>
                  <a:pt x="95250" y="39370"/>
                </a:lnTo>
                <a:lnTo>
                  <a:pt x="96520" y="39370"/>
                </a:lnTo>
                <a:lnTo>
                  <a:pt x="96520" y="36830"/>
                </a:lnTo>
                <a:close/>
              </a:path>
              <a:path w="125729" h="43179">
                <a:moveTo>
                  <a:pt x="99047" y="34290"/>
                </a:moveTo>
                <a:lnTo>
                  <a:pt x="8864" y="34290"/>
                </a:lnTo>
                <a:lnTo>
                  <a:pt x="8864" y="33020"/>
                </a:lnTo>
                <a:lnTo>
                  <a:pt x="7620" y="33020"/>
                </a:lnTo>
                <a:lnTo>
                  <a:pt x="7620" y="34290"/>
                </a:lnTo>
                <a:lnTo>
                  <a:pt x="7620" y="35560"/>
                </a:lnTo>
                <a:lnTo>
                  <a:pt x="96520" y="35560"/>
                </a:lnTo>
                <a:lnTo>
                  <a:pt x="96520" y="36830"/>
                </a:lnTo>
                <a:lnTo>
                  <a:pt x="97764" y="36830"/>
                </a:lnTo>
                <a:lnTo>
                  <a:pt x="97764" y="35560"/>
                </a:lnTo>
                <a:lnTo>
                  <a:pt x="99047" y="35560"/>
                </a:lnTo>
                <a:lnTo>
                  <a:pt x="99047" y="34290"/>
                </a:lnTo>
                <a:close/>
              </a:path>
              <a:path w="125729" h="43179">
                <a:moveTo>
                  <a:pt x="100317" y="30480"/>
                </a:moveTo>
                <a:lnTo>
                  <a:pt x="11417" y="30480"/>
                </a:lnTo>
                <a:lnTo>
                  <a:pt x="11417" y="29210"/>
                </a:lnTo>
                <a:lnTo>
                  <a:pt x="10147" y="29210"/>
                </a:lnTo>
                <a:lnTo>
                  <a:pt x="10147" y="30480"/>
                </a:lnTo>
                <a:lnTo>
                  <a:pt x="8864" y="30480"/>
                </a:lnTo>
                <a:lnTo>
                  <a:pt x="8864" y="33020"/>
                </a:lnTo>
                <a:lnTo>
                  <a:pt x="99047" y="33020"/>
                </a:lnTo>
                <a:lnTo>
                  <a:pt x="99047" y="34290"/>
                </a:lnTo>
                <a:lnTo>
                  <a:pt x="100317" y="34290"/>
                </a:lnTo>
                <a:lnTo>
                  <a:pt x="100317" y="33020"/>
                </a:lnTo>
                <a:lnTo>
                  <a:pt x="100317" y="30480"/>
                </a:lnTo>
                <a:close/>
              </a:path>
              <a:path w="125729" h="43179">
                <a:moveTo>
                  <a:pt x="104114" y="27940"/>
                </a:moveTo>
                <a:lnTo>
                  <a:pt x="13970" y="27940"/>
                </a:lnTo>
                <a:lnTo>
                  <a:pt x="13970" y="26670"/>
                </a:lnTo>
                <a:lnTo>
                  <a:pt x="12700" y="26670"/>
                </a:lnTo>
                <a:lnTo>
                  <a:pt x="12700" y="27940"/>
                </a:lnTo>
                <a:lnTo>
                  <a:pt x="12700" y="29210"/>
                </a:lnTo>
                <a:lnTo>
                  <a:pt x="101600" y="29210"/>
                </a:lnTo>
                <a:lnTo>
                  <a:pt x="101600" y="30480"/>
                </a:lnTo>
                <a:lnTo>
                  <a:pt x="102870" y="30480"/>
                </a:lnTo>
                <a:lnTo>
                  <a:pt x="102870" y="29210"/>
                </a:lnTo>
                <a:lnTo>
                  <a:pt x="104114" y="29210"/>
                </a:lnTo>
                <a:lnTo>
                  <a:pt x="104114" y="27940"/>
                </a:lnTo>
                <a:close/>
              </a:path>
              <a:path w="125729" h="43179">
                <a:moveTo>
                  <a:pt x="105397" y="25400"/>
                </a:moveTo>
                <a:lnTo>
                  <a:pt x="13970" y="25400"/>
                </a:lnTo>
                <a:lnTo>
                  <a:pt x="13970" y="26670"/>
                </a:lnTo>
                <a:lnTo>
                  <a:pt x="104114" y="26670"/>
                </a:lnTo>
                <a:lnTo>
                  <a:pt x="104114" y="27940"/>
                </a:lnTo>
                <a:lnTo>
                  <a:pt x="105397" y="27940"/>
                </a:lnTo>
                <a:lnTo>
                  <a:pt x="105397" y="26670"/>
                </a:lnTo>
                <a:lnTo>
                  <a:pt x="105397" y="25400"/>
                </a:lnTo>
                <a:close/>
              </a:path>
              <a:path w="125729" h="43179">
                <a:moveTo>
                  <a:pt x="109220" y="21590"/>
                </a:moveTo>
                <a:lnTo>
                  <a:pt x="19050" y="21590"/>
                </a:lnTo>
                <a:lnTo>
                  <a:pt x="19050" y="20320"/>
                </a:lnTo>
                <a:lnTo>
                  <a:pt x="17767" y="20320"/>
                </a:lnTo>
                <a:lnTo>
                  <a:pt x="17767" y="21590"/>
                </a:lnTo>
                <a:lnTo>
                  <a:pt x="17767" y="22860"/>
                </a:lnTo>
                <a:lnTo>
                  <a:pt x="106667" y="22860"/>
                </a:lnTo>
                <a:lnTo>
                  <a:pt x="106667" y="24130"/>
                </a:lnTo>
                <a:lnTo>
                  <a:pt x="107950" y="24130"/>
                </a:lnTo>
                <a:lnTo>
                  <a:pt x="107950" y="22860"/>
                </a:lnTo>
                <a:lnTo>
                  <a:pt x="109220" y="22860"/>
                </a:lnTo>
                <a:lnTo>
                  <a:pt x="109220" y="21590"/>
                </a:lnTo>
                <a:close/>
              </a:path>
              <a:path w="125729" h="43179">
                <a:moveTo>
                  <a:pt x="110464" y="17780"/>
                </a:moveTo>
                <a:lnTo>
                  <a:pt x="21564" y="17780"/>
                </a:lnTo>
                <a:lnTo>
                  <a:pt x="21564" y="16510"/>
                </a:lnTo>
                <a:lnTo>
                  <a:pt x="20320" y="16510"/>
                </a:lnTo>
                <a:lnTo>
                  <a:pt x="20320" y="17780"/>
                </a:lnTo>
                <a:lnTo>
                  <a:pt x="19050" y="17780"/>
                </a:lnTo>
                <a:lnTo>
                  <a:pt x="19050" y="20320"/>
                </a:lnTo>
                <a:lnTo>
                  <a:pt x="110464" y="20320"/>
                </a:lnTo>
                <a:lnTo>
                  <a:pt x="110464" y="17780"/>
                </a:lnTo>
                <a:close/>
              </a:path>
              <a:path w="125729" h="43179">
                <a:moveTo>
                  <a:pt x="113017" y="15240"/>
                </a:moveTo>
                <a:lnTo>
                  <a:pt x="22847" y="15240"/>
                </a:lnTo>
                <a:lnTo>
                  <a:pt x="22847" y="16510"/>
                </a:lnTo>
                <a:lnTo>
                  <a:pt x="111747" y="16510"/>
                </a:lnTo>
                <a:lnTo>
                  <a:pt x="111747" y="17780"/>
                </a:lnTo>
                <a:lnTo>
                  <a:pt x="113017" y="17780"/>
                </a:lnTo>
                <a:lnTo>
                  <a:pt x="113017" y="16510"/>
                </a:lnTo>
                <a:lnTo>
                  <a:pt x="113017" y="15240"/>
                </a:lnTo>
                <a:close/>
              </a:path>
              <a:path w="125729" h="43179">
                <a:moveTo>
                  <a:pt x="115570" y="11430"/>
                </a:moveTo>
                <a:lnTo>
                  <a:pt x="26670" y="11430"/>
                </a:lnTo>
                <a:lnTo>
                  <a:pt x="26670" y="10160"/>
                </a:lnTo>
                <a:lnTo>
                  <a:pt x="25400" y="10160"/>
                </a:lnTo>
                <a:lnTo>
                  <a:pt x="25400" y="11430"/>
                </a:lnTo>
                <a:lnTo>
                  <a:pt x="24117" y="11430"/>
                </a:lnTo>
                <a:lnTo>
                  <a:pt x="24117" y="13970"/>
                </a:lnTo>
                <a:lnTo>
                  <a:pt x="113017" y="13970"/>
                </a:lnTo>
                <a:lnTo>
                  <a:pt x="113017" y="15240"/>
                </a:lnTo>
                <a:lnTo>
                  <a:pt x="114300" y="15240"/>
                </a:lnTo>
                <a:lnTo>
                  <a:pt x="114300" y="13970"/>
                </a:lnTo>
                <a:lnTo>
                  <a:pt x="115570" y="13970"/>
                </a:lnTo>
                <a:lnTo>
                  <a:pt x="115570" y="11430"/>
                </a:lnTo>
                <a:close/>
              </a:path>
              <a:path w="125729" h="43179">
                <a:moveTo>
                  <a:pt x="121920" y="3810"/>
                </a:moveTo>
                <a:lnTo>
                  <a:pt x="33020" y="3810"/>
                </a:lnTo>
                <a:lnTo>
                  <a:pt x="33020" y="2540"/>
                </a:lnTo>
                <a:lnTo>
                  <a:pt x="31750" y="2540"/>
                </a:lnTo>
                <a:lnTo>
                  <a:pt x="31750" y="3810"/>
                </a:lnTo>
                <a:lnTo>
                  <a:pt x="30467" y="3810"/>
                </a:lnTo>
                <a:lnTo>
                  <a:pt x="30467" y="5080"/>
                </a:lnTo>
                <a:lnTo>
                  <a:pt x="29197" y="5080"/>
                </a:lnTo>
                <a:lnTo>
                  <a:pt x="29197" y="7620"/>
                </a:lnTo>
                <a:lnTo>
                  <a:pt x="118097" y="7620"/>
                </a:lnTo>
                <a:lnTo>
                  <a:pt x="118097" y="8877"/>
                </a:lnTo>
                <a:lnTo>
                  <a:pt x="27914" y="8877"/>
                </a:lnTo>
                <a:lnTo>
                  <a:pt x="27914" y="10147"/>
                </a:lnTo>
                <a:lnTo>
                  <a:pt x="118097" y="10147"/>
                </a:lnTo>
                <a:lnTo>
                  <a:pt x="118097" y="8890"/>
                </a:lnTo>
                <a:lnTo>
                  <a:pt x="119367" y="8890"/>
                </a:lnTo>
                <a:lnTo>
                  <a:pt x="119367" y="7620"/>
                </a:lnTo>
                <a:lnTo>
                  <a:pt x="120650" y="7620"/>
                </a:lnTo>
                <a:lnTo>
                  <a:pt x="120650" y="5080"/>
                </a:lnTo>
                <a:lnTo>
                  <a:pt x="121920" y="5080"/>
                </a:lnTo>
                <a:lnTo>
                  <a:pt x="121920" y="3810"/>
                </a:lnTo>
                <a:close/>
              </a:path>
              <a:path w="125729" h="43179">
                <a:moveTo>
                  <a:pt x="125717" y="0"/>
                </a:moveTo>
                <a:lnTo>
                  <a:pt x="34264" y="0"/>
                </a:lnTo>
                <a:lnTo>
                  <a:pt x="34264" y="1270"/>
                </a:lnTo>
                <a:lnTo>
                  <a:pt x="33020" y="1270"/>
                </a:lnTo>
                <a:lnTo>
                  <a:pt x="33020" y="2540"/>
                </a:lnTo>
                <a:lnTo>
                  <a:pt x="121920" y="2540"/>
                </a:lnTo>
                <a:lnTo>
                  <a:pt x="121920" y="3810"/>
                </a:lnTo>
                <a:lnTo>
                  <a:pt x="123164" y="3810"/>
                </a:lnTo>
                <a:lnTo>
                  <a:pt x="123164" y="2540"/>
                </a:lnTo>
                <a:lnTo>
                  <a:pt x="124447" y="2540"/>
                </a:lnTo>
                <a:lnTo>
                  <a:pt x="124447" y="1270"/>
                </a:lnTo>
                <a:lnTo>
                  <a:pt x="125717" y="1270"/>
                </a:lnTo>
                <a:lnTo>
                  <a:pt x="125717" y="0"/>
                </a:lnTo>
                <a:close/>
              </a:path>
            </a:pathLst>
          </a:custGeom>
          <a:solidFill>
            <a:srgbClr val="B16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6962127" y="392429"/>
            <a:ext cx="76200" cy="44450"/>
          </a:xfrm>
          <a:custGeom>
            <a:avLst/>
            <a:gdLst/>
            <a:ahLst/>
            <a:cxnLst/>
            <a:rect l="l" t="t" r="r" b="b"/>
            <a:pathLst>
              <a:path w="76200" h="44450">
                <a:moveTo>
                  <a:pt x="60947" y="0"/>
                </a:moveTo>
                <a:lnTo>
                  <a:pt x="0" y="0"/>
                </a:lnTo>
                <a:lnTo>
                  <a:pt x="0" y="2540"/>
                </a:lnTo>
                <a:lnTo>
                  <a:pt x="60947" y="2540"/>
                </a:lnTo>
                <a:lnTo>
                  <a:pt x="60947" y="0"/>
                </a:lnTo>
                <a:close/>
              </a:path>
              <a:path w="76200" h="44450">
                <a:moveTo>
                  <a:pt x="62230" y="2540"/>
                </a:moveTo>
                <a:lnTo>
                  <a:pt x="60947" y="2540"/>
                </a:lnTo>
                <a:lnTo>
                  <a:pt x="60947" y="3810"/>
                </a:lnTo>
                <a:lnTo>
                  <a:pt x="1257" y="3810"/>
                </a:lnTo>
                <a:lnTo>
                  <a:pt x="1257" y="5080"/>
                </a:lnTo>
                <a:lnTo>
                  <a:pt x="62230" y="5080"/>
                </a:lnTo>
                <a:lnTo>
                  <a:pt x="62230" y="2540"/>
                </a:lnTo>
                <a:close/>
              </a:path>
              <a:path w="76200" h="44450">
                <a:moveTo>
                  <a:pt x="63500" y="6350"/>
                </a:moveTo>
                <a:lnTo>
                  <a:pt x="3797" y="6350"/>
                </a:lnTo>
                <a:lnTo>
                  <a:pt x="3797" y="8890"/>
                </a:lnTo>
                <a:lnTo>
                  <a:pt x="63500" y="8890"/>
                </a:lnTo>
                <a:lnTo>
                  <a:pt x="63500" y="6350"/>
                </a:lnTo>
                <a:close/>
              </a:path>
              <a:path w="76200" h="44450">
                <a:moveTo>
                  <a:pt x="64757" y="8890"/>
                </a:moveTo>
                <a:lnTo>
                  <a:pt x="63500" y="8890"/>
                </a:lnTo>
                <a:lnTo>
                  <a:pt x="63500" y="10160"/>
                </a:lnTo>
                <a:lnTo>
                  <a:pt x="3797" y="10160"/>
                </a:lnTo>
                <a:lnTo>
                  <a:pt x="3797" y="11430"/>
                </a:lnTo>
                <a:lnTo>
                  <a:pt x="64757" y="11430"/>
                </a:lnTo>
                <a:lnTo>
                  <a:pt x="64757" y="8890"/>
                </a:lnTo>
                <a:close/>
              </a:path>
              <a:path w="76200" h="44450">
                <a:moveTo>
                  <a:pt x="66027" y="12700"/>
                </a:moveTo>
                <a:lnTo>
                  <a:pt x="6350" y="12700"/>
                </a:lnTo>
                <a:lnTo>
                  <a:pt x="6350" y="16510"/>
                </a:lnTo>
                <a:lnTo>
                  <a:pt x="7607" y="16510"/>
                </a:lnTo>
                <a:lnTo>
                  <a:pt x="7607" y="15240"/>
                </a:lnTo>
                <a:lnTo>
                  <a:pt x="66027" y="15240"/>
                </a:lnTo>
                <a:lnTo>
                  <a:pt x="66027" y="12700"/>
                </a:lnTo>
                <a:close/>
              </a:path>
              <a:path w="76200" h="44450">
                <a:moveTo>
                  <a:pt x="67297" y="15240"/>
                </a:moveTo>
                <a:lnTo>
                  <a:pt x="66027" y="15240"/>
                </a:lnTo>
                <a:lnTo>
                  <a:pt x="66027" y="16510"/>
                </a:lnTo>
                <a:lnTo>
                  <a:pt x="7607" y="16510"/>
                </a:lnTo>
                <a:lnTo>
                  <a:pt x="7607" y="17780"/>
                </a:lnTo>
                <a:lnTo>
                  <a:pt x="67297" y="17780"/>
                </a:lnTo>
                <a:lnTo>
                  <a:pt x="67297" y="15240"/>
                </a:lnTo>
                <a:close/>
              </a:path>
              <a:path w="76200" h="44450">
                <a:moveTo>
                  <a:pt x="68580" y="19050"/>
                </a:moveTo>
                <a:lnTo>
                  <a:pt x="8877" y="19050"/>
                </a:lnTo>
                <a:lnTo>
                  <a:pt x="8877" y="22860"/>
                </a:lnTo>
                <a:lnTo>
                  <a:pt x="10147" y="22860"/>
                </a:lnTo>
                <a:lnTo>
                  <a:pt x="10147" y="21590"/>
                </a:lnTo>
                <a:lnTo>
                  <a:pt x="68580" y="21590"/>
                </a:lnTo>
                <a:lnTo>
                  <a:pt x="68580" y="19050"/>
                </a:lnTo>
                <a:close/>
              </a:path>
              <a:path w="76200" h="44450">
                <a:moveTo>
                  <a:pt x="69850" y="21590"/>
                </a:moveTo>
                <a:lnTo>
                  <a:pt x="68580" y="21590"/>
                </a:lnTo>
                <a:lnTo>
                  <a:pt x="68580" y="22860"/>
                </a:lnTo>
                <a:lnTo>
                  <a:pt x="10147" y="22860"/>
                </a:lnTo>
                <a:lnTo>
                  <a:pt x="10147" y="25400"/>
                </a:lnTo>
                <a:lnTo>
                  <a:pt x="11430" y="25400"/>
                </a:lnTo>
                <a:lnTo>
                  <a:pt x="11430" y="24130"/>
                </a:lnTo>
                <a:lnTo>
                  <a:pt x="69850" y="24130"/>
                </a:lnTo>
                <a:lnTo>
                  <a:pt x="69850" y="21590"/>
                </a:lnTo>
                <a:close/>
              </a:path>
              <a:path w="76200" h="44450">
                <a:moveTo>
                  <a:pt x="71107" y="25400"/>
                </a:moveTo>
                <a:lnTo>
                  <a:pt x="11430" y="25400"/>
                </a:lnTo>
                <a:lnTo>
                  <a:pt x="11430" y="29210"/>
                </a:lnTo>
                <a:lnTo>
                  <a:pt x="12700" y="29210"/>
                </a:lnTo>
                <a:lnTo>
                  <a:pt x="12700" y="27940"/>
                </a:lnTo>
                <a:lnTo>
                  <a:pt x="71107" y="27940"/>
                </a:lnTo>
                <a:lnTo>
                  <a:pt x="71107" y="25400"/>
                </a:lnTo>
                <a:close/>
              </a:path>
              <a:path w="76200" h="44450">
                <a:moveTo>
                  <a:pt x="72377" y="27940"/>
                </a:moveTo>
                <a:lnTo>
                  <a:pt x="71107" y="27940"/>
                </a:lnTo>
                <a:lnTo>
                  <a:pt x="71107" y="29210"/>
                </a:lnTo>
                <a:lnTo>
                  <a:pt x="12700" y="29210"/>
                </a:lnTo>
                <a:lnTo>
                  <a:pt x="12700" y="31750"/>
                </a:lnTo>
                <a:lnTo>
                  <a:pt x="13957" y="31750"/>
                </a:lnTo>
                <a:lnTo>
                  <a:pt x="13957" y="30480"/>
                </a:lnTo>
                <a:lnTo>
                  <a:pt x="72377" y="30480"/>
                </a:lnTo>
                <a:lnTo>
                  <a:pt x="72377" y="27940"/>
                </a:lnTo>
                <a:close/>
              </a:path>
              <a:path w="76200" h="44450">
                <a:moveTo>
                  <a:pt x="73647" y="35560"/>
                </a:moveTo>
                <a:lnTo>
                  <a:pt x="15227" y="35560"/>
                </a:lnTo>
                <a:lnTo>
                  <a:pt x="15227" y="38100"/>
                </a:lnTo>
                <a:lnTo>
                  <a:pt x="16497" y="38100"/>
                </a:lnTo>
                <a:lnTo>
                  <a:pt x="16497" y="36830"/>
                </a:lnTo>
                <a:lnTo>
                  <a:pt x="73647" y="36830"/>
                </a:lnTo>
                <a:lnTo>
                  <a:pt x="73647" y="35560"/>
                </a:lnTo>
                <a:close/>
              </a:path>
              <a:path w="76200" h="44450">
                <a:moveTo>
                  <a:pt x="73647" y="31750"/>
                </a:moveTo>
                <a:lnTo>
                  <a:pt x="13957" y="31750"/>
                </a:lnTo>
                <a:lnTo>
                  <a:pt x="13957" y="35560"/>
                </a:lnTo>
                <a:lnTo>
                  <a:pt x="15227" y="35560"/>
                </a:lnTo>
                <a:lnTo>
                  <a:pt x="15227" y="34290"/>
                </a:lnTo>
                <a:lnTo>
                  <a:pt x="73647" y="34290"/>
                </a:lnTo>
                <a:lnTo>
                  <a:pt x="73647" y="31750"/>
                </a:lnTo>
                <a:close/>
              </a:path>
              <a:path w="76200" h="44450">
                <a:moveTo>
                  <a:pt x="76200" y="41910"/>
                </a:moveTo>
                <a:lnTo>
                  <a:pt x="17780" y="41910"/>
                </a:lnTo>
                <a:lnTo>
                  <a:pt x="17780" y="44450"/>
                </a:lnTo>
                <a:lnTo>
                  <a:pt x="19050" y="44450"/>
                </a:lnTo>
                <a:lnTo>
                  <a:pt x="19050" y="43180"/>
                </a:lnTo>
                <a:lnTo>
                  <a:pt x="76200" y="43180"/>
                </a:lnTo>
                <a:lnTo>
                  <a:pt x="76200" y="41910"/>
                </a:lnTo>
                <a:close/>
              </a:path>
              <a:path w="76200" h="44450">
                <a:moveTo>
                  <a:pt x="76200" y="38100"/>
                </a:moveTo>
                <a:lnTo>
                  <a:pt x="16497" y="38100"/>
                </a:lnTo>
                <a:lnTo>
                  <a:pt x="16497" y="40640"/>
                </a:lnTo>
                <a:lnTo>
                  <a:pt x="76200" y="40640"/>
                </a:lnTo>
                <a:lnTo>
                  <a:pt x="76200" y="38100"/>
                </a:lnTo>
                <a:close/>
              </a:path>
            </a:pathLst>
          </a:custGeom>
          <a:solidFill>
            <a:srgbClr val="B160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8399754" y="392442"/>
            <a:ext cx="125730" cy="44450"/>
          </a:xfrm>
          <a:custGeom>
            <a:avLst/>
            <a:gdLst/>
            <a:ahLst/>
            <a:cxnLst/>
            <a:rect l="l" t="t" r="r" b="b"/>
            <a:pathLst>
              <a:path w="125729" h="44450">
                <a:moveTo>
                  <a:pt x="93967" y="41910"/>
                </a:moveTo>
                <a:lnTo>
                  <a:pt x="2552" y="41910"/>
                </a:lnTo>
                <a:lnTo>
                  <a:pt x="2552" y="40640"/>
                </a:lnTo>
                <a:lnTo>
                  <a:pt x="1270" y="40640"/>
                </a:lnTo>
                <a:lnTo>
                  <a:pt x="1270" y="41910"/>
                </a:lnTo>
                <a:lnTo>
                  <a:pt x="1270" y="43167"/>
                </a:lnTo>
                <a:lnTo>
                  <a:pt x="0" y="43167"/>
                </a:lnTo>
                <a:lnTo>
                  <a:pt x="0" y="44437"/>
                </a:lnTo>
                <a:lnTo>
                  <a:pt x="1270" y="44437"/>
                </a:lnTo>
                <a:lnTo>
                  <a:pt x="1270" y="43180"/>
                </a:lnTo>
                <a:lnTo>
                  <a:pt x="92697" y="43180"/>
                </a:lnTo>
                <a:lnTo>
                  <a:pt x="92697" y="44450"/>
                </a:lnTo>
                <a:lnTo>
                  <a:pt x="93967" y="44450"/>
                </a:lnTo>
                <a:lnTo>
                  <a:pt x="93967" y="43180"/>
                </a:lnTo>
                <a:lnTo>
                  <a:pt x="93967" y="41910"/>
                </a:lnTo>
                <a:close/>
              </a:path>
              <a:path w="125729" h="44450">
                <a:moveTo>
                  <a:pt x="96520" y="38100"/>
                </a:moveTo>
                <a:lnTo>
                  <a:pt x="6350" y="38100"/>
                </a:lnTo>
                <a:lnTo>
                  <a:pt x="6350" y="36830"/>
                </a:lnTo>
                <a:lnTo>
                  <a:pt x="5067" y="36830"/>
                </a:lnTo>
                <a:lnTo>
                  <a:pt x="5067" y="38100"/>
                </a:lnTo>
                <a:lnTo>
                  <a:pt x="3822" y="38100"/>
                </a:lnTo>
                <a:lnTo>
                  <a:pt x="3822" y="40640"/>
                </a:lnTo>
                <a:lnTo>
                  <a:pt x="93967" y="40640"/>
                </a:lnTo>
                <a:lnTo>
                  <a:pt x="93967" y="41910"/>
                </a:lnTo>
                <a:lnTo>
                  <a:pt x="95250" y="41910"/>
                </a:lnTo>
                <a:lnTo>
                  <a:pt x="95250" y="40640"/>
                </a:lnTo>
                <a:lnTo>
                  <a:pt x="96520" y="40640"/>
                </a:lnTo>
                <a:lnTo>
                  <a:pt x="96520" y="38100"/>
                </a:lnTo>
                <a:close/>
              </a:path>
              <a:path w="125729" h="44450">
                <a:moveTo>
                  <a:pt x="99047" y="35560"/>
                </a:moveTo>
                <a:lnTo>
                  <a:pt x="7620" y="35560"/>
                </a:lnTo>
                <a:lnTo>
                  <a:pt x="7620" y="34290"/>
                </a:lnTo>
                <a:lnTo>
                  <a:pt x="6350" y="34290"/>
                </a:lnTo>
                <a:lnTo>
                  <a:pt x="6350" y="35560"/>
                </a:lnTo>
                <a:lnTo>
                  <a:pt x="6350" y="36830"/>
                </a:lnTo>
                <a:lnTo>
                  <a:pt x="99047" y="36830"/>
                </a:lnTo>
                <a:lnTo>
                  <a:pt x="99047" y="35560"/>
                </a:lnTo>
                <a:close/>
              </a:path>
              <a:path w="125729" h="44450">
                <a:moveTo>
                  <a:pt x="101600" y="31750"/>
                </a:moveTo>
                <a:lnTo>
                  <a:pt x="8902" y="31750"/>
                </a:lnTo>
                <a:lnTo>
                  <a:pt x="8902" y="34290"/>
                </a:lnTo>
                <a:lnTo>
                  <a:pt x="99047" y="34290"/>
                </a:lnTo>
                <a:lnTo>
                  <a:pt x="99047" y="35560"/>
                </a:lnTo>
                <a:lnTo>
                  <a:pt x="100317" y="35560"/>
                </a:lnTo>
                <a:lnTo>
                  <a:pt x="100317" y="34290"/>
                </a:lnTo>
                <a:lnTo>
                  <a:pt x="101600" y="34290"/>
                </a:lnTo>
                <a:lnTo>
                  <a:pt x="101600" y="31750"/>
                </a:lnTo>
                <a:close/>
              </a:path>
              <a:path w="125729" h="44450">
                <a:moveTo>
                  <a:pt x="104127" y="29210"/>
                </a:moveTo>
                <a:lnTo>
                  <a:pt x="12700" y="29210"/>
                </a:lnTo>
                <a:lnTo>
                  <a:pt x="12700" y="27940"/>
                </a:lnTo>
                <a:lnTo>
                  <a:pt x="11417" y="27940"/>
                </a:lnTo>
                <a:lnTo>
                  <a:pt x="11417" y="29210"/>
                </a:lnTo>
                <a:lnTo>
                  <a:pt x="11417" y="30480"/>
                </a:lnTo>
                <a:lnTo>
                  <a:pt x="101600" y="30480"/>
                </a:lnTo>
                <a:lnTo>
                  <a:pt x="101600" y="31750"/>
                </a:lnTo>
                <a:lnTo>
                  <a:pt x="102870" y="31750"/>
                </a:lnTo>
                <a:lnTo>
                  <a:pt x="102870" y="30480"/>
                </a:lnTo>
                <a:lnTo>
                  <a:pt x="104127" y="30480"/>
                </a:lnTo>
                <a:lnTo>
                  <a:pt x="104127" y="29210"/>
                </a:lnTo>
                <a:close/>
              </a:path>
              <a:path w="125729" h="44450">
                <a:moveTo>
                  <a:pt x="106667" y="25400"/>
                </a:moveTo>
                <a:lnTo>
                  <a:pt x="13970" y="25400"/>
                </a:lnTo>
                <a:lnTo>
                  <a:pt x="13970" y="27940"/>
                </a:lnTo>
                <a:lnTo>
                  <a:pt x="104127" y="27940"/>
                </a:lnTo>
                <a:lnTo>
                  <a:pt x="104127" y="29210"/>
                </a:lnTo>
                <a:lnTo>
                  <a:pt x="105397" y="29210"/>
                </a:lnTo>
                <a:lnTo>
                  <a:pt x="105397" y="27940"/>
                </a:lnTo>
                <a:lnTo>
                  <a:pt x="106667" y="27940"/>
                </a:lnTo>
                <a:lnTo>
                  <a:pt x="106667" y="25400"/>
                </a:lnTo>
                <a:close/>
              </a:path>
              <a:path w="125729" h="44450">
                <a:moveTo>
                  <a:pt x="109220" y="22860"/>
                </a:moveTo>
                <a:lnTo>
                  <a:pt x="17767" y="22860"/>
                </a:lnTo>
                <a:lnTo>
                  <a:pt x="17767" y="21590"/>
                </a:lnTo>
                <a:lnTo>
                  <a:pt x="16522" y="21590"/>
                </a:lnTo>
                <a:lnTo>
                  <a:pt x="16522" y="22860"/>
                </a:lnTo>
                <a:lnTo>
                  <a:pt x="16522" y="24130"/>
                </a:lnTo>
                <a:lnTo>
                  <a:pt x="106667" y="24130"/>
                </a:lnTo>
                <a:lnTo>
                  <a:pt x="106667" y="25400"/>
                </a:lnTo>
                <a:lnTo>
                  <a:pt x="107950" y="25400"/>
                </a:lnTo>
                <a:lnTo>
                  <a:pt x="107950" y="24130"/>
                </a:lnTo>
                <a:lnTo>
                  <a:pt x="109220" y="24130"/>
                </a:lnTo>
                <a:lnTo>
                  <a:pt x="109220" y="22860"/>
                </a:lnTo>
                <a:close/>
              </a:path>
              <a:path w="125729" h="44450">
                <a:moveTo>
                  <a:pt x="110490" y="19050"/>
                </a:moveTo>
                <a:lnTo>
                  <a:pt x="19050" y="19050"/>
                </a:lnTo>
                <a:lnTo>
                  <a:pt x="19050" y="21590"/>
                </a:lnTo>
                <a:lnTo>
                  <a:pt x="109220" y="21590"/>
                </a:lnTo>
                <a:lnTo>
                  <a:pt x="109220" y="22860"/>
                </a:lnTo>
                <a:lnTo>
                  <a:pt x="110477" y="22860"/>
                </a:lnTo>
                <a:lnTo>
                  <a:pt x="110477" y="21590"/>
                </a:lnTo>
                <a:lnTo>
                  <a:pt x="110490" y="19050"/>
                </a:lnTo>
                <a:close/>
              </a:path>
              <a:path w="125729" h="44450">
                <a:moveTo>
                  <a:pt x="114300" y="16510"/>
                </a:moveTo>
                <a:lnTo>
                  <a:pt x="22872" y="16510"/>
                </a:lnTo>
                <a:lnTo>
                  <a:pt x="22872" y="15240"/>
                </a:lnTo>
                <a:lnTo>
                  <a:pt x="21602" y="15240"/>
                </a:lnTo>
                <a:lnTo>
                  <a:pt x="21602" y="16510"/>
                </a:lnTo>
                <a:lnTo>
                  <a:pt x="21602" y="17780"/>
                </a:lnTo>
                <a:lnTo>
                  <a:pt x="111772" y="17780"/>
                </a:lnTo>
                <a:lnTo>
                  <a:pt x="111772" y="19050"/>
                </a:lnTo>
                <a:lnTo>
                  <a:pt x="113017" y="19050"/>
                </a:lnTo>
                <a:lnTo>
                  <a:pt x="113017" y="17780"/>
                </a:lnTo>
                <a:lnTo>
                  <a:pt x="114300" y="17780"/>
                </a:lnTo>
                <a:lnTo>
                  <a:pt x="114300" y="16510"/>
                </a:lnTo>
                <a:close/>
              </a:path>
              <a:path w="125729" h="44450">
                <a:moveTo>
                  <a:pt x="115570" y="12687"/>
                </a:moveTo>
                <a:lnTo>
                  <a:pt x="24117" y="12687"/>
                </a:lnTo>
                <a:lnTo>
                  <a:pt x="24117" y="15227"/>
                </a:lnTo>
                <a:lnTo>
                  <a:pt x="115570" y="15227"/>
                </a:lnTo>
                <a:lnTo>
                  <a:pt x="115570" y="12687"/>
                </a:lnTo>
                <a:close/>
              </a:path>
              <a:path w="125729" h="44450">
                <a:moveTo>
                  <a:pt x="118110" y="10160"/>
                </a:moveTo>
                <a:lnTo>
                  <a:pt x="27952" y="10160"/>
                </a:lnTo>
                <a:lnTo>
                  <a:pt x="27952" y="8890"/>
                </a:lnTo>
                <a:lnTo>
                  <a:pt x="26670" y="8890"/>
                </a:lnTo>
                <a:lnTo>
                  <a:pt x="26670" y="10160"/>
                </a:lnTo>
                <a:lnTo>
                  <a:pt x="26670" y="11430"/>
                </a:lnTo>
                <a:lnTo>
                  <a:pt x="116852" y="11430"/>
                </a:lnTo>
                <a:lnTo>
                  <a:pt x="116852" y="12700"/>
                </a:lnTo>
                <a:lnTo>
                  <a:pt x="118097" y="12700"/>
                </a:lnTo>
                <a:lnTo>
                  <a:pt x="118097" y="11430"/>
                </a:lnTo>
                <a:lnTo>
                  <a:pt x="118110" y="10160"/>
                </a:lnTo>
                <a:close/>
              </a:path>
              <a:path w="125729" h="44450">
                <a:moveTo>
                  <a:pt x="120650" y="6350"/>
                </a:moveTo>
                <a:lnTo>
                  <a:pt x="30467" y="6350"/>
                </a:lnTo>
                <a:lnTo>
                  <a:pt x="30467" y="5080"/>
                </a:lnTo>
                <a:lnTo>
                  <a:pt x="29222" y="5080"/>
                </a:lnTo>
                <a:lnTo>
                  <a:pt x="29222" y="6350"/>
                </a:lnTo>
                <a:lnTo>
                  <a:pt x="29222" y="8890"/>
                </a:lnTo>
                <a:lnTo>
                  <a:pt x="118122" y="8890"/>
                </a:lnTo>
                <a:lnTo>
                  <a:pt x="118122" y="10160"/>
                </a:lnTo>
                <a:lnTo>
                  <a:pt x="119367" y="10160"/>
                </a:lnTo>
                <a:lnTo>
                  <a:pt x="119367" y="8890"/>
                </a:lnTo>
                <a:lnTo>
                  <a:pt x="120650" y="8890"/>
                </a:lnTo>
                <a:lnTo>
                  <a:pt x="120650" y="6350"/>
                </a:lnTo>
                <a:close/>
              </a:path>
              <a:path w="125729" h="44450">
                <a:moveTo>
                  <a:pt x="123190" y="3810"/>
                </a:moveTo>
                <a:lnTo>
                  <a:pt x="33020" y="3810"/>
                </a:lnTo>
                <a:lnTo>
                  <a:pt x="33020" y="2540"/>
                </a:lnTo>
                <a:lnTo>
                  <a:pt x="31750" y="2540"/>
                </a:lnTo>
                <a:lnTo>
                  <a:pt x="31750" y="3810"/>
                </a:lnTo>
                <a:lnTo>
                  <a:pt x="31750" y="5080"/>
                </a:lnTo>
                <a:lnTo>
                  <a:pt x="121920" y="5080"/>
                </a:lnTo>
                <a:lnTo>
                  <a:pt x="121920" y="6350"/>
                </a:lnTo>
                <a:lnTo>
                  <a:pt x="123177" y="6350"/>
                </a:lnTo>
                <a:lnTo>
                  <a:pt x="123177" y="5080"/>
                </a:lnTo>
                <a:lnTo>
                  <a:pt x="123190" y="3810"/>
                </a:lnTo>
                <a:close/>
              </a:path>
              <a:path w="125729" h="44450">
                <a:moveTo>
                  <a:pt x="125717" y="0"/>
                </a:moveTo>
                <a:lnTo>
                  <a:pt x="34302" y="0"/>
                </a:lnTo>
                <a:lnTo>
                  <a:pt x="34302" y="2540"/>
                </a:lnTo>
                <a:lnTo>
                  <a:pt x="123202" y="2540"/>
                </a:lnTo>
                <a:lnTo>
                  <a:pt x="123202" y="3810"/>
                </a:lnTo>
                <a:lnTo>
                  <a:pt x="124472" y="3810"/>
                </a:lnTo>
                <a:lnTo>
                  <a:pt x="124472" y="2540"/>
                </a:lnTo>
                <a:lnTo>
                  <a:pt x="125717" y="2540"/>
                </a:lnTo>
                <a:lnTo>
                  <a:pt x="125717" y="0"/>
                </a:lnTo>
                <a:close/>
              </a:path>
            </a:pathLst>
          </a:custGeom>
          <a:solidFill>
            <a:srgbClr val="B160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6981177" y="436879"/>
            <a:ext cx="74930" cy="43180"/>
          </a:xfrm>
          <a:custGeom>
            <a:avLst/>
            <a:gdLst/>
            <a:ahLst/>
            <a:cxnLst/>
            <a:rect l="l" t="t" r="r" b="b"/>
            <a:pathLst>
              <a:path w="74929" h="43179">
                <a:moveTo>
                  <a:pt x="59677" y="3810"/>
                </a:moveTo>
                <a:lnTo>
                  <a:pt x="1257" y="3810"/>
                </a:lnTo>
                <a:lnTo>
                  <a:pt x="1257" y="5080"/>
                </a:lnTo>
                <a:lnTo>
                  <a:pt x="59677" y="5080"/>
                </a:lnTo>
                <a:lnTo>
                  <a:pt x="59677" y="3810"/>
                </a:lnTo>
                <a:close/>
              </a:path>
              <a:path w="74929" h="43179">
                <a:moveTo>
                  <a:pt x="59677" y="0"/>
                </a:moveTo>
                <a:lnTo>
                  <a:pt x="0" y="0"/>
                </a:lnTo>
                <a:lnTo>
                  <a:pt x="0" y="2540"/>
                </a:lnTo>
                <a:lnTo>
                  <a:pt x="59677" y="2540"/>
                </a:lnTo>
                <a:lnTo>
                  <a:pt x="59677" y="0"/>
                </a:lnTo>
                <a:close/>
              </a:path>
              <a:path w="74929" h="43179">
                <a:moveTo>
                  <a:pt x="62230" y="6350"/>
                </a:moveTo>
                <a:lnTo>
                  <a:pt x="2527" y="6350"/>
                </a:lnTo>
                <a:lnTo>
                  <a:pt x="2527" y="8890"/>
                </a:lnTo>
                <a:lnTo>
                  <a:pt x="3797" y="8890"/>
                </a:lnTo>
                <a:lnTo>
                  <a:pt x="3797" y="11430"/>
                </a:lnTo>
                <a:lnTo>
                  <a:pt x="62230" y="11430"/>
                </a:lnTo>
                <a:lnTo>
                  <a:pt x="62230" y="6350"/>
                </a:lnTo>
                <a:close/>
              </a:path>
              <a:path w="74929" h="43179">
                <a:moveTo>
                  <a:pt x="64757" y="16510"/>
                </a:moveTo>
                <a:lnTo>
                  <a:pt x="6350" y="16510"/>
                </a:lnTo>
                <a:lnTo>
                  <a:pt x="6350" y="17780"/>
                </a:lnTo>
                <a:lnTo>
                  <a:pt x="64757" y="17780"/>
                </a:lnTo>
                <a:lnTo>
                  <a:pt x="64757" y="16510"/>
                </a:lnTo>
                <a:close/>
              </a:path>
              <a:path w="74929" h="43179">
                <a:moveTo>
                  <a:pt x="64757" y="12700"/>
                </a:moveTo>
                <a:lnTo>
                  <a:pt x="6350" y="12700"/>
                </a:lnTo>
                <a:lnTo>
                  <a:pt x="6350" y="15240"/>
                </a:lnTo>
                <a:lnTo>
                  <a:pt x="64757" y="15240"/>
                </a:lnTo>
                <a:lnTo>
                  <a:pt x="64757" y="12700"/>
                </a:lnTo>
                <a:close/>
              </a:path>
              <a:path w="74929" h="43179">
                <a:moveTo>
                  <a:pt x="67297" y="22860"/>
                </a:moveTo>
                <a:lnTo>
                  <a:pt x="10147" y="22860"/>
                </a:lnTo>
                <a:lnTo>
                  <a:pt x="10147" y="24130"/>
                </a:lnTo>
                <a:lnTo>
                  <a:pt x="67297" y="24130"/>
                </a:lnTo>
                <a:lnTo>
                  <a:pt x="67297" y="22860"/>
                </a:lnTo>
                <a:close/>
              </a:path>
              <a:path w="74929" h="43179">
                <a:moveTo>
                  <a:pt x="67297" y="19050"/>
                </a:moveTo>
                <a:lnTo>
                  <a:pt x="8877" y="19050"/>
                </a:lnTo>
                <a:lnTo>
                  <a:pt x="8877" y="22860"/>
                </a:lnTo>
                <a:lnTo>
                  <a:pt x="10147" y="22860"/>
                </a:lnTo>
                <a:lnTo>
                  <a:pt x="10147" y="21590"/>
                </a:lnTo>
                <a:lnTo>
                  <a:pt x="67297" y="21590"/>
                </a:lnTo>
                <a:lnTo>
                  <a:pt x="67297" y="19050"/>
                </a:lnTo>
                <a:close/>
              </a:path>
              <a:path w="74929" h="43179">
                <a:moveTo>
                  <a:pt x="69850" y="29210"/>
                </a:moveTo>
                <a:lnTo>
                  <a:pt x="12700" y="29210"/>
                </a:lnTo>
                <a:lnTo>
                  <a:pt x="12700" y="31750"/>
                </a:lnTo>
                <a:lnTo>
                  <a:pt x="13957" y="31750"/>
                </a:lnTo>
                <a:lnTo>
                  <a:pt x="13957" y="30480"/>
                </a:lnTo>
                <a:lnTo>
                  <a:pt x="69850" y="30480"/>
                </a:lnTo>
                <a:lnTo>
                  <a:pt x="69850" y="29210"/>
                </a:lnTo>
                <a:close/>
              </a:path>
              <a:path w="74929" h="43179">
                <a:moveTo>
                  <a:pt x="69850" y="25400"/>
                </a:moveTo>
                <a:lnTo>
                  <a:pt x="11430" y="25400"/>
                </a:lnTo>
                <a:lnTo>
                  <a:pt x="11430" y="29210"/>
                </a:lnTo>
                <a:lnTo>
                  <a:pt x="12700" y="29210"/>
                </a:lnTo>
                <a:lnTo>
                  <a:pt x="12700" y="27940"/>
                </a:lnTo>
                <a:lnTo>
                  <a:pt x="69850" y="27940"/>
                </a:lnTo>
                <a:lnTo>
                  <a:pt x="69850" y="25400"/>
                </a:lnTo>
                <a:close/>
              </a:path>
              <a:path w="74929" h="43179">
                <a:moveTo>
                  <a:pt x="72377" y="35560"/>
                </a:moveTo>
                <a:lnTo>
                  <a:pt x="15227" y="35560"/>
                </a:lnTo>
                <a:lnTo>
                  <a:pt x="15227" y="38100"/>
                </a:lnTo>
                <a:lnTo>
                  <a:pt x="16497" y="38100"/>
                </a:lnTo>
                <a:lnTo>
                  <a:pt x="16497" y="36830"/>
                </a:lnTo>
                <a:lnTo>
                  <a:pt x="72377" y="36830"/>
                </a:lnTo>
                <a:lnTo>
                  <a:pt x="72377" y="35560"/>
                </a:lnTo>
                <a:close/>
              </a:path>
              <a:path w="74929" h="43179">
                <a:moveTo>
                  <a:pt x="72377" y="31750"/>
                </a:moveTo>
                <a:lnTo>
                  <a:pt x="13957" y="31750"/>
                </a:lnTo>
                <a:lnTo>
                  <a:pt x="13957" y="35560"/>
                </a:lnTo>
                <a:lnTo>
                  <a:pt x="15227" y="35560"/>
                </a:lnTo>
                <a:lnTo>
                  <a:pt x="15227" y="34290"/>
                </a:lnTo>
                <a:lnTo>
                  <a:pt x="72377" y="34290"/>
                </a:lnTo>
                <a:lnTo>
                  <a:pt x="72377" y="31750"/>
                </a:lnTo>
                <a:close/>
              </a:path>
              <a:path w="74929" h="43179">
                <a:moveTo>
                  <a:pt x="73647" y="38100"/>
                </a:moveTo>
                <a:lnTo>
                  <a:pt x="16497" y="38100"/>
                </a:lnTo>
                <a:lnTo>
                  <a:pt x="16497" y="40640"/>
                </a:lnTo>
                <a:lnTo>
                  <a:pt x="73647" y="40640"/>
                </a:lnTo>
                <a:lnTo>
                  <a:pt x="73647" y="38100"/>
                </a:lnTo>
                <a:close/>
              </a:path>
              <a:path w="74929" h="43179">
                <a:moveTo>
                  <a:pt x="74930" y="41910"/>
                </a:moveTo>
                <a:lnTo>
                  <a:pt x="17780" y="41910"/>
                </a:lnTo>
                <a:lnTo>
                  <a:pt x="17780" y="43180"/>
                </a:lnTo>
                <a:lnTo>
                  <a:pt x="74930" y="43180"/>
                </a:lnTo>
                <a:lnTo>
                  <a:pt x="74930" y="41910"/>
                </a:lnTo>
                <a:close/>
              </a:path>
            </a:pathLst>
          </a:custGeom>
          <a:solidFill>
            <a:srgbClr val="B160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366722" y="436879"/>
            <a:ext cx="124460" cy="43815"/>
          </a:xfrm>
          <a:custGeom>
            <a:avLst/>
            <a:gdLst/>
            <a:ahLst/>
            <a:cxnLst/>
            <a:rect l="l" t="t" r="r" b="b"/>
            <a:pathLst>
              <a:path w="124459" h="43815">
                <a:moveTo>
                  <a:pt x="93980" y="41922"/>
                </a:moveTo>
                <a:lnTo>
                  <a:pt x="1282" y="41922"/>
                </a:lnTo>
                <a:lnTo>
                  <a:pt x="1282" y="40652"/>
                </a:lnTo>
                <a:lnTo>
                  <a:pt x="0" y="40652"/>
                </a:lnTo>
                <a:lnTo>
                  <a:pt x="0" y="41922"/>
                </a:lnTo>
                <a:lnTo>
                  <a:pt x="0" y="43192"/>
                </a:lnTo>
                <a:lnTo>
                  <a:pt x="93980" y="43192"/>
                </a:lnTo>
                <a:lnTo>
                  <a:pt x="93980" y="41922"/>
                </a:lnTo>
                <a:close/>
              </a:path>
              <a:path w="124459" h="43815">
                <a:moveTo>
                  <a:pt x="95250" y="38112"/>
                </a:moveTo>
                <a:lnTo>
                  <a:pt x="3835" y="38112"/>
                </a:lnTo>
                <a:lnTo>
                  <a:pt x="3835" y="36842"/>
                </a:lnTo>
                <a:lnTo>
                  <a:pt x="2552" y="36842"/>
                </a:lnTo>
                <a:lnTo>
                  <a:pt x="2552" y="38112"/>
                </a:lnTo>
                <a:lnTo>
                  <a:pt x="1282" y="38112"/>
                </a:lnTo>
                <a:lnTo>
                  <a:pt x="1282" y="40652"/>
                </a:lnTo>
                <a:lnTo>
                  <a:pt x="95250" y="40652"/>
                </a:lnTo>
                <a:lnTo>
                  <a:pt x="95250" y="38112"/>
                </a:lnTo>
                <a:close/>
              </a:path>
              <a:path w="124459" h="43815">
                <a:moveTo>
                  <a:pt x="97802" y="35572"/>
                </a:moveTo>
                <a:lnTo>
                  <a:pt x="6350" y="35572"/>
                </a:lnTo>
                <a:lnTo>
                  <a:pt x="6350" y="34302"/>
                </a:lnTo>
                <a:lnTo>
                  <a:pt x="5105" y="34302"/>
                </a:lnTo>
                <a:lnTo>
                  <a:pt x="5105" y="35572"/>
                </a:lnTo>
                <a:lnTo>
                  <a:pt x="5105" y="36842"/>
                </a:lnTo>
                <a:lnTo>
                  <a:pt x="96532" y="36842"/>
                </a:lnTo>
                <a:lnTo>
                  <a:pt x="96532" y="38112"/>
                </a:lnTo>
                <a:lnTo>
                  <a:pt x="97802" y="38112"/>
                </a:lnTo>
                <a:lnTo>
                  <a:pt x="97802" y="36842"/>
                </a:lnTo>
                <a:lnTo>
                  <a:pt x="97802" y="35572"/>
                </a:lnTo>
                <a:close/>
              </a:path>
              <a:path w="124459" h="43815">
                <a:moveTo>
                  <a:pt x="100330" y="31762"/>
                </a:moveTo>
                <a:lnTo>
                  <a:pt x="8902" y="31762"/>
                </a:lnTo>
                <a:lnTo>
                  <a:pt x="8902" y="30492"/>
                </a:lnTo>
                <a:lnTo>
                  <a:pt x="7632" y="30492"/>
                </a:lnTo>
                <a:lnTo>
                  <a:pt x="7632" y="31762"/>
                </a:lnTo>
                <a:lnTo>
                  <a:pt x="6350" y="31762"/>
                </a:lnTo>
                <a:lnTo>
                  <a:pt x="6350" y="34302"/>
                </a:lnTo>
                <a:lnTo>
                  <a:pt x="97802" y="34302"/>
                </a:lnTo>
                <a:lnTo>
                  <a:pt x="97802" y="35572"/>
                </a:lnTo>
                <a:lnTo>
                  <a:pt x="99060" y="35572"/>
                </a:lnTo>
                <a:lnTo>
                  <a:pt x="99060" y="34302"/>
                </a:lnTo>
                <a:lnTo>
                  <a:pt x="100330" y="34302"/>
                </a:lnTo>
                <a:lnTo>
                  <a:pt x="100330" y="31762"/>
                </a:lnTo>
                <a:close/>
              </a:path>
              <a:path w="124459" h="43815">
                <a:moveTo>
                  <a:pt x="102882" y="29222"/>
                </a:moveTo>
                <a:lnTo>
                  <a:pt x="11455" y="29222"/>
                </a:lnTo>
                <a:lnTo>
                  <a:pt x="11455" y="27952"/>
                </a:lnTo>
                <a:lnTo>
                  <a:pt x="10185" y="27952"/>
                </a:lnTo>
                <a:lnTo>
                  <a:pt x="10185" y="29222"/>
                </a:lnTo>
                <a:lnTo>
                  <a:pt x="10185" y="30492"/>
                </a:lnTo>
                <a:lnTo>
                  <a:pt x="102882" y="30492"/>
                </a:lnTo>
                <a:lnTo>
                  <a:pt x="102882" y="29222"/>
                </a:lnTo>
                <a:close/>
              </a:path>
              <a:path w="124459" h="43815">
                <a:moveTo>
                  <a:pt x="105435" y="25412"/>
                </a:moveTo>
                <a:lnTo>
                  <a:pt x="13982" y="25412"/>
                </a:lnTo>
                <a:lnTo>
                  <a:pt x="13982" y="24142"/>
                </a:lnTo>
                <a:lnTo>
                  <a:pt x="12700" y="24142"/>
                </a:lnTo>
                <a:lnTo>
                  <a:pt x="12700" y="25412"/>
                </a:lnTo>
                <a:lnTo>
                  <a:pt x="11455" y="25412"/>
                </a:lnTo>
                <a:lnTo>
                  <a:pt x="11455" y="27952"/>
                </a:lnTo>
                <a:lnTo>
                  <a:pt x="102882" y="27952"/>
                </a:lnTo>
                <a:lnTo>
                  <a:pt x="102882" y="29222"/>
                </a:lnTo>
                <a:lnTo>
                  <a:pt x="104152" y="29222"/>
                </a:lnTo>
                <a:lnTo>
                  <a:pt x="104152" y="27952"/>
                </a:lnTo>
                <a:lnTo>
                  <a:pt x="105435" y="27952"/>
                </a:lnTo>
                <a:lnTo>
                  <a:pt x="105435" y="25412"/>
                </a:lnTo>
                <a:close/>
              </a:path>
              <a:path w="124459" h="43815">
                <a:moveTo>
                  <a:pt x="110502" y="19062"/>
                </a:moveTo>
                <a:lnTo>
                  <a:pt x="19050" y="19062"/>
                </a:lnTo>
                <a:lnTo>
                  <a:pt x="19050" y="17792"/>
                </a:lnTo>
                <a:lnTo>
                  <a:pt x="17805" y="17792"/>
                </a:lnTo>
                <a:lnTo>
                  <a:pt x="17805" y="19062"/>
                </a:lnTo>
                <a:lnTo>
                  <a:pt x="16535" y="19062"/>
                </a:lnTo>
                <a:lnTo>
                  <a:pt x="16535" y="21602"/>
                </a:lnTo>
                <a:lnTo>
                  <a:pt x="107950" y="21602"/>
                </a:lnTo>
                <a:lnTo>
                  <a:pt x="107950" y="22860"/>
                </a:lnTo>
                <a:lnTo>
                  <a:pt x="15252" y="22860"/>
                </a:lnTo>
                <a:lnTo>
                  <a:pt x="15252" y="24130"/>
                </a:lnTo>
                <a:lnTo>
                  <a:pt x="107950" y="24130"/>
                </a:lnTo>
                <a:lnTo>
                  <a:pt x="107950" y="22872"/>
                </a:lnTo>
                <a:lnTo>
                  <a:pt x="109232" y="22872"/>
                </a:lnTo>
                <a:lnTo>
                  <a:pt x="109232" y="21602"/>
                </a:lnTo>
                <a:lnTo>
                  <a:pt x="110502" y="21602"/>
                </a:lnTo>
                <a:lnTo>
                  <a:pt x="110502" y="19062"/>
                </a:lnTo>
                <a:close/>
              </a:path>
              <a:path w="124459" h="43815">
                <a:moveTo>
                  <a:pt x="113030" y="16522"/>
                </a:moveTo>
                <a:lnTo>
                  <a:pt x="20332" y="16522"/>
                </a:lnTo>
                <a:lnTo>
                  <a:pt x="20332" y="17792"/>
                </a:lnTo>
                <a:lnTo>
                  <a:pt x="110502" y="17792"/>
                </a:lnTo>
                <a:lnTo>
                  <a:pt x="110502" y="19062"/>
                </a:lnTo>
                <a:lnTo>
                  <a:pt x="111760" y="19062"/>
                </a:lnTo>
                <a:lnTo>
                  <a:pt x="111760" y="17792"/>
                </a:lnTo>
                <a:lnTo>
                  <a:pt x="113030" y="17792"/>
                </a:lnTo>
                <a:lnTo>
                  <a:pt x="113030" y="16522"/>
                </a:lnTo>
                <a:close/>
              </a:path>
              <a:path w="124459" h="43815">
                <a:moveTo>
                  <a:pt x="114300" y="12712"/>
                </a:moveTo>
                <a:lnTo>
                  <a:pt x="24155" y="12712"/>
                </a:lnTo>
                <a:lnTo>
                  <a:pt x="24155" y="11442"/>
                </a:lnTo>
                <a:lnTo>
                  <a:pt x="22885" y="11442"/>
                </a:lnTo>
                <a:lnTo>
                  <a:pt x="22885" y="12712"/>
                </a:lnTo>
                <a:lnTo>
                  <a:pt x="21602" y="12712"/>
                </a:lnTo>
                <a:lnTo>
                  <a:pt x="21602" y="15252"/>
                </a:lnTo>
                <a:lnTo>
                  <a:pt x="113030" y="15252"/>
                </a:lnTo>
                <a:lnTo>
                  <a:pt x="113030" y="16522"/>
                </a:lnTo>
                <a:lnTo>
                  <a:pt x="114300" y="16522"/>
                </a:lnTo>
                <a:lnTo>
                  <a:pt x="114300" y="15252"/>
                </a:lnTo>
                <a:lnTo>
                  <a:pt x="114300" y="12712"/>
                </a:lnTo>
                <a:close/>
              </a:path>
              <a:path w="124459" h="43815">
                <a:moveTo>
                  <a:pt x="119380" y="6362"/>
                </a:moveTo>
                <a:lnTo>
                  <a:pt x="29235" y="6362"/>
                </a:lnTo>
                <a:lnTo>
                  <a:pt x="29235" y="5092"/>
                </a:lnTo>
                <a:lnTo>
                  <a:pt x="27952" y="5092"/>
                </a:lnTo>
                <a:lnTo>
                  <a:pt x="27952" y="6362"/>
                </a:lnTo>
                <a:lnTo>
                  <a:pt x="26682" y="6362"/>
                </a:lnTo>
                <a:lnTo>
                  <a:pt x="26682" y="8902"/>
                </a:lnTo>
                <a:lnTo>
                  <a:pt x="25400" y="8902"/>
                </a:lnTo>
                <a:lnTo>
                  <a:pt x="25400" y="11442"/>
                </a:lnTo>
                <a:lnTo>
                  <a:pt x="115582" y="11442"/>
                </a:lnTo>
                <a:lnTo>
                  <a:pt x="115582" y="12712"/>
                </a:lnTo>
                <a:lnTo>
                  <a:pt x="116852" y="12712"/>
                </a:lnTo>
                <a:lnTo>
                  <a:pt x="116852" y="11442"/>
                </a:lnTo>
                <a:lnTo>
                  <a:pt x="118110" y="11442"/>
                </a:lnTo>
                <a:lnTo>
                  <a:pt x="118110" y="8902"/>
                </a:lnTo>
                <a:lnTo>
                  <a:pt x="119380" y="8902"/>
                </a:lnTo>
                <a:lnTo>
                  <a:pt x="119380" y="6362"/>
                </a:lnTo>
                <a:close/>
              </a:path>
              <a:path w="124459" h="43815">
                <a:moveTo>
                  <a:pt x="123202" y="3822"/>
                </a:moveTo>
                <a:lnTo>
                  <a:pt x="30505" y="3822"/>
                </a:lnTo>
                <a:lnTo>
                  <a:pt x="30505" y="2552"/>
                </a:lnTo>
                <a:lnTo>
                  <a:pt x="29235" y="2552"/>
                </a:lnTo>
                <a:lnTo>
                  <a:pt x="29235" y="3822"/>
                </a:lnTo>
                <a:lnTo>
                  <a:pt x="29235" y="5092"/>
                </a:lnTo>
                <a:lnTo>
                  <a:pt x="120650" y="5092"/>
                </a:lnTo>
                <a:lnTo>
                  <a:pt x="120650" y="6362"/>
                </a:lnTo>
                <a:lnTo>
                  <a:pt x="121932" y="6362"/>
                </a:lnTo>
                <a:lnTo>
                  <a:pt x="121932" y="5092"/>
                </a:lnTo>
                <a:lnTo>
                  <a:pt x="123202" y="5092"/>
                </a:lnTo>
                <a:lnTo>
                  <a:pt x="123202" y="3822"/>
                </a:lnTo>
                <a:close/>
              </a:path>
              <a:path w="124459" h="43815">
                <a:moveTo>
                  <a:pt x="124460" y="0"/>
                </a:moveTo>
                <a:lnTo>
                  <a:pt x="31750" y="0"/>
                </a:lnTo>
                <a:lnTo>
                  <a:pt x="31750" y="2540"/>
                </a:lnTo>
                <a:lnTo>
                  <a:pt x="124460" y="2540"/>
                </a:lnTo>
                <a:lnTo>
                  <a:pt x="124460" y="0"/>
                </a:lnTo>
                <a:close/>
              </a:path>
            </a:pathLst>
          </a:custGeom>
          <a:solidFill>
            <a:srgbClr val="B160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6998957" y="480059"/>
            <a:ext cx="73660" cy="43180"/>
          </a:xfrm>
          <a:custGeom>
            <a:avLst/>
            <a:gdLst/>
            <a:ahLst/>
            <a:cxnLst/>
            <a:rect l="l" t="t" r="r" b="b"/>
            <a:pathLst>
              <a:path w="73659" h="43179">
                <a:moveTo>
                  <a:pt x="1270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0"/>
                </a:lnTo>
                <a:close/>
              </a:path>
              <a:path w="73659" h="43179">
                <a:moveTo>
                  <a:pt x="58420" y="1270"/>
                </a:moveTo>
                <a:lnTo>
                  <a:pt x="1270" y="1270"/>
                </a:lnTo>
                <a:lnTo>
                  <a:pt x="1270" y="3810"/>
                </a:lnTo>
                <a:lnTo>
                  <a:pt x="58420" y="3810"/>
                </a:lnTo>
                <a:lnTo>
                  <a:pt x="58420" y="1270"/>
                </a:lnTo>
                <a:close/>
              </a:path>
              <a:path w="73659" h="43179">
                <a:moveTo>
                  <a:pt x="59677" y="5080"/>
                </a:moveTo>
                <a:lnTo>
                  <a:pt x="2527" y="5080"/>
                </a:lnTo>
                <a:lnTo>
                  <a:pt x="2527" y="6350"/>
                </a:lnTo>
                <a:lnTo>
                  <a:pt x="59677" y="6350"/>
                </a:lnTo>
                <a:lnTo>
                  <a:pt x="59677" y="5080"/>
                </a:lnTo>
                <a:close/>
              </a:path>
              <a:path w="73659" h="43179">
                <a:moveTo>
                  <a:pt x="60947" y="7620"/>
                </a:moveTo>
                <a:lnTo>
                  <a:pt x="3797" y="7620"/>
                </a:lnTo>
                <a:lnTo>
                  <a:pt x="3797" y="10160"/>
                </a:lnTo>
                <a:lnTo>
                  <a:pt x="60947" y="10160"/>
                </a:lnTo>
                <a:lnTo>
                  <a:pt x="60947" y="7620"/>
                </a:lnTo>
                <a:close/>
              </a:path>
              <a:path w="73659" h="43179">
                <a:moveTo>
                  <a:pt x="62217" y="11430"/>
                </a:moveTo>
                <a:lnTo>
                  <a:pt x="5067" y="11430"/>
                </a:lnTo>
                <a:lnTo>
                  <a:pt x="5067" y="12700"/>
                </a:lnTo>
                <a:lnTo>
                  <a:pt x="62217" y="12700"/>
                </a:lnTo>
                <a:lnTo>
                  <a:pt x="62217" y="11430"/>
                </a:lnTo>
                <a:close/>
              </a:path>
              <a:path w="73659" h="43179">
                <a:moveTo>
                  <a:pt x="63500" y="13970"/>
                </a:moveTo>
                <a:lnTo>
                  <a:pt x="7620" y="13970"/>
                </a:lnTo>
                <a:lnTo>
                  <a:pt x="7620" y="16510"/>
                </a:lnTo>
                <a:lnTo>
                  <a:pt x="63500" y="16510"/>
                </a:lnTo>
                <a:lnTo>
                  <a:pt x="63500" y="13970"/>
                </a:lnTo>
                <a:close/>
              </a:path>
              <a:path w="73659" h="43179">
                <a:moveTo>
                  <a:pt x="64770" y="17780"/>
                </a:moveTo>
                <a:lnTo>
                  <a:pt x="7620" y="17780"/>
                </a:lnTo>
                <a:lnTo>
                  <a:pt x="7620" y="19050"/>
                </a:lnTo>
                <a:lnTo>
                  <a:pt x="64770" y="19050"/>
                </a:lnTo>
                <a:lnTo>
                  <a:pt x="64770" y="17780"/>
                </a:lnTo>
                <a:close/>
              </a:path>
              <a:path w="73659" h="43179">
                <a:moveTo>
                  <a:pt x="66027" y="20320"/>
                </a:moveTo>
                <a:lnTo>
                  <a:pt x="10147" y="20320"/>
                </a:lnTo>
                <a:lnTo>
                  <a:pt x="10147" y="24130"/>
                </a:lnTo>
                <a:lnTo>
                  <a:pt x="11417" y="24130"/>
                </a:lnTo>
                <a:lnTo>
                  <a:pt x="11417" y="22860"/>
                </a:lnTo>
                <a:lnTo>
                  <a:pt x="66027" y="22860"/>
                </a:lnTo>
                <a:lnTo>
                  <a:pt x="66027" y="20320"/>
                </a:lnTo>
                <a:close/>
              </a:path>
              <a:path w="73659" h="43179">
                <a:moveTo>
                  <a:pt x="67297" y="24130"/>
                </a:moveTo>
                <a:lnTo>
                  <a:pt x="11417" y="24130"/>
                </a:lnTo>
                <a:lnTo>
                  <a:pt x="11417" y="25400"/>
                </a:lnTo>
                <a:lnTo>
                  <a:pt x="67297" y="25400"/>
                </a:lnTo>
                <a:lnTo>
                  <a:pt x="67297" y="24130"/>
                </a:lnTo>
                <a:close/>
              </a:path>
              <a:path w="73659" h="43179">
                <a:moveTo>
                  <a:pt x="68567" y="26670"/>
                </a:moveTo>
                <a:lnTo>
                  <a:pt x="12700" y="26670"/>
                </a:lnTo>
                <a:lnTo>
                  <a:pt x="12700" y="30480"/>
                </a:lnTo>
                <a:lnTo>
                  <a:pt x="13970" y="30480"/>
                </a:lnTo>
                <a:lnTo>
                  <a:pt x="13970" y="29210"/>
                </a:lnTo>
                <a:lnTo>
                  <a:pt x="68567" y="29210"/>
                </a:lnTo>
                <a:lnTo>
                  <a:pt x="68567" y="26670"/>
                </a:lnTo>
                <a:close/>
              </a:path>
              <a:path w="73659" h="43179">
                <a:moveTo>
                  <a:pt x="69850" y="30480"/>
                </a:moveTo>
                <a:lnTo>
                  <a:pt x="13970" y="30480"/>
                </a:lnTo>
                <a:lnTo>
                  <a:pt x="13970" y="33020"/>
                </a:lnTo>
                <a:lnTo>
                  <a:pt x="15227" y="33020"/>
                </a:lnTo>
                <a:lnTo>
                  <a:pt x="15227" y="31750"/>
                </a:lnTo>
                <a:lnTo>
                  <a:pt x="69850" y="31750"/>
                </a:lnTo>
                <a:lnTo>
                  <a:pt x="69850" y="30480"/>
                </a:lnTo>
                <a:close/>
              </a:path>
              <a:path w="73659" h="43179">
                <a:moveTo>
                  <a:pt x="71094" y="33020"/>
                </a:moveTo>
                <a:lnTo>
                  <a:pt x="15227" y="33020"/>
                </a:lnTo>
                <a:lnTo>
                  <a:pt x="15227" y="36830"/>
                </a:lnTo>
                <a:lnTo>
                  <a:pt x="16497" y="36830"/>
                </a:lnTo>
                <a:lnTo>
                  <a:pt x="16497" y="35560"/>
                </a:lnTo>
                <a:lnTo>
                  <a:pt x="71094" y="35560"/>
                </a:lnTo>
                <a:lnTo>
                  <a:pt x="71094" y="33020"/>
                </a:lnTo>
                <a:close/>
              </a:path>
              <a:path w="73659" h="43179">
                <a:moveTo>
                  <a:pt x="72377" y="36830"/>
                </a:moveTo>
                <a:lnTo>
                  <a:pt x="16497" y="36830"/>
                </a:lnTo>
                <a:lnTo>
                  <a:pt x="16497" y="39370"/>
                </a:lnTo>
                <a:lnTo>
                  <a:pt x="17767" y="39370"/>
                </a:lnTo>
                <a:lnTo>
                  <a:pt x="17767" y="38100"/>
                </a:lnTo>
                <a:lnTo>
                  <a:pt x="72377" y="38100"/>
                </a:lnTo>
                <a:lnTo>
                  <a:pt x="72377" y="36830"/>
                </a:lnTo>
                <a:close/>
              </a:path>
              <a:path w="73659" h="43179">
                <a:moveTo>
                  <a:pt x="73647" y="38100"/>
                </a:moveTo>
                <a:lnTo>
                  <a:pt x="72377" y="38100"/>
                </a:lnTo>
                <a:lnTo>
                  <a:pt x="72377" y="39370"/>
                </a:lnTo>
                <a:lnTo>
                  <a:pt x="17767" y="39370"/>
                </a:lnTo>
                <a:lnTo>
                  <a:pt x="17767" y="43180"/>
                </a:lnTo>
                <a:lnTo>
                  <a:pt x="19050" y="43180"/>
                </a:lnTo>
                <a:lnTo>
                  <a:pt x="19050" y="41910"/>
                </a:lnTo>
                <a:lnTo>
                  <a:pt x="73647" y="41910"/>
                </a:lnTo>
                <a:lnTo>
                  <a:pt x="73647" y="38100"/>
                </a:lnTo>
                <a:close/>
              </a:path>
            </a:pathLst>
          </a:custGeom>
          <a:solidFill>
            <a:srgbClr val="B15E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331175" y="480059"/>
            <a:ext cx="128905" cy="43815"/>
          </a:xfrm>
          <a:custGeom>
            <a:avLst/>
            <a:gdLst/>
            <a:ahLst/>
            <a:cxnLst/>
            <a:rect l="l" t="t" r="r" b="b"/>
            <a:pathLst>
              <a:path w="128904" h="43815">
                <a:moveTo>
                  <a:pt x="1282" y="41910"/>
                </a:moveTo>
                <a:lnTo>
                  <a:pt x="0" y="41910"/>
                </a:lnTo>
                <a:lnTo>
                  <a:pt x="0" y="43180"/>
                </a:lnTo>
                <a:lnTo>
                  <a:pt x="1282" y="43180"/>
                </a:lnTo>
                <a:lnTo>
                  <a:pt x="1282" y="41910"/>
                </a:lnTo>
                <a:close/>
              </a:path>
              <a:path w="128904" h="43815">
                <a:moveTo>
                  <a:pt x="96532" y="39382"/>
                </a:moveTo>
                <a:lnTo>
                  <a:pt x="2552" y="39382"/>
                </a:lnTo>
                <a:lnTo>
                  <a:pt x="2552" y="41922"/>
                </a:lnTo>
                <a:lnTo>
                  <a:pt x="95250" y="41922"/>
                </a:lnTo>
                <a:lnTo>
                  <a:pt x="95250" y="43192"/>
                </a:lnTo>
                <a:lnTo>
                  <a:pt x="96532" y="43192"/>
                </a:lnTo>
                <a:lnTo>
                  <a:pt x="96532" y="41922"/>
                </a:lnTo>
                <a:lnTo>
                  <a:pt x="96532" y="39382"/>
                </a:lnTo>
                <a:close/>
              </a:path>
              <a:path w="128904" h="43815">
                <a:moveTo>
                  <a:pt x="100330" y="36842"/>
                </a:moveTo>
                <a:lnTo>
                  <a:pt x="6350" y="36842"/>
                </a:lnTo>
                <a:lnTo>
                  <a:pt x="6350" y="35572"/>
                </a:lnTo>
                <a:lnTo>
                  <a:pt x="5080" y="35572"/>
                </a:lnTo>
                <a:lnTo>
                  <a:pt x="5080" y="36842"/>
                </a:lnTo>
                <a:lnTo>
                  <a:pt x="5080" y="38112"/>
                </a:lnTo>
                <a:lnTo>
                  <a:pt x="97777" y="38112"/>
                </a:lnTo>
                <a:lnTo>
                  <a:pt x="97777" y="39382"/>
                </a:lnTo>
                <a:lnTo>
                  <a:pt x="99047" y="39382"/>
                </a:lnTo>
                <a:lnTo>
                  <a:pt x="99047" y="38112"/>
                </a:lnTo>
                <a:lnTo>
                  <a:pt x="100330" y="38112"/>
                </a:lnTo>
                <a:lnTo>
                  <a:pt x="100330" y="36842"/>
                </a:lnTo>
                <a:close/>
              </a:path>
              <a:path w="128904" h="43815">
                <a:moveTo>
                  <a:pt x="101600" y="33020"/>
                </a:moveTo>
                <a:lnTo>
                  <a:pt x="7632" y="33020"/>
                </a:lnTo>
                <a:lnTo>
                  <a:pt x="7632" y="35560"/>
                </a:lnTo>
                <a:lnTo>
                  <a:pt x="101600" y="35560"/>
                </a:lnTo>
                <a:lnTo>
                  <a:pt x="101600" y="33020"/>
                </a:lnTo>
                <a:close/>
              </a:path>
              <a:path w="128904" h="43815">
                <a:moveTo>
                  <a:pt x="106680" y="26682"/>
                </a:moveTo>
                <a:lnTo>
                  <a:pt x="12700" y="26682"/>
                </a:lnTo>
                <a:lnTo>
                  <a:pt x="12700" y="29222"/>
                </a:lnTo>
                <a:lnTo>
                  <a:pt x="104140" y="29222"/>
                </a:lnTo>
                <a:lnTo>
                  <a:pt x="104140" y="30492"/>
                </a:lnTo>
                <a:lnTo>
                  <a:pt x="11430" y="30492"/>
                </a:lnTo>
                <a:lnTo>
                  <a:pt x="11430" y="29222"/>
                </a:lnTo>
                <a:lnTo>
                  <a:pt x="10147" y="29222"/>
                </a:lnTo>
                <a:lnTo>
                  <a:pt x="10147" y="30492"/>
                </a:lnTo>
                <a:lnTo>
                  <a:pt x="10147" y="31762"/>
                </a:lnTo>
                <a:lnTo>
                  <a:pt x="102882" y="31762"/>
                </a:lnTo>
                <a:lnTo>
                  <a:pt x="102882" y="33032"/>
                </a:lnTo>
                <a:lnTo>
                  <a:pt x="104152" y="33032"/>
                </a:lnTo>
                <a:lnTo>
                  <a:pt x="104152" y="31762"/>
                </a:lnTo>
                <a:lnTo>
                  <a:pt x="104152" y="30492"/>
                </a:lnTo>
                <a:lnTo>
                  <a:pt x="105397" y="30492"/>
                </a:lnTo>
                <a:lnTo>
                  <a:pt x="105397" y="29222"/>
                </a:lnTo>
                <a:lnTo>
                  <a:pt x="106680" y="29222"/>
                </a:lnTo>
                <a:lnTo>
                  <a:pt x="106680" y="26682"/>
                </a:lnTo>
                <a:close/>
              </a:path>
              <a:path w="128904" h="43815">
                <a:moveTo>
                  <a:pt x="109232" y="24142"/>
                </a:moveTo>
                <a:lnTo>
                  <a:pt x="16497" y="24142"/>
                </a:lnTo>
                <a:lnTo>
                  <a:pt x="16497" y="22872"/>
                </a:lnTo>
                <a:lnTo>
                  <a:pt x="15252" y="22872"/>
                </a:lnTo>
                <a:lnTo>
                  <a:pt x="15252" y="24142"/>
                </a:lnTo>
                <a:lnTo>
                  <a:pt x="15252" y="25412"/>
                </a:lnTo>
                <a:lnTo>
                  <a:pt x="107950" y="25412"/>
                </a:lnTo>
                <a:lnTo>
                  <a:pt x="107950" y="26682"/>
                </a:lnTo>
                <a:lnTo>
                  <a:pt x="109232" y="26682"/>
                </a:lnTo>
                <a:lnTo>
                  <a:pt x="109232" y="25412"/>
                </a:lnTo>
                <a:lnTo>
                  <a:pt x="109232" y="24142"/>
                </a:lnTo>
                <a:close/>
              </a:path>
              <a:path w="128904" h="43815">
                <a:moveTo>
                  <a:pt x="111747" y="20332"/>
                </a:moveTo>
                <a:lnTo>
                  <a:pt x="19050" y="20332"/>
                </a:lnTo>
                <a:lnTo>
                  <a:pt x="19050" y="19062"/>
                </a:lnTo>
                <a:lnTo>
                  <a:pt x="17780" y="19062"/>
                </a:lnTo>
                <a:lnTo>
                  <a:pt x="17780" y="20332"/>
                </a:lnTo>
                <a:lnTo>
                  <a:pt x="17780" y="22872"/>
                </a:lnTo>
                <a:lnTo>
                  <a:pt x="109232" y="22872"/>
                </a:lnTo>
                <a:lnTo>
                  <a:pt x="109232" y="24142"/>
                </a:lnTo>
                <a:lnTo>
                  <a:pt x="110477" y="24142"/>
                </a:lnTo>
                <a:lnTo>
                  <a:pt x="110477" y="22872"/>
                </a:lnTo>
                <a:lnTo>
                  <a:pt x="111747" y="22872"/>
                </a:lnTo>
                <a:lnTo>
                  <a:pt x="111747" y="20332"/>
                </a:lnTo>
                <a:close/>
              </a:path>
              <a:path w="128904" h="43815">
                <a:moveTo>
                  <a:pt x="114300" y="17792"/>
                </a:moveTo>
                <a:lnTo>
                  <a:pt x="21602" y="17792"/>
                </a:lnTo>
                <a:lnTo>
                  <a:pt x="21602" y="16522"/>
                </a:lnTo>
                <a:lnTo>
                  <a:pt x="20332" y="16522"/>
                </a:lnTo>
                <a:lnTo>
                  <a:pt x="20332" y="17792"/>
                </a:lnTo>
                <a:lnTo>
                  <a:pt x="20332" y="19062"/>
                </a:lnTo>
                <a:lnTo>
                  <a:pt x="114300" y="19062"/>
                </a:lnTo>
                <a:lnTo>
                  <a:pt x="114300" y="17792"/>
                </a:lnTo>
                <a:close/>
              </a:path>
              <a:path w="128904" h="43815">
                <a:moveTo>
                  <a:pt x="116827" y="13982"/>
                </a:moveTo>
                <a:lnTo>
                  <a:pt x="24130" y="13982"/>
                </a:lnTo>
                <a:lnTo>
                  <a:pt x="24130" y="12712"/>
                </a:lnTo>
                <a:lnTo>
                  <a:pt x="22847" y="12712"/>
                </a:lnTo>
                <a:lnTo>
                  <a:pt x="22847" y="13982"/>
                </a:lnTo>
                <a:lnTo>
                  <a:pt x="22847" y="16522"/>
                </a:lnTo>
                <a:lnTo>
                  <a:pt x="114300" y="16522"/>
                </a:lnTo>
                <a:lnTo>
                  <a:pt x="114300" y="17792"/>
                </a:lnTo>
                <a:lnTo>
                  <a:pt x="115582" y="17792"/>
                </a:lnTo>
                <a:lnTo>
                  <a:pt x="115582" y="16522"/>
                </a:lnTo>
                <a:lnTo>
                  <a:pt x="116827" y="16522"/>
                </a:lnTo>
                <a:lnTo>
                  <a:pt x="116827" y="13982"/>
                </a:lnTo>
                <a:close/>
              </a:path>
              <a:path w="128904" h="43815">
                <a:moveTo>
                  <a:pt x="119380" y="11442"/>
                </a:moveTo>
                <a:lnTo>
                  <a:pt x="26682" y="11442"/>
                </a:lnTo>
                <a:lnTo>
                  <a:pt x="26682" y="10172"/>
                </a:lnTo>
                <a:lnTo>
                  <a:pt x="25400" y="10172"/>
                </a:lnTo>
                <a:lnTo>
                  <a:pt x="25400" y="11442"/>
                </a:lnTo>
                <a:lnTo>
                  <a:pt x="25400" y="12712"/>
                </a:lnTo>
                <a:lnTo>
                  <a:pt x="116827" y="12712"/>
                </a:lnTo>
                <a:lnTo>
                  <a:pt x="116827" y="13982"/>
                </a:lnTo>
                <a:lnTo>
                  <a:pt x="118097" y="13982"/>
                </a:lnTo>
                <a:lnTo>
                  <a:pt x="118097" y="12712"/>
                </a:lnTo>
                <a:lnTo>
                  <a:pt x="119380" y="12712"/>
                </a:lnTo>
                <a:lnTo>
                  <a:pt x="119380" y="11442"/>
                </a:lnTo>
                <a:close/>
              </a:path>
              <a:path w="128904" h="43815">
                <a:moveTo>
                  <a:pt x="120650" y="7632"/>
                </a:moveTo>
                <a:lnTo>
                  <a:pt x="29197" y="7632"/>
                </a:lnTo>
                <a:lnTo>
                  <a:pt x="29197" y="6362"/>
                </a:lnTo>
                <a:lnTo>
                  <a:pt x="27952" y="6362"/>
                </a:lnTo>
                <a:lnTo>
                  <a:pt x="27952" y="7632"/>
                </a:lnTo>
                <a:lnTo>
                  <a:pt x="27952" y="10172"/>
                </a:lnTo>
                <a:lnTo>
                  <a:pt x="119380" y="10172"/>
                </a:lnTo>
                <a:lnTo>
                  <a:pt x="119380" y="11442"/>
                </a:lnTo>
                <a:lnTo>
                  <a:pt x="120650" y="11442"/>
                </a:lnTo>
                <a:lnTo>
                  <a:pt x="120650" y="10172"/>
                </a:lnTo>
                <a:lnTo>
                  <a:pt x="120650" y="7632"/>
                </a:lnTo>
                <a:close/>
              </a:path>
              <a:path w="128904" h="43815">
                <a:moveTo>
                  <a:pt x="124447" y="5092"/>
                </a:moveTo>
                <a:lnTo>
                  <a:pt x="31750" y="5092"/>
                </a:lnTo>
                <a:lnTo>
                  <a:pt x="31750" y="3822"/>
                </a:lnTo>
                <a:lnTo>
                  <a:pt x="30480" y="3822"/>
                </a:lnTo>
                <a:lnTo>
                  <a:pt x="30480" y="5092"/>
                </a:lnTo>
                <a:lnTo>
                  <a:pt x="30480" y="6362"/>
                </a:lnTo>
                <a:lnTo>
                  <a:pt x="121932" y="6362"/>
                </a:lnTo>
                <a:lnTo>
                  <a:pt x="121932" y="7632"/>
                </a:lnTo>
                <a:lnTo>
                  <a:pt x="123177" y="7632"/>
                </a:lnTo>
                <a:lnTo>
                  <a:pt x="123177" y="6362"/>
                </a:lnTo>
                <a:lnTo>
                  <a:pt x="124447" y="6362"/>
                </a:lnTo>
                <a:lnTo>
                  <a:pt x="124447" y="5092"/>
                </a:lnTo>
                <a:close/>
              </a:path>
              <a:path w="128904" h="43815">
                <a:moveTo>
                  <a:pt x="125730" y="1282"/>
                </a:moveTo>
                <a:lnTo>
                  <a:pt x="34302" y="1282"/>
                </a:lnTo>
                <a:lnTo>
                  <a:pt x="34302" y="12"/>
                </a:lnTo>
                <a:lnTo>
                  <a:pt x="33032" y="12"/>
                </a:lnTo>
                <a:lnTo>
                  <a:pt x="33032" y="1282"/>
                </a:lnTo>
                <a:lnTo>
                  <a:pt x="33032" y="3822"/>
                </a:lnTo>
                <a:lnTo>
                  <a:pt x="124447" y="3822"/>
                </a:lnTo>
                <a:lnTo>
                  <a:pt x="124447" y="5092"/>
                </a:lnTo>
                <a:lnTo>
                  <a:pt x="125730" y="5092"/>
                </a:lnTo>
                <a:lnTo>
                  <a:pt x="125730" y="3822"/>
                </a:lnTo>
                <a:lnTo>
                  <a:pt x="125730" y="1282"/>
                </a:lnTo>
                <a:close/>
              </a:path>
              <a:path w="128904" h="43815">
                <a:moveTo>
                  <a:pt x="128282" y="0"/>
                </a:moveTo>
                <a:lnTo>
                  <a:pt x="127000" y="0"/>
                </a:lnTo>
                <a:lnTo>
                  <a:pt x="127000" y="1270"/>
                </a:lnTo>
                <a:lnTo>
                  <a:pt x="128282" y="1270"/>
                </a:lnTo>
                <a:lnTo>
                  <a:pt x="128282" y="0"/>
                </a:lnTo>
                <a:close/>
              </a:path>
            </a:pathLst>
          </a:custGeom>
          <a:solidFill>
            <a:srgbClr val="B15E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7018007" y="523239"/>
            <a:ext cx="72390" cy="43180"/>
          </a:xfrm>
          <a:custGeom>
            <a:avLst/>
            <a:gdLst/>
            <a:ahLst/>
            <a:cxnLst/>
            <a:rect l="l" t="t" r="r" b="b"/>
            <a:pathLst>
              <a:path w="72390" h="43179">
                <a:moveTo>
                  <a:pt x="55867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55867" y="1270"/>
                </a:lnTo>
                <a:lnTo>
                  <a:pt x="55867" y="0"/>
                </a:lnTo>
                <a:close/>
              </a:path>
              <a:path w="72390" h="43179">
                <a:moveTo>
                  <a:pt x="57150" y="1270"/>
                </a:moveTo>
                <a:lnTo>
                  <a:pt x="55867" y="1270"/>
                </a:lnTo>
                <a:lnTo>
                  <a:pt x="55867" y="2540"/>
                </a:lnTo>
                <a:lnTo>
                  <a:pt x="1270" y="2540"/>
                </a:lnTo>
                <a:lnTo>
                  <a:pt x="1270" y="5080"/>
                </a:lnTo>
                <a:lnTo>
                  <a:pt x="57150" y="5080"/>
                </a:lnTo>
                <a:lnTo>
                  <a:pt x="57150" y="1270"/>
                </a:lnTo>
                <a:close/>
              </a:path>
              <a:path w="72390" h="43179">
                <a:moveTo>
                  <a:pt x="58420" y="6350"/>
                </a:moveTo>
                <a:lnTo>
                  <a:pt x="2527" y="6350"/>
                </a:lnTo>
                <a:lnTo>
                  <a:pt x="2527" y="8890"/>
                </a:lnTo>
                <a:lnTo>
                  <a:pt x="3797" y="8890"/>
                </a:lnTo>
                <a:lnTo>
                  <a:pt x="3797" y="7620"/>
                </a:lnTo>
                <a:lnTo>
                  <a:pt x="58420" y="7620"/>
                </a:lnTo>
                <a:lnTo>
                  <a:pt x="58420" y="6350"/>
                </a:lnTo>
                <a:close/>
              </a:path>
              <a:path w="72390" h="43179">
                <a:moveTo>
                  <a:pt x="59677" y="7620"/>
                </a:moveTo>
                <a:lnTo>
                  <a:pt x="58420" y="7620"/>
                </a:lnTo>
                <a:lnTo>
                  <a:pt x="58420" y="8890"/>
                </a:lnTo>
                <a:lnTo>
                  <a:pt x="3797" y="8890"/>
                </a:lnTo>
                <a:lnTo>
                  <a:pt x="3797" y="11430"/>
                </a:lnTo>
                <a:lnTo>
                  <a:pt x="59677" y="11430"/>
                </a:lnTo>
                <a:lnTo>
                  <a:pt x="59677" y="7620"/>
                </a:lnTo>
                <a:close/>
              </a:path>
              <a:path w="72390" h="43179">
                <a:moveTo>
                  <a:pt x="60947" y="12700"/>
                </a:moveTo>
                <a:lnTo>
                  <a:pt x="5067" y="12700"/>
                </a:lnTo>
                <a:lnTo>
                  <a:pt x="5067" y="13970"/>
                </a:lnTo>
                <a:lnTo>
                  <a:pt x="60947" y="13970"/>
                </a:lnTo>
                <a:lnTo>
                  <a:pt x="60947" y="12700"/>
                </a:lnTo>
                <a:close/>
              </a:path>
              <a:path w="72390" h="43179">
                <a:moveTo>
                  <a:pt x="62217" y="13970"/>
                </a:moveTo>
                <a:lnTo>
                  <a:pt x="60947" y="13970"/>
                </a:lnTo>
                <a:lnTo>
                  <a:pt x="60947" y="15240"/>
                </a:lnTo>
                <a:lnTo>
                  <a:pt x="6350" y="15240"/>
                </a:lnTo>
                <a:lnTo>
                  <a:pt x="6350" y="17780"/>
                </a:lnTo>
                <a:lnTo>
                  <a:pt x="62217" y="17780"/>
                </a:lnTo>
                <a:lnTo>
                  <a:pt x="62217" y="13970"/>
                </a:lnTo>
                <a:close/>
              </a:path>
              <a:path w="72390" h="43179">
                <a:moveTo>
                  <a:pt x="63500" y="19050"/>
                </a:moveTo>
                <a:lnTo>
                  <a:pt x="7620" y="19050"/>
                </a:lnTo>
                <a:lnTo>
                  <a:pt x="7620" y="20320"/>
                </a:lnTo>
                <a:lnTo>
                  <a:pt x="63500" y="20320"/>
                </a:lnTo>
                <a:lnTo>
                  <a:pt x="63500" y="19050"/>
                </a:lnTo>
                <a:close/>
              </a:path>
              <a:path w="72390" h="43179">
                <a:moveTo>
                  <a:pt x="66027" y="24130"/>
                </a:moveTo>
                <a:lnTo>
                  <a:pt x="64770" y="24130"/>
                </a:lnTo>
                <a:lnTo>
                  <a:pt x="64770" y="20320"/>
                </a:lnTo>
                <a:lnTo>
                  <a:pt x="63500" y="20320"/>
                </a:lnTo>
                <a:lnTo>
                  <a:pt x="63500" y="21590"/>
                </a:lnTo>
                <a:lnTo>
                  <a:pt x="10147" y="21590"/>
                </a:lnTo>
                <a:lnTo>
                  <a:pt x="10147" y="26670"/>
                </a:lnTo>
                <a:lnTo>
                  <a:pt x="66027" y="26670"/>
                </a:lnTo>
                <a:lnTo>
                  <a:pt x="66027" y="24130"/>
                </a:lnTo>
                <a:close/>
              </a:path>
              <a:path w="72390" h="43179">
                <a:moveTo>
                  <a:pt x="67297" y="26670"/>
                </a:moveTo>
                <a:lnTo>
                  <a:pt x="66027" y="26670"/>
                </a:lnTo>
                <a:lnTo>
                  <a:pt x="66027" y="27940"/>
                </a:lnTo>
                <a:lnTo>
                  <a:pt x="12700" y="27940"/>
                </a:lnTo>
                <a:lnTo>
                  <a:pt x="12700" y="31750"/>
                </a:lnTo>
                <a:lnTo>
                  <a:pt x="13970" y="31750"/>
                </a:lnTo>
                <a:lnTo>
                  <a:pt x="13970" y="30480"/>
                </a:lnTo>
                <a:lnTo>
                  <a:pt x="67297" y="30480"/>
                </a:lnTo>
                <a:lnTo>
                  <a:pt x="67297" y="26670"/>
                </a:lnTo>
                <a:close/>
              </a:path>
              <a:path w="72390" h="43179">
                <a:moveTo>
                  <a:pt x="68567" y="31750"/>
                </a:moveTo>
                <a:lnTo>
                  <a:pt x="13970" y="31750"/>
                </a:lnTo>
                <a:lnTo>
                  <a:pt x="13970" y="33020"/>
                </a:lnTo>
                <a:lnTo>
                  <a:pt x="68567" y="33020"/>
                </a:lnTo>
                <a:lnTo>
                  <a:pt x="68567" y="31750"/>
                </a:lnTo>
                <a:close/>
              </a:path>
              <a:path w="72390" h="43179">
                <a:moveTo>
                  <a:pt x="69850" y="33020"/>
                </a:moveTo>
                <a:lnTo>
                  <a:pt x="68567" y="33020"/>
                </a:lnTo>
                <a:lnTo>
                  <a:pt x="68567" y="34290"/>
                </a:lnTo>
                <a:lnTo>
                  <a:pt x="15227" y="34290"/>
                </a:lnTo>
                <a:lnTo>
                  <a:pt x="15227" y="38100"/>
                </a:lnTo>
                <a:lnTo>
                  <a:pt x="16497" y="38100"/>
                </a:lnTo>
                <a:lnTo>
                  <a:pt x="16497" y="36830"/>
                </a:lnTo>
                <a:lnTo>
                  <a:pt x="69850" y="36830"/>
                </a:lnTo>
                <a:lnTo>
                  <a:pt x="69850" y="33020"/>
                </a:lnTo>
                <a:close/>
              </a:path>
              <a:path w="72390" h="43179">
                <a:moveTo>
                  <a:pt x="71120" y="38100"/>
                </a:moveTo>
                <a:lnTo>
                  <a:pt x="16497" y="38100"/>
                </a:lnTo>
                <a:lnTo>
                  <a:pt x="16497" y="40640"/>
                </a:lnTo>
                <a:lnTo>
                  <a:pt x="17767" y="40640"/>
                </a:lnTo>
                <a:lnTo>
                  <a:pt x="17767" y="39370"/>
                </a:lnTo>
                <a:lnTo>
                  <a:pt x="71120" y="39370"/>
                </a:lnTo>
                <a:lnTo>
                  <a:pt x="71120" y="38100"/>
                </a:lnTo>
                <a:close/>
              </a:path>
              <a:path w="72390" h="43179">
                <a:moveTo>
                  <a:pt x="72377" y="39370"/>
                </a:moveTo>
                <a:lnTo>
                  <a:pt x="71120" y="39370"/>
                </a:lnTo>
                <a:lnTo>
                  <a:pt x="71120" y="40640"/>
                </a:lnTo>
                <a:lnTo>
                  <a:pt x="17767" y="40640"/>
                </a:lnTo>
                <a:lnTo>
                  <a:pt x="17767" y="43180"/>
                </a:lnTo>
                <a:lnTo>
                  <a:pt x="72377" y="43180"/>
                </a:lnTo>
                <a:lnTo>
                  <a:pt x="72377" y="39370"/>
                </a:lnTo>
                <a:close/>
              </a:path>
            </a:pathLst>
          </a:custGeom>
          <a:solidFill>
            <a:srgbClr val="AF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298154" y="523239"/>
            <a:ext cx="128270" cy="43180"/>
          </a:xfrm>
          <a:custGeom>
            <a:avLst/>
            <a:gdLst/>
            <a:ahLst/>
            <a:cxnLst/>
            <a:rect l="l" t="t" r="r" b="b"/>
            <a:pathLst>
              <a:path w="128270" h="43179">
                <a:moveTo>
                  <a:pt x="7620" y="33020"/>
                </a:moveTo>
                <a:lnTo>
                  <a:pt x="6350" y="33020"/>
                </a:lnTo>
                <a:lnTo>
                  <a:pt x="6350" y="34290"/>
                </a:lnTo>
                <a:lnTo>
                  <a:pt x="7620" y="34290"/>
                </a:lnTo>
                <a:lnTo>
                  <a:pt x="7620" y="33020"/>
                </a:lnTo>
                <a:close/>
              </a:path>
              <a:path w="128270" h="43179">
                <a:moveTo>
                  <a:pt x="96520" y="40640"/>
                </a:moveTo>
                <a:lnTo>
                  <a:pt x="2552" y="40640"/>
                </a:lnTo>
                <a:lnTo>
                  <a:pt x="2552" y="39370"/>
                </a:lnTo>
                <a:lnTo>
                  <a:pt x="1270" y="39370"/>
                </a:lnTo>
                <a:lnTo>
                  <a:pt x="1270" y="40640"/>
                </a:lnTo>
                <a:lnTo>
                  <a:pt x="0" y="40640"/>
                </a:lnTo>
                <a:lnTo>
                  <a:pt x="0" y="43180"/>
                </a:lnTo>
                <a:lnTo>
                  <a:pt x="96520" y="43180"/>
                </a:lnTo>
                <a:lnTo>
                  <a:pt x="96520" y="40640"/>
                </a:lnTo>
                <a:close/>
              </a:path>
              <a:path w="128270" h="43179">
                <a:moveTo>
                  <a:pt x="100317" y="34302"/>
                </a:moveTo>
                <a:lnTo>
                  <a:pt x="5067" y="34302"/>
                </a:lnTo>
                <a:lnTo>
                  <a:pt x="5067" y="36842"/>
                </a:lnTo>
                <a:lnTo>
                  <a:pt x="99072" y="36842"/>
                </a:lnTo>
                <a:lnTo>
                  <a:pt x="99072" y="38100"/>
                </a:lnTo>
                <a:lnTo>
                  <a:pt x="3822" y="38100"/>
                </a:lnTo>
                <a:lnTo>
                  <a:pt x="3822" y="39370"/>
                </a:lnTo>
                <a:lnTo>
                  <a:pt x="96520" y="39370"/>
                </a:lnTo>
                <a:lnTo>
                  <a:pt x="96520" y="40640"/>
                </a:lnTo>
                <a:lnTo>
                  <a:pt x="97802" y="40640"/>
                </a:lnTo>
                <a:lnTo>
                  <a:pt x="97802" y="39370"/>
                </a:lnTo>
                <a:lnTo>
                  <a:pt x="99072" y="39370"/>
                </a:lnTo>
                <a:lnTo>
                  <a:pt x="99072" y="38112"/>
                </a:lnTo>
                <a:lnTo>
                  <a:pt x="100317" y="38112"/>
                </a:lnTo>
                <a:lnTo>
                  <a:pt x="100317" y="36842"/>
                </a:lnTo>
                <a:lnTo>
                  <a:pt x="100317" y="34302"/>
                </a:lnTo>
                <a:close/>
              </a:path>
              <a:path w="128270" h="43179">
                <a:moveTo>
                  <a:pt x="104152" y="31750"/>
                </a:moveTo>
                <a:lnTo>
                  <a:pt x="8902" y="31750"/>
                </a:lnTo>
                <a:lnTo>
                  <a:pt x="8902" y="33020"/>
                </a:lnTo>
                <a:lnTo>
                  <a:pt x="101600" y="33020"/>
                </a:lnTo>
                <a:lnTo>
                  <a:pt x="101600" y="34290"/>
                </a:lnTo>
                <a:lnTo>
                  <a:pt x="102870" y="34290"/>
                </a:lnTo>
                <a:lnTo>
                  <a:pt x="102870" y="33020"/>
                </a:lnTo>
                <a:lnTo>
                  <a:pt x="104152" y="33020"/>
                </a:lnTo>
                <a:lnTo>
                  <a:pt x="104152" y="31750"/>
                </a:lnTo>
                <a:close/>
              </a:path>
              <a:path w="128270" h="43179">
                <a:moveTo>
                  <a:pt x="105422" y="27940"/>
                </a:moveTo>
                <a:lnTo>
                  <a:pt x="12700" y="27940"/>
                </a:lnTo>
                <a:lnTo>
                  <a:pt x="12700" y="26670"/>
                </a:lnTo>
                <a:lnTo>
                  <a:pt x="11417" y="26670"/>
                </a:lnTo>
                <a:lnTo>
                  <a:pt x="11417" y="27940"/>
                </a:lnTo>
                <a:lnTo>
                  <a:pt x="10172" y="27940"/>
                </a:lnTo>
                <a:lnTo>
                  <a:pt x="10172" y="30480"/>
                </a:lnTo>
                <a:lnTo>
                  <a:pt x="105422" y="30480"/>
                </a:lnTo>
                <a:lnTo>
                  <a:pt x="105422" y="27940"/>
                </a:lnTo>
                <a:close/>
              </a:path>
              <a:path w="128270" h="43179">
                <a:moveTo>
                  <a:pt x="110502" y="21590"/>
                </a:moveTo>
                <a:lnTo>
                  <a:pt x="17767" y="21590"/>
                </a:lnTo>
                <a:lnTo>
                  <a:pt x="17767" y="20320"/>
                </a:lnTo>
                <a:lnTo>
                  <a:pt x="16522" y="20320"/>
                </a:lnTo>
                <a:lnTo>
                  <a:pt x="16522" y="21590"/>
                </a:lnTo>
                <a:lnTo>
                  <a:pt x="15252" y="21590"/>
                </a:lnTo>
                <a:lnTo>
                  <a:pt x="15252" y="24130"/>
                </a:lnTo>
                <a:lnTo>
                  <a:pt x="13970" y="24130"/>
                </a:lnTo>
                <a:lnTo>
                  <a:pt x="13970" y="26670"/>
                </a:lnTo>
                <a:lnTo>
                  <a:pt x="106667" y="26670"/>
                </a:lnTo>
                <a:lnTo>
                  <a:pt x="106667" y="27940"/>
                </a:lnTo>
                <a:lnTo>
                  <a:pt x="107950" y="27940"/>
                </a:lnTo>
                <a:lnTo>
                  <a:pt x="107950" y="26670"/>
                </a:lnTo>
                <a:lnTo>
                  <a:pt x="109220" y="26670"/>
                </a:lnTo>
                <a:lnTo>
                  <a:pt x="109220" y="24130"/>
                </a:lnTo>
                <a:lnTo>
                  <a:pt x="110502" y="24130"/>
                </a:lnTo>
                <a:lnTo>
                  <a:pt x="110502" y="21590"/>
                </a:lnTo>
                <a:close/>
              </a:path>
              <a:path w="128270" h="43179">
                <a:moveTo>
                  <a:pt x="113017" y="19062"/>
                </a:moveTo>
                <a:lnTo>
                  <a:pt x="19050" y="19062"/>
                </a:lnTo>
                <a:lnTo>
                  <a:pt x="19050" y="20332"/>
                </a:lnTo>
                <a:lnTo>
                  <a:pt x="111772" y="20332"/>
                </a:lnTo>
                <a:lnTo>
                  <a:pt x="111772" y="21602"/>
                </a:lnTo>
                <a:lnTo>
                  <a:pt x="113017" y="21602"/>
                </a:lnTo>
                <a:lnTo>
                  <a:pt x="113017" y="20332"/>
                </a:lnTo>
                <a:lnTo>
                  <a:pt x="113017" y="19062"/>
                </a:lnTo>
                <a:close/>
              </a:path>
              <a:path w="128270" h="43179">
                <a:moveTo>
                  <a:pt x="118122" y="12712"/>
                </a:moveTo>
                <a:lnTo>
                  <a:pt x="24117" y="12712"/>
                </a:lnTo>
                <a:lnTo>
                  <a:pt x="24117" y="11442"/>
                </a:lnTo>
                <a:lnTo>
                  <a:pt x="22872" y="11442"/>
                </a:lnTo>
                <a:lnTo>
                  <a:pt x="22872" y="12712"/>
                </a:lnTo>
                <a:lnTo>
                  <a:pt x="22872" y="13970"/>
                </a:lnTo>
                <a:lnTo>
                  <a:pt x="21602" y="13970"/>
                </a:lnTo>
                <a:lnTo>
                  <a:pt x="21602" y="15240"/>
                </a:lnTo>
                <a:lnTo>
                  <a:pt x="20320" y="15240"/>
                </a:lnTo>
                <a:lnTo>
                  <a:pt x="20320" y="17780"/>
                </a:lnTo>
                <a:lnTo>
                  <a:pt x="113017" y="17780"/>
                </a:lnTo>
                <a:lnTo>
                  <a:pt x="113017" y="19050"/>
                </a:lnTo>
                <a:lnTo>
                  <a:pt x="114300" y="19050"/>
                </a:lnTo>
                <a:lnTo>
                  <a:pt x="114300" y="17780"/>
                </a:lnTo>
                <a:lnTo>
                  <a:pt x="115570" y="17780"/>
                </a:lnTo>
                <a:lnTo>
                  <a:pt x="115570" y="15240"/>
                </a:lnTo>
                <a:lnTo>
                  <a:pt x="22872" y="15240"/>
                </a:lnTo>
                <a:lnTo>
                  <a:pt x="22872" y="13982"/>
                </a:lnTo>
                <a:lnTo>
                  <a:pt x="118122" y="13982"/>
                </a:lnTo>
                <a:lnTo>
                  <a:pt x="118122" y="12712"/>
                </a:lnTo>
                <a:close/>
              </a:path>
              <a:path w="128270" h="43179">
                <a:moveTo>
                  <a:pt x="123202" y="6362"/>
                </a:moveTo>
                <a:lnTo>
                  <a:pt x="29222" y="6362"/>
                </a:lnTo>
                <a:lnTo>
                  <a:pt x="29222" y="5092"/>
                </a:lnTo>
                <a:lnTo>
                  <a:pt x="27952" y="5092"/>
                </a:lnTo>
                <a:lnTo>
                  <a:pt x="27952" y="6362"/>
                </a:lnTo>
                <a:lnTo>
                  <a:pt x="27952" y="7620"/>
                </a:lnTo>
                <a:lnTo>
                  <a:pt x="26670" y="7620"/>
                </a:lnTo>
                <a:lnTo>
                  <a:pt x="26670" y="8890"/>
                </a:lnTo>
                <a:lnTo>
                  <a:pt x="25400" y="8890"/>
                </a:lnTo>
                <a:lnTo>
                  <a:pt x="25400" y="11430"/>
                </a:lnTo>
                <a:lnTo>
                  <a:pt x="118122" y="11430"/>
                </a:lnTo>
                <a:lnTo>
                  <a:pt x="118122" y="12700"/>
                </a:lnTo>
                <a:lnTo>
                  <a:pt x="119367" y="12700"/>
                </a:lnTo>
                <a:lnTo>
                  <a:pt x="119367" y="11430"/>
                </a:lnTo>
                <a:lnTo>
                  <a:pt x="120650" y="11430"/>
                </a:lnTo>
                <a:lnTo>
                  <a:pt x="120650" y="8890"/>
                </a:lnTo>
                <a:lnTo>
                  <a:pt x="27952" y="8890"/>
                </a:lnTo>
                <a:lnTo>
                  <a:pt x="27952" y="7632"/>
                </a:lnTo>
                <a:lnTo>
                  <a:pt x="120650" y="7632"/>
                </a:lnTo>
                <a:lnTo>
                  <a:pt x="120650" y="8890"/>
                </a:lnTo>
                <a:lnTo>
                  <a:pt x="121920" y="8890"/>
                </a:lnTo>
                <a:lnTo>
                  <a:pt x="121920" y="7632"/>
                </a:lnTo>
                <a:lnTo>
                  <a:pt x="123202" y="7632"/>
                </a:lnTo>
                <a:lnTo>
                  <a:pt x="123202" y="6362"/>
                </a:lnTo>
                <a:close/>
              </a:path>
              <a:path w="128270" h="43179">
                <a:moveTo>
                  <a:pt x="125717" y="2540"/>
                </a:moveTo>
                <a:lnTo>
                  <a:pt x="33020" y="2540"/>
                </a:lnTo>
                <a:lnTo>
                  <a:pt x="33020" y="1270"/>
                </a:lnTo>
                <a:lnTo>
                  <a:pt x="31750" y="1270"/>
                </a:lnTo>
                <a:lnTo>
                  <a:pt x="31750" y="2540"/>
                </a:lnTo>
                <a:lnTo>
                  <a:pt x="30467" y="2540"/>
                </a:lnTo>
                <a:lnTo>
                  <a:pt x="30467" y="5080"/>
                </a:lnTo>
                <a:lnTo>
                  <a:pt x="123202" y="5080"/>
                </a:lnTo>
                <a:lnTo>
                  <a:pt x="123202" y="6350"/>
                </a:lnTo>
                <a:lnTo>
                  <a:pt x="124472" y="6350"/>
                </a:lnTo>
                <a:lnTo>
                  <a:pt x="124472" y="5080"/>
                </a:lnTo>
                <a:lnTo>
                  <a:pt x="125717" y="5080"/>
                </a:lnTo>
                <a:lnTo>
                  <a:pt x="125717" y="2540"/>
                </a:lnTo>
                <a:close/>
              </a:path>
              <a:path w="128270" h="43179">
                <a:moveTo>
                  <a:pt x="128270" y="0"/>
                </a:moveTo>
                <a:lnTo>
                  <a:pt x="33020" y="0"/>
                </a:lnTo>
                <a:lnTo>
                  <a:pt x="33020" y="1270"/>
                </a:lnTo>
                <a:lnTo>
                  <a:pt x="125717" y="1270"/>
                </a:lnTo>
                <a:lnTo>
                  <a:pt x="125717" y="2540"/>
                </a:lnTo>
                <a:lnTo>
                  <a:pt x="127000" y="2540"/>
                </a:lnTo>
                <a:lnTo>
                  <a:pt x="127000" y="1270"/>
                </a:lnTo>
                <a:lnTo>
                  <a:pt x="128270" y="1270"/>
                </a:lnTo>
                <a:lnTo>
                  <a:pt x="128270" y="0"/>
                </a:lnTo>
                <a:close/>
              </a:path>
            </a:pathLst>
          </a:custGeom>
          <a:solidFill>
            <a:srgbClr val="AF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7035775" y="566419"/>
            <a:ext cx="73025" cy="44450"/>
          </a:xfrm>
          <a:custGeom>
            <a:avLst/>
            <a:gdLst/>
            <a:ahLst/>
            <a:cxnLst/>
            <a:rect l="l" t="t" r="r" b="b"/>
            <a:pathLst>
              <a:path w="73025" h="44450">
                <a:moveTo>
                  <a:pt x="1282" y="0"/>
                </a:moveTo>
                <a:lnTo>
                  <a:pt x="0" y="0"/>
                </a:lnTo>
                <a:lnTo>
                  <a:pt x="0" y="1270"/>
                </a:lnTo>
                <a:lnTo>
                  <a:pt x="1282" y="1270"/>
                </a:lnTo>
                <a:lnTo>
                  <a:pt x="1282" y="0"/>
                </a:lnTo>
                <a:close/>
              </a:path>
              <a:path w="73025" h="44450">
                <a:moveTo>
                  <a:pt x="55880" y="0"/>
                </a:moveTo>
                <a:lnTo>
                  <a:pt x="54610" y="0"/>
                </a:lnTo>
                <a:lnTo>
                  <a:pt x="54610" y="1270"/>
                </a:lnTo>
                <a:lnTo>
                  <a:pt x="1282" y="1270"/>
                </a:lnTo>
                <a:lnTo>
                  <a:pt x="1282" y="2540"/>
                </a:lnTo>
                <a:lnTo>
                  <a:pt x="55880" y="2540"/>
                </a:lnTo>
                <a:lnTo>
                  <a:pt x="55880" y="0"/>
                </a:lnTo>
                <a:close/>
              </a:path>
              <a:path w="73025" h="44450">
                <a:moveTo>
                  <a:pt x="57150" y="2540"/>
                </a:moveTo>
                <a:lnTo>
                  <a:pt x="55880" y="2540"/>
                </a:lnTo>
                <a:lnTo>
                  <a:pt x="55880" y="3810"/>
                </a:lnTo>
                <a:lnTo>
                  <a:pt x="2552" y="3810"/>
                </a:lnTo>
                <a:lnTo>
                  <a:pt x="2552" y="6350"/>
                </a:lnTo>
                <a:lnTo>
                  <a:pt x="57150" y="6350"/>
                </a:lnTo>
                <a:lnTo>
                  <a:pt x="57150" y="2540"/>
                </a:lnTo>
                <a:close/>
              </a:path>
              <a:path w="73025" h="44450">
                <a:moveTo>
                  <a:pt x="58432" y="6350"/>
                </a:moveTo>
                <a:lnTo>
                  <a:pt x="57150" y="6350"/>
                </a:lnTo>
                <a:lnTo>
                  <a:pt x="57150" y="7620"/>
                </a:lnTo>
                <a:lnTo>
                  <a:pt x="2552" y="7620"/>
                </a:lnTo>
                <a:lnTo>
                  <a:pt x="2552" y="8890"/>
                </a:lnTo>
                <a:lnTo>
                  <a:pt x="58432" y="8890"/>
                </a:lnTo>
                <a:lnTo>
                  <a:pt x="58432" y="6350"/>
                </a:lnTo>
                <a:close/>
              </a:path>
              <a:path w="73025" h="44450">
                <a:moveTo>
                  <a:pt x="59702" y="8890"/>
                </a:moveTo>
                <a:lnTo>
                  <a:pt x="58432" y="8890"/>
                </a:lnTo>
                <a:lnTo>
                  <a:pt x="58432" y="10160"/>
                </a:lnTo>
                <a:lnTo>
                  <a:pt x="3810" y="10160"/>
                </a:lnTo>
                <a:lnTo>
                  <a:pt x="3810" y="13970"/>
                </a:lnTo>
                <a:lnTo>
                  <a:pt x="5080" y="13970"/>
                </a:lnTo>
                <a:lnTo>
                  <a:pt x="5080" y="12700"/>
                </a:lnTo>
                <a:lnTo>
                  <a:pt x="59702" y="12700"/>
                </a:lnTo>
                <a:lnTo>
                  <a:pt x="59702" y="8890"/>
                </a:lnTo>
                <a:close/>
              </a:path>
              <a:path w="73025" h="44450">
                <a:moveTo>
                  <a:pt x="60960" y="12700"/>
                </a:moveTo>
                <a:lnTo>
                  <a:pt x="59702" y="12700"/>
                </a:lnTo>
                <a:lnTo>
                  <a:pt x="59702" y="13970"/>
                </a:lnTo>
                <a:lnTo>
                  <a:pt x="5080" y="13970"/>
                </a:lnTo>
                <a:lnTo>
                  <a:pt x="5080" y="15240"/>
                </a:lnTo>
                <a:lnTo>
                  <a:pt x="60960" y="15240"/>
                </a:lnTo>
                <a:lnTo>
                  <a:pt x="60960" y="12700"/>
                </a:lnTo>
                <a:close/>
              </a:path>
              <a:path w="73025" h="44450">
                <a:moveTo>
                  <a:pt x="62230" y="15240"/>
                </a:moveTo>
                <a:lnTo>
                  <a:pt x="60960" y="15240"/>
                </a:lnTo>
                <a:lnTo>
                  <a:pt x="60960" y="16510"/>
                </a:lnTo>
                <a:lnTo>
                  <a:pt x="6350" y="16510"/>
                </a:lnTo>
                <a:lnTo>
                  <a:pt x="6350" y="19050"/>
                </a:lnTo>
                <a:lnTo>
                  <a:pt x="62230" y="19050"/>
                </a:lnTo>
                <a:lnTo>
                  <a:pt x="62230" y="15240"/>
                </a:lnTo>
                <a:close/>
              </a:path>
              <a:path w="73025" h="44450">
                <a:moveTo>
                  <a:pt x="63500" y="19050"/>
                </a:moveTo>
                <a:lnTo>
                  <a:pt x="62230" y="19050"/>
                </a:lnTo>
                <a:lnTo>
                  <a:pt x="62230" y="20320"/>
                </a:lnTo>
                <a:lnTo>
                  <a:pt x="6350" y="20320"/>
                </a:lnTo>
                <a:lnTo>
                  <a:pt x="6350" y="21590"/>
                </a:lnTo>
                <a:lnTo>
                  <a:pt x="63500" y="21590"/>
                </a:lnTo>
                <a:lnTo>
                  <a:pt x="63500" y="19050"/>
                </a:lnTo>
                <a:close/>
              </a:path>
              <a:path w="73025" h="44450">
                <a:moveTo>
                  <a:pt x="64782" y="21590"/>
                </a:moveTo>
                <a:lnTo>
                  <a:pt x="63500" y="21590"/>
                </a:lnTo>
                <a:lnTo>
                  <a:pt x="63500" y="22860"/>
                </a:lnTo>
                <a:lnTo>
                  <a:pt x="7632" y="22860"/>
                </a:lnTo>
                <a:lnTo>
                  <a:pt x="7632" y="25400"/>
                </a:lnTo>
                <a:lnTo>
                  <a:pt x="64782" y="25400"/>
                </a:lnTo>
                <a:lnTo>
                  <a:pt x="64782" y="21590"/>
                </a:lnTo>
                <a:close/>
              </a:path>
              <a:path w="73025" h="44450">
                <a:moveTo>
                  <a:pt x="67310" y="29210"/>
                </a:moveTo>
                <a:lnTo>
                  <a:pt x="66052" y="29210"/>
                </a:lnTo>
                <a:lnTo>
                  <a:pt x="66052" y="25400"/>
                </a:lnTo>
                <a:lnTo>
                  <a:pt x="64782" y="25400"/>
                </a:lnTo>
                <a:lnTo>
                  <a:pt x="64782" y="26670"/>
                </a:lnTo>
                <a:lnTo>
                  <a:pt x="8902" y="26670"/>
                </a:lnTo>
                <a:lnTo>
                  <a:pt x="8902" y="29210"/>
                </a:lnTo>
                <a:lnTo>
                  <a:pt x="10160" y="29210"/>
                </a:lnTo>
                <a:lnTo>
                  <a:pt x="10160" y="33020"/>
                </a:lnTo>
                <a:lnTo>
                  <a:pt x="11430" y="33020"/>
                </a:lnTo>
                <a:lnTo>
                  <a:pt x="11430" y="31750"/>
                </a:lnTo>
                <a:lnTo>
                  <a:pt x="67310" y="31750"/>
                </a:lnTo>
                <a:lnTo>
                  <a:pt x="67310" y="29210"/>
                </a:lnTo>
                <a:close/>
              </a:path>
              <a:path w="73025" h="44450">
                <a:moveTo>
                  <a:pt x="68580" y="31750"/>
                </a:moveTo>
                <a:lnTo>
                  <a:pt x="67310" y="31750"/>
                </a:lnTo>
                <a:lnTo>
                  <a:pt x="67310" y="33020"/>
                </a:lnTo>
                <a:lnTo>
                  <a:pt x="11430" y="33020"/>
                </a:lnTo>
                <a:lnTo>
                  <a:pt x="11430" y="34290"/>
                </a:lnTo>
                <a:lnTo>
                  <a:pt x="68580" y="34290"/>
                </a:lnTo>
                <a:lnTo>
                  <a:pt x="68580" y="31750"/>
                </a:lnTo>
                <a:close/>
              </a:path>
              <a:path w="73025" h="44450">
                <a:moveTo>
                  <a:pt x="69850" y="34290"/>
                </a:moveTo>
                <a:lnTo>
                  <a:pt x="68580" y="34290"/>
                </a:lnTo>
                <a:lnTo>
                  <a:pt x="68580" y="35560"/>
                </a:lnTo>
                <a:lnTo>
                  <a:pt x="11430" y="35560"/>
                </a:lnTo>
                <a:lnTo>
                  <a:pt x="11430" y="38100"/>
                </a:lnTo>
                <a:lnTo>
                  <a:pt x="69850" y="38100"/>
                </a:lnTo>
                <a:lnTo>
                  <a:pt x="69850" y="34290"/>
                </a:lnTo>
                <a:close/>
              </a:path>
              <a:path w="73025" h="44450">
                <a:moveTo>
                  <a:pt x="71132" y="38100"/>
                </a:moveTo>
                <a:lnTo>
                  <a:pt x="69850" y="38100"/>
                </a:lnTo>
                <a:lnTo>
                  <a:pt x="69850" y="39370"/>
                </a:lnTo>
                <a:lnTo>
                  <a:pt x="12700" y="39370"/>
                </a:lnTo>
                <a:lnTo>
                  <a:pt x="12700" y="41910"/>
                </a:lnTo>
                <a:lnTo>
                  <a:pt x="13982" y="41910"/>
                </a:lnTo>
                <a:lnTo>
                  <a:pt x="13982" y="40640"/>
                </a:lnTo>
                <a:lnTo>
                  <a:pt x="71132" y="40640"/>
                </a:lnTo>
                <a:lnTo>
                  <a:pt x="71132" y="38100"/>
                </a:lnTo>
                <a:close/>
              </a:path>
              <a:path w="73025" h="44450">
                <a:moveTo>
                  <a:pt x="72402" y="41910"/>
                </a:moveTo>
                <a:lnTo>
                  <a:pt x="13982" y="41910"/>
                </a:lnTo>
                <a:lnTo>
                  <a:pt x="13982" y="44450"/>
                </a:lnTo>
                <a:lnTo>
                  <a:pt x="72402" y="44450"/>
                </a:lnTo>
                <a:lnTo>
                  <a:pt x="72402" y="41910"/>
                </a:lnTo>
                <a:close/>
              </a:path>
            </a:pathLst>
          </a:custGeom>
          <a:solidFill>
            <a:srgbClr val="AF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8263877" y="566419"/>
            <a:ext cx="129539" cy="44450"/>
          </a:xfrm>
          <a:custGeom>
            <a:avLst/>
            <a:gdLst/>
            <a:ahLst/>
            <a:cxnLst/>
            <a:rect l="l" t="t" r="r" b="b"/>
            <a:pathLst>
              <a:path w="129540" h="44450">
                <a:moveTo>
                  <a:pt x="97777" y="41910"/>
                </a:moveTo>
                <a:lnTo>
                  <a:pt x="0" y="41910"/>
                </a:lnTo>
                <a:lnTo>
                  <a:pt x="0" y="44450"/>
                </a:lnTo>
                <a:lnTo>
                  <a:pt x="97777" y="44450"/>
                </a:lnTo>
                <a:lnTo>
                  <a:pt x="97777" y="41910"/>
                </a:lnTo>
                <a:close/>
              </a:path>
              <a:path w="129540" h="44450">
                <a:moveTo>
                  <a:pt x="100330" y="39382"/>
                </a:moveTo>
                <a:lnTo>
                  <a:pt x="3797" y="39382"/>
                </a:lnTo>
                <a:lnTo>
                  <a:pt x="3797" y="38112"/>
                </a:lnTo>
                <a:lnTo>
                  <a:pt x="2527" y="38112"/>
                </a:lnTo>
                <a:lnTo>
                  <a:pt x="2527" y="39382"/>
                </a:lnTo>
                <a:lnTo>
                  <a:pt x="2527" y="40652"/>
                </a:lnTo>
                <a:lnTo>
                  <a:pt x="97777" y="40652"/>
                </a:lnTo>
                <a:lnTo>
                  <a:pt x="97777" y="41910"/>
                </a:lnTo>
                <a:lnTo>
                  <a:pt x="99047" y="41910"/>
                </a:lnTo>
                <a:lnTo>
                  <a:pt x="99047" y="40652"/>
                </a:lnTo>
                <a:lnTo>
                  <a:pt x="100330" y="40652"/>
                </a:lnTo>
                <a:lnTo>
                  <a:pt x="100330" y="39382"/>
                </a:lnTo>
                <a:close/>
              </a:path>
              <a:path w="129540" h="44450">
                <a:moveTo>
                  <a:pt x="101600" y="35560"/>
                </a:moveTo>
                <a:lnTo>
                  <a:pt x="5080" y="35560"/>
                </a:lnTo>
                <a:lnTo>
                  <a:pt x="5080" y="38100"/>
                </a:lnTo>
                <a:lnTo>
                  <a:pt x="101600" y="38100"/>
                </a:lnTo>
                <a:lnTo>
                  <a:pt x="101600" y="35560"/>
                </a:lnTo>
                <a:close/>
              </a:path>
              <a:path w="129540" h="44450">
                <a:moveTo>
                  <a:pt x="104127" y="33032"/>
                </a:moveTo>
                <a:lnTo>
                  <a:pt x="8877" y="33032"/>
                </a:lnTo>
                <a:lnTo>
                  <a:pt x="8877" y="31762"/>
                </a:lnTo>
                <a:lnTo>
                  <a:pt x="7594" y="31762"/>
                </a:lnTo>
                <a:lnTo>
                  <a:pt x="7594" y="33032"/>
                </a:lnTo>
                <a:lnTo>
                  <a:pt x="7594" y="34302"/>
                </a:lnTo>
                <a:lnTo>
                  <a:pt x="102844" y="34302"/>
                </a:lnTo>
                <a:lnTo>
                  <a:pt x="102844" y="35572"/>
                </a:lnTo>
                <a:lnTo>
                  <a:pt x="104127" y="35572"/>
                </a:lnTo>
                <a:lnTo>
                  <a:pt x="104127" y="34302"/>
                </a:lnTo>
                <a:lnTo>
                  <a:pt x="104127" y="33032"/>
                </a:lnTo>
                <a:close/>
              </a:path>
              <a:path w="129540" h="44450">
                <a:moveTo>
                  <a:pt x="109194" y="26682"/>
                </a:moveTo>
                <a:lnTo>
                  <a:pt x="13944" y="26682"/>
                </a:lnTo>
                <a:lnTo>
                  <a:pt x="13944" y="25412"/>
                </a:lnTo>
                <a:lnTo>
                  <a:pt x="12700" y="25412"/>
                </a:lnTo>
                <a:lnTo>
                  <a:pt x="12700" y="26682"/>
                </a:lnTo>
                <a:lnTo>
                  <a:pt x="12700" y="27940"/>
                </a:lnTo>
                <a:lnTo>
                  <a:pt x="11430" y="27940"/>
                </a:lnTo>
                <a:lnTo>
                  <a:pt x="11430" y="29210"/>
                </a:lnTo>
                <a:lnTo>
                  <a:pt x="10147" y="29210"/>
                </a:lnTo>
                <a:lnTo>
                  <a:pt x="10147" y="31750"/>
                </a:lnTo>
                <a:lnTo>
                  <a:pt x="104127" y="31750"/>
                </a:lnTo>
                <a:lnTo>
                  <a:pt x="104127" y="33020"/>
                </a:lnTo>
                <a:lnTo>
                  <a:pt x="105397" y="33020"/>
                </a:lnTo>
                <a:lnTo>
                  <a:pt x="105397" y="31750"/>
                </a:lnTo>
                <a:lnTo>
                  <a:pt x="106680" y="31750"/>
                </a:lnTo>
                <a:lnTo>
                  <a:pt x="106680" y="29210"/>
                </a:lnTo>
                <a:lnTo>
                  <a:pt x="107950" y="29210"/>
                </a:lnTo>
                <a:lnTo>
                  <a:pt x="107950" y="27952"/>
                </a:lnTo>
                <a:lnTo>
                  <a:pt x="109194" y="27952"/>
                </a:lnTo>
                <a:lnTo>
                  <a:pt x="109194" y="26682"/>
                </a:lnTo>
                <a:close/>
              </a:path>
              <a:path w="129540" h="44450">
                <a:moveTo>
                  <a:pt x="110477" y="22872"/>
                </a:moveTo>
                <a:lnTo>
                  <a:pt x="16497" y="22872"/>
                </a:lnTo>
                <a:lnTo>
                  <a:pt x="16497" y="21602"/>
                </a:lnTo>
                <a:lnTo>
                  <a:pt x="15227" y="21602"/>
                </a:lnTo>
                <a:lnTo>
                  <a:pt x="15227" y="22872"/>
                </a:lnTo>
                <a:lnTo>
                  <a:pt x="15227" y="25412"/>
                </a:lnTo>
                <a:lnTo>
                  <a:pt x="109194" y="25412"/>
                </a:lnTo>
                <a:lnTo>
                  <a:pt x="109194" y="26682"/>
                </a:lnTo>
                <a:lnTo>
                  <a:pt x="110477" y="26682"/>
                </a:lnTo>
                <a:lnTo>
                  <a:pt x="110477" y="25412"/>
                </a:lnTo>
                <a:lnTo>
                  <a:pt x="110477" y="22872"/>
                </a:lnTo>
                <a:close/>
              </a:path>
              <a:path w="129540" h="44450">
                <a:moveTo>
                  <a:pt x="114300" y="20332"/>
                </a:moveTo>
                <a:lnTo>
                  <a:pt x="19050" y="20332"/>
                </a:lnTo>
                <a:lnTo>
                  <a:pt x="19050" y="19062"/>
                </a:lnTo>
                <a:lnTo>
                  <a:pt x="17780" y="19062"/>
                </a:lnTo>
                <a:lnTo>
                  <a:pt x="17780" y="20332"/>
                </a:lnTo>
                <a:lnTo>
                  <a:pt x="17780" y="21602"/>
                </a:lnTo>
                <a:lnTo>
                  <a:pt x="111747" y="21602"/>
                </a:lnTo>
                <a:lnTo>
                  <a:pt x="111747" y="22860"/>
                </a:lnTo>
                <a:lnTo>
                  <a:pt x="113030" y="22860"/>
                </a:lnTo>
                <a:lnTo>
                  <a:pt x="113030" y="21602"/>
                </a:lnTo>
                <a:lnTo>
                  <a:pt x="114300" y="21602"/>
                </a:lnTo>
                <a:lnTo>
                  <a:pt x="114300" y="20332"/>
                </a:lnTo>
                <a:close/>
              </a:path>
              <a:path w="129540" h="44450">
                <a:moveTo>
                  <a:pt x="115544" y="16522"/>
                </a:moveTo>
                <a:lnTo>
                  <a:pt x="21577" y="16522"/>
                </a:lnTo>
                <a:lnTo>
                  <a:pt x="21577" y="15252"/>
                </a:lnTo>
                <a:lnTo>
                  <a:pt x="20294" y="15252"/>
                </a:lnTo>
                <a:lnTo>
                  <a:pt x="20294" y="16522"/>
                </a:lnTo>
                <a:lnTo>
                  <a:pt x="20294" y="19062"/>
                </a:lnTo>
                <a:lnTo>
                  <a:pt x="115544" y="19062"/>
                </a:lnTo>
                <a:lnTo>
                  <a:pt x="115544" y="16522"/>
                </a:lnTo>
                <a:close/>
              </a:path>
              <a:path w="129540" h="44450">
                <a:moveTo>
                  <a:pt x="118097" y="13982"/>
                </a:moveTo>
                <a:lnTo>
                  <a:pt x="24130" y="13982"/>
                </a:lnTo>
                <a:lnTo>
                  <a:pt x="24130" y="12712"/>
                </a:lnTo>
                <a:lnTo>
                  <a:pt x="22847" y="12712"/>
                </a:lnTo>
                <a:lnTo>
                  <a:pt x="22847" y="13982"/>
                </a:lnTo>
                <a:lnTo>
                  <a:pt x="22847" y="15252"/>
                </a:lnTo>
                <a:lnTo>
                  <a:pt x="116827" y="15252"/>
                </a:lnTo>
                <a:lnTo>
                  <a:pt x="116827" y="16522"/>
                </a:lnTo>
                <a:lnTo>
                  <a:pt x="118097" y="16522"/>
                </a:lnTo>
                <a:lnTo>
                  <a:pt x="118097" y="15252"/>
                </a:lnTo>
                <a:lnTo>
                  <a:pt x="118097" y="13982"/>
                </a:lnTo>
                <a:close/>
              </a:path>
              <a:path w="129540" h="44450">
                <a:moveTo>
                  <a:pt x="120650" y="10160"/>
                </a:moveTo>
                <a:lnTo>
                  <a:pt x="26644" y="10160"/>
                </a:lnTo>
                <a:lnTo>
                  <a:pt x="26644" y="8890"/>
                </a:lnTo>
                <a:lnTo>
                  <a:pt x="25400" y="8890"/>
                </a:lnTo>
                <a:lnTo>
                  <a:pt x="25400" y="10160"/>
                </a:lnTo>
                <a:lnTo>
                  <a:pt x="24130" y="10160"/>
                </a:lnTo>
                <a:lnTo>
                  <a:pt x="24130" y="12700"/>
                </a:lnTo>
                <a:lnTo>
                  <a:pt x="118097" y="12700"/>
                </a:lnTo>
                <a:lnTo>
                  <a:pt x="118097" y="13970"/>
                </a:lnTo>
                <a:lnTo>
                  <a:pt x="119380" y="13970"/>
                </a:lnTo>
                <a:lnTo>
                  <a:pt x="119380" y="12700"/>
                </a:lnTo>
                <a:lnTo>
                  <a:pt x="120650" y="12700"/>
                </a:lnTo>
                <a:lnTo>
                  <a:pt x="120650" y="10160"/>
                </a:lnTo>
                <a:close/>
              </a:path>
              <a:path w="129540" h="44450">
                <a:moveTo>
                  <a:pt x="123177" y="7632"/>
                </a:moveTo>
                <a:lnTo>
                  <a:pt x="29197" y="7632"/>
                </a:lnTo>
                <a:lnTo>
                  <a:pt x="29197" y="6362"/>
                </a:lnTo>
                <a:lnTo>
                  <a:pt x="27927" y="6362"/>
                </a:lnTo>
                <a:lnTo>
                  <a:pt x="27927" y="7632"/>
                </a:lnTo>
                <a:lnTo>
                  <a:pt x="27927" y="8902"/>
                </a:lnTo>
                <a:lnTo>
                  <a:pt x="123177" y="8902"/>
                </a:lnTo>
                <a:lnTo>
                  <a:pt x="123177" y="7632"/>
                </a:lnTo>
                <a:close/>
              </a:path>
              <a:path w="129540" h="44450">
                <a:moveTo>
                  <a:pt x="125730" y="3810"/>
                </a:moveTo>
                <a:lnTo>
                  <a:pt x="31750" y="3810"/>
                </a:lnTo>
                <a:lnTo>
                  <a:pt x="31750" y="2540"/>
                </a:lnTo>
                <a:lnTo>
                  <a:pt x="30480" y="2540"/>
                </a:lnTo>
                <a:lnTo>
                  <a:pt x="30480" y="3810"/>
                </a:lnTo>
                <a:lnTo>
                  <a:pt x="29197" y="3810"/>
                </a:lnTo>
                <a:lnTo>
                  <a:pt x="29197" y="6350"/>
                </a:lnTo>
                <a:lnTo>
                  <a:pt x="123177" y="6350"/>
                </a:lnTo>
                <a:lnTo>
                  <a:pt x="123177" y="7620"/>
                </a:lnTo>
                <a:lnTo>
                  <a:pt x="124447" y="7620"/>
                </a:lnTo>
                <a:lnTo>
                  <a:pt x="124447" y="6350"/>
                </a:lnTo>
                <a:lnTo>
                  <a:pt x="125730" y="6350"/>
                </a:lnTo>
                <a:lnTo>
                  <a:pt x="125730" y="3810"/>
                </a:lnTo>
                <a:close/>
              </a:path>
              <a:path w="129540" h="44450">
                <a:moveTo>
                  <a:pt x="128244" y="1282"/>
                </a:moveTo>
                <a:lnTo>
                  <a:pt x="34277" y="1282"/>
                </a:lnTo>
                <a:lnTo>
                  <a:pt x="34277" y="12"/>
                </a:lnTo>
                <a:lnTo>
                  <a:pt x="32994" y="12"/>
                </a:lnTo>
                <a:lnTo>
                  <a:pt x="32994" y="1282"/>
                </a:lnTo>
                <a:lnTo>
                  <a:pt x="32994" y="2552"/>
                </a:lnTo>
                <a:lnTo>
                  <a:pt x="128244" y="2552"/>
                </a:lnTo>
                <a:lnTo>
                  <a:pt x="128244" y="1282"/>
                </a:lnTo>
                <a:close/>
              </a:path>
              <a:path w="129540" h="44450">
                <a:moveTo>
                  <a:pt x="129527" y="0"/>
                </a:moveTo>
                <a:lnTo>
                  <a:pt x="128244" y="0"/>
                </a:lnTo>
                <a:lnTo>
                  <a:pt x="128244" y="1270"/>
                </a:lnTo>
                <a:lnTo>
                  <a:pt x="129527" y="1270"/>
                </a:lnTo>
                <a:lnTo>
                  <a:pt x="129527" y="0"/>
                </a:lnTo>
                <a:close/>
              </a:path>
            </a:pathLst>
          </a:custGeom>
          <a:solidFill>
            <a:srgbClr val="AF5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7049757" y="610869"/>
            <a:ext cx="76200" cy="43180"/>
          </a:xfrm>
          <a:custGeom>
            <a:avLst/>
            <a:gdLst/>
            <a:ahLst/>
            <a:cxnLst/>
            <a:rect l="l" t="t" r="r" b="b"/>
            <a:pathLst>
              <a:path w="76200" h="43179">
                <a:moveTo>
                  <a:pt x="1270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0"/>
                </a:lnTo>
                <a:close/>
              </a:path>
              <a:path w="76200" h="43179">
                <a:moveTo>
                  <a:pt x="59677" y="0"/>
                </a:moveTo>
                <a:lnTo>
                  <a:pt x="58420" y="0"/>
                </a:lnTo>
                <a:lnTo>
                  <a:pt x="58420" y="1270"/>
                </a:lnTo>
                <a:lnTo>
                  <a:pt x="1270" y="1270"/>
                </a:lnTo>
                <a:lnTo>
                  <a:pt x="1270" y="2540"/>
                </a:lnTo>
                <a:lnTo>
                  <a:pt x="59677" y="2540"/>
                </a:lnTo>
                <a:lnTo>
                  <a:pt x="59677" y="0"/>
                </a:lnTo>
                <a:close/>
              </a:path>
              <a:path w="76200" h="43179">
                <a:moveTo>
                  <a:pt x="60947" y="3810"/>
                </a:moveTo>
                <a:lnTo>
                  <a:pt x="2527" y="3810"/>
                </a:lnTo>
                <a:lnTo>
                  <a:pt x="2527" y="6350"/>
                </a:lnTo>
                <a:lnTo>
                  <a:pt x="60947" y="6350"/>
                </a:lnTo>
                <a:lnTo>
                  <a:pt x="60947" y="3810"/>
                </a:lnTo>
                <a:close/>
              </a:path>
              <a:path w="76200" h="43179">
                <a:moveTo>
                  <a:pt x="62217" y="6350"/>
                </a:moveTo>
                <a:lnTo>
                  <a:pt x="60947" y="6350"/>
                </a:lnTo>
                <a:lnTo>
                  <a:pt x="60947" y="7620"/>
                </a:lnTo>
                <a:lnTo>
                  <a:pt x="2527" y="7620"/>
                </a:lnTo>
                <a:lnTo>
                  <a:pt x="2527" y="8890"/>
                </a:lnTo>
                <a:lnTo>
                  <a:pt x="62217" y="8890"/>
                </a:lnTo>
                <a:lnTo>
                  <a:pt x="62217" y="6350"/>
                </a:lnTo>
                <a:close/>
              </a:path>
              <a:path w="76200" h="43179">
                <a:moveTo>
                  <a:pt x="64770" y="13970"/>
                </a:moveTo>
                <a:lnTo>
                  <a:pt x="63500" y="13970"/>
                </a:lnTo>
                <a:lnTo>
                  <a:pt x="63500" y="10160"/>
                </a:lnTo>
                <a:lnTo>
                  <a:pt x="3797" y="10160"/>
                </a:lnTo>
                <a:lnTo>
                  <a:pt x="3797" y="12700"/>
                </a:lnTo>
                <a:lnTo>
                  <a:pt x="5067" y="12700"/>
                </a:lnTo>
                <a:lnTo>
                  <a:pt x="5067" y="16510"/>
                </a:lnTo>
                <a:lnTo>
                  <a:pt x="6350" y="16510"/>
                </a:lnTo>
                <a:lnTo>
                  <a:pt x="6350" y="15240"/>
                </a:lnTo>
                <a:lnTo>
                  <a:pt x="64770" y="15240"/>
                </a:lnTo>
                <a:lnTo>
                  <a:pt x="64770" y="13970"/>
                </a:lnTo>
                <a:close/>
              </a:path>
              <a:path w="76200" h="43179">
                <a:moveTo>
                  <a:pt x="66027" y="16510"/>
                </a:moveTo>
                <a:lnTo>
                  <a:pt x="6350" y="16510"/>
                </a:lnTo>
                <a:lnTo>
                  <a:pt x="6350" y="19050"/>
                </a:lnTo>
                <a:lnTo>
                  <a:pt x="66027" y="19050"/>
                </a:lnTo>
                <a:lnTo>
                  <a:pt x="66027" y="16510"/>
                </a:lnTo>
                <a:close/>
              </a:path>
              <a:path w="76200" h="43179">
                <a:moveTo>
                  <a:pt x="67297" y="19050"/>
                </a:moveTo>
                <a:lnTo>
                  <a:pt x="66027" y="19050"/>
                </a:lnTo>
                <a:lnTo>
                  <a:pt x="66027" y="20320"/>
                </a:lnTo>
                <a:lnTo>
                  <a:pt x="6350" y="20320"/>
                </a:lnTo>
                <a:lnTo>
                  <a:pt x="6350" y="21590"/>
                </a:lnTo>
                <a:lnTo>
                  <a:pt x="67297" y="21590"/>
                </a:lnTo>
                <a:lnTo>
                  <a:pt x="67297" y="19050"/>
                </a:lnTo>
                <a:close/>
              </a:path>
              <a:path w="76200" h="43179">
                <a:moveTo>
                  <a:pt x="69824" y="26670"/>
                </a:moveTo>
                <a:lnTo>
                  <a:pt x="68567" y="26670"/>
                </a:lnTo>
                <a:lnTo>
                  <a:pt x="68567" y="22860"/>
                </a:lnTo>
                <a:lnTo>
                  <a:pt x="7620" y="22860"/>
                </a:lnTo>
                <a:lnTo>
                  <a:pt x="7620" y="25400"/>
                </a:lnTo>
                <a:lnTo>
                  <a:pt x="8877" y="25400"/>
                </a:lnTo>
                <a:lnTo>
                  <a:pt x="8877" y="29210"/>
                </a:lnTo>
                <a:lnTo>
                  <a:pt x="10147" y="29210"/>
                </a:lnTo>
                <a:lnTo>
                  <a:pt x="10147" y="27940"/>
                </a:lnTo>
                <a:lnTo>
                  <a:pt x="69824" y="27940"/>
                </a:lnTo>
                <a:lnTo>
                  <a:pt x="69824" y="26670"/>
                </a:lnTo>
                <a:close/>
              </a:path>
              <a:path w="76200" h="43179">
                <a:moveTo>
                  <a:pt x="71094" y="29210"/>
                </a:moveTo>
                <a:lnTo>
                  <a:pt x="10147" y="29210"/>
                </a:lnTo>
                <a:lnTo>
                  <a:pt x="10147" y="33020"/>
                </a:lnTo>
                <a:lnTo>
                  <a:pt x="11417" y="33020"/>
                </a:lnTo>
                <a:lnTo>
                  <a:pt x="11417" y="31750"/>
                </a:lnTo>
                <a:lnTo>
                  <a:pt x="71094" y="31750"/>
                </a:lnTo>
                <a:lnTo>
                  <a:pt x="71094" y="29210"/>
                </a:lnTo>
                <a:close/>
              </a:path>
              <a:path w="76200" h="43179">
                <a:moveTo>
                  <a:pt x="72377" y="31750"/>
                </a:moveTo>
                <a:lnTo>
                  <a:pt x="71094" y="31750"/>
                </a:lnTo>
                <a:lnTo>
                  <a:pt x="71094" y="33020"/>
                </a:lnTo>
                <a:lnTo>
                  <a:pt x="11417" y="33020"/>
                </a:lnTo>
                <a:lnTo>
                  <a:pt x="11417" y="34290"/>
                </a:lnTo>
                <a:lnTo>
                  <a:pt x="72377" y="34290"/>
                </a:lnTo>
                <a:lnTo>
                  <a:pt x="72377" y="31750"/>
                </a:lnTo>
                <a:close/>
              </a:path>
              <a:path w="76200" h="43179">
                <a:moveTo>
                  <a:pt x="73647" y="35560"/>
                </a:moveTo>
                <a:lnTo>
                  <a:pt x="12700" y="35560"/>
                </a:lnTo>
                <a:lnTo>
                  <a:pt x="12700" y="38100"/>
                </a:lnTo>
                <a:lnTo>
                  <a:pt x="73647" y="38100"/>
                </a:lnTo>
                <a:lnTo>
                  <a:pt x="73647" y="35560"/>
                </a:lnTo>
                <a:close/>
              </a:path>
              <a:path w="76200" h="43179">
                <a:moveTo>
                  <a:pt x="74917" y="38100"/>
                </a:moveTo>
                <a:lnTo>
                  <a:pt x="73647" y="38100"/>
                </a:lnTo>
                <a:lnTo>
                  <a:pt x="73647" y="39370"/>
                </a:lnTo>
                <a:lnTo>
                  <a:pt x="12700" y="39370"/>
                </a:lnTo>
                <a:lnTo>
                  <a:pt x="12700" y="40640"/>
                </a:lnTo>
                <a:lnTo>
                  <a:pt x="74917" y="40640"/>
                </a:lnTo>
                <a:lnTo>
                  <a:pt x="74917" y="38100"/>
                </a:lnTo>
                <a:close/>
              </a:path>
              <a:path w="76200" h="43179">
                <a:moveTo>
                  <a:pt x="76200" y="41910"/>
                </a:moveTo>
                <a:lnTo>
                  <a:pt x="13970" y="41910"/>
                </a:lnTo>
                <a:lnTo>
                  <a:pt x="13970" y="43180"/>
                </a:lnTo>
                <a:lnTo>
                  <a:pt x="76200" y="43180"/>
                </a:lnTo>
                <a:lnTo>
                  <a:pt x="76200" y="41910"/>
                </a:lnTo>
                <a:close/>
              </a:path>
            </a:pathLst>
          </a:custGeom>
          <a:solidFill>
            <a:srgbClr val="AE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8228304" y="610869"/>
            <a:ext cx="132080" cy="43815"/>
          </a:xfrm>
          <a:custGeom>
            <a:avLst/>
            <a:gdLst/>
            <a:ahLst/>
            <a:cxnLst/>
            <a:rect l="l" t="t" r="r" b="b"/>
            <a:pathLst>
              <a:path w="132079" h="43815">
                <a:moveTo>
                  <a:pt x="101600" y="41922"/>
                </a:moveTo>
                <a:lnTo>
                  <a:pt x="2552" y="41922"/>
                </a:lnTo>
                <a:lnTo>
                  <a:pt x="2552" y="40652"/>
                </a:lnTo>
                <a:lnTo>
                  <a:pt x="1270" y="40652"/>
                </a:lnTo>
                <a:lnTo>
                  <a:pt x="1270" y="41922"/>
                </a:lnTo>
                <a:lnTo>
                  <a:pt x="0" y="41922"/>
                </a:lnTo>
                <a:lnTo>
                  <a:pt x="0" y="43192"/>
                </a:lnTo>
                <a:lnTo>
                  <a:pt x="101600" y="43192"/>
                </a:lnTo>
                <a:lnTo>
                  <a:pt x="101600" y="41922"/>
                </a:lnTo>
                <a:close/>
              </a:path>
              <a:path w="132079" h="43815">
                <a:moveTo>
                  <a:pt x="104152" y="39382"/>
                </a:moveTo>
                <a:lnTo>
                  <a:pt x="3822" y="39382"/>
                </a:lnTo>
                <a:lnTo>
                  <a:pt x="3822" y="40652"/>
                </a:lnTo>
                <a:lnTo>
                  <a:pt x="102870" y="40652"/>
                </a:lnTo>
                <a:lnTo>
                  <a:pt x="102870" y="41922"/>
                </a:lnTo>
                <a:lnTo>
                  <a:pt x="104152" y="41922"/>
                </a:lnTo>
                <a:lnTo>
                  <a:pt x="104152" y="40652"/>
                </a:lnTo>
                <a:lnTo>
                  <a:pt x="104152" y="39382"/>
                </a:lnTo>
                <a:close/>
              </a:path>
              <a:path w="132079" h="43815">
                <a:moveTo>
                  <a:pt x="106667" y="35572"/>
                </a:moveTo>
                <a:lnTo>
                  <a:pt x="7620" y="35572"/>
                </a:lnTo>
                <a:lnTo>
                  <a:pt x="7620" y="34302"/>
                </a:lnTo>
                <a:lnTo>
                  <a:pt x="6350" y="34302"/>
                </a:lnTo>
                <a:lnTo>
                  <a:pt x="6350" y="35572"/>
                </a:lnTo>
                <a:lnTo>
                  <a:pt x="5067" y="35572"/>
                </a:lnTo>
                <a:lnTo>
                  <a:pt x="5067" y="38112"/>
                </a:lnTo>
                <a:lnTo>
                  <a:pt x="104152" y="38112"/>
                </a:lnTo>
                <a:lnTo>
                  <a:pt x="104152" y="39382"/>
                </a:lnTo>
                <a:lnTo>
                  <a:pt x="105422" y="39382"/>
                </a:lnTo>
                <a:lnTo>
                  <a:pt x="105422" y="38112"/>
                </a:lnTo>
                <a:lnTo>
                  <a:pt x="106667" y="38112"/>
                </a:lnTo>
                <a:lnTo>
                  <a:pt x="106667" y="35572"/>
                </a:lnTo>
                <a:close/>
              </a:path>
              <a:path w="132079" h="43815">
                <a:moveTo>
                  <a:pt x="109220" y="33032"/>
                </a:moveTo>
                <a:lnTo>
                  <a:pt x="8902" y="33032"/>
                </a:lnTo>
                <a:lnTo>
                  <a:pt x="8902" y="34302"/>
                </a:lnTo>
                <a:lnTo>
                  <a:pt x="106667" y="34302"/>
                </a:lnTo>
                <a:lnTo>
                  <a:pt x="106667" y="35572"/>
                </a:lnTo>
                <a:lnTo>
                  <a:pt x="107950" y="35572"/>
                </a:lnTo>
                <a:lnTo>
                  <a:pt x="107950" y="34302"/>
                </a:lnTo>
                <a:lnTo>
                  <a:pt x="109220" y="34302"/>
                </a:lnTo>
                <a:lnTo>
                  <a:pt x="109220" y="33032"/>
                </a:lnTo>
                <a:close/>
              </a:path>
              <a:path w="132079" h="43815">
                <a:moveTo>
                  <a:pt x="110502" y="29222"/>
                </a:moveTo>
                <a:lnTo>
                  <a:pt x="12700" y="29222"/>
                </a:lnTo>
                <a:lnTo>
                  <a:pt x="12700" y="27952"/>
                </a:lnTo>
                <a:lnTo>
                  <a:pt x="11417" y="27952"/>
                </a:lnTo>
                <a:lnTo>
                  <a:pt x="11417" y="29222"/>
                </a:lnTo>
                <a:lnTo>
                  <a:pt x="10172" y="29222"/>
                </a:lnTo>
                <a:lnTo>
                  <a:pt x="10172" y="31762"/>
                </a:lnTo>
                <a:lnTo>
                  <a:pt x="109220" y="31762"/>
                </a:lnTo>
                <a:lnTo>
                  <a:pt x="109220" y="33032"/>
                </a:lnTo>
                <a:lnTo>
                  <a:pt x="110502" y="33032"/>
                </a:lnTo>
                <a:lnTo>
                  <a:pt x="110502" y="31762"/>
                </a:lnTo>
                <a:lnTo>
                  <a:pt x="110502" y="29222"/>
                </a:lnTo>
                <a:close/>
              </a:path>
              <a:path w="132079" h="43815">
                <a:moveTo>
                  <a:pt x="115570" y="22872"/>
                </a:moveTo>
                <a:lnTo>
                  <a:pt x="17767" y="22872"/>
                </a:lnTo>
                <a:lnTo>
                  <a:pt x="17767" y="21602"/>
                </a:lnTo>
                <a:lnTo>
                  <a:pt x="16522" y="21602"/>
                </a:lnTo>
                <a:lnTo>
                  <a:pt x="16522" y="22872"/>
                </a:lnTo>
                <a:lnTo>
                  <a:pt x="15252" y="22872"/>
                </a:lnTo>
                <a:lnTo>
                  <a:pt x="15252" y="25412"/>
                </a:lnTo>
                <a:lnTo>
                  <a:pt x="13970" y="25412"/>
                </a:lnTo>
                <a:lnTo>
                  <a:pt x="13970" y="26682"/>
                </a:lnTo>
                <a:lnTo>
                  <a:pt x="12700" y="26682"/>
                </a:lnTo>
                <a:lnTo>
                  <a:pt x="12700" y="27952"/>
                </a:lnTo>
                <a:lnTo>
                  <a:pt x="111747" y="27952"/>
                </a:lnTo>
                <a:lnTo>
                  <a:pt x="111747" y="29222"/>
                </a:lnTo>
                <a:lnTo>
                  <a:pt x="113017" y="29222"/>
                </a:lnTo>
                <a:lnTo>
                  <a:pt x="113017" y="27952"/>
                </a:lnTo>
                <a:lnTo>
                  <a:pt x="113017" y="26682"/>
                </a:lnTo>
                <a:lnTo>
                  <a:pt x="114300" y="26682"/>
                </a:lnTo>
                <a:lnTo>
                  <a:pt x="114300" y="25412"/>
                </a:lnTo>
                <a:lnTo>
                  <a:pt x="115570" y="25412"/>
                </a:lnTo>
                <a:lnTo>
                  <a:pt x="115570" y="22872"/>
                </a:lnTo>
                <a:close/>
              </a:path>
              <a:path w="132079" h="43815">
                <a:moveTo>
                  <a:pt x="118097" y="20332"/>
                </a:moveTo>
                <a:lnTo>
                  <a:pt x="19050" y="20332"/>
                </a:lnTo>
                <a:lnTo>
                  <a:pt x="19050" y="19062"/>
                </a:lnTo>
                <a:lnTo>
                  <a:pt x="17767" y="19062"/>
                </a:lnTo>
                <a:lnTo>
                  <a:pt x="17767" y="20332"/>
                </a:lnTo>
                <a:lnTo>
                  <a:pt x="17767" y="21602"/>
                </a:lnTo>
                <a:lnTo>
                  <a:pt x="115570" y="21602"/>
                </a:lnTo>
                <a:lnTo>
                  <a:pt x="115570" y="22872"/>
                </a:lnTo>
                <a:lnTo>
                  <a:pt x="116827" y="22872"/>
                </a:lnTo>
                <a:lnTo>
                  <a:pt x="116827" y="21602"/>
                </a:lnTo>
                <a:lnTo>
                  <a:pt x="118097" y="21602"/>
                </a:lnTo>
                <a:lnTo>
                  <a:pt x="118097" y="20332"/>
                </a:lnTo>
                <a:close/>
              </a:path>
              <a:path w="132079" h="43815">
                <a:moveTo>
                  <a:pt x="119367" y="16522"/>
                </a:moveTo>
                <a:lnTo>
                  <a:pt x="22872" y="16522"/>
                </a:lnTo>
                <a:lnTo>
                  <a:pt x="22872" y="15252"/>
                </a:lnTo>
                <a:lnTo>
                  <a:pt x="21602" y="15252"/>
                </a:lnTo>
                <a:lnTo>
                  <a:pt x="21602" y="16522"/>
                </a:lnTo>
                <a:lnTo>
                  <a:pt x="20320" y="16522"/>
                </a:lnTo>
                <a:lnTo>
                  <a:pt x="20320" y="19062"/>
                </a:lnTo>
                <a:lnTo>
                  <a:pt x="118097" y="19062"/>
                </a:lnTo>
                <a:lnTo>
                  <a:pt x="118097" y="20332"/>
                </a:lnTo>
                <a:lnTo>
                  <a:pt x="119367" y="20332"/>
                </a:lnTo>
                <a:lnTo>
                  <a:pt x="119367" y="19062"/>
                </a:lnTo>
                <a:lnTo>
                  <a:pt x="119367" y="16522"/>
                </a:lnTo>
                <a:close/>
              </a:path>
              <a:path w="132079" h="43815">
                <a:moveTo>
                  <a:pt x="124460" y="10172"/>
                </a:moveTo>
                <a:lnTo>
                  <a:pt x="27952" y="10172"/>
                </a:lnTo>
                <a:lnTo>
                  <a:pt x="27952" y="8902"/>
                </a:lnTo>
                <a:lnTo>
                  <a:pt x="26670" y="8902"/>
                </a:lnTo>
                <a:lnTo>
                  <a:pt x="26670" y="10172"/>
                </a:lnTo>
                <a:lnTo>
                  <a:pt x="25400" y="10172"/>
                </a:lnTo>
                <a:lnTo>
                  <a:pt x="25400" y="12712"/>
                </a:lnTo>
                <a:lnTo>
                  <a:pt x="24117" y="12712"/>
                </a:lnTo>
                <a:lnTo>
                  <a:pt x="24117" y="13982"/>
                </a:lnTo>
                <a:lnTo>
                  <a:pt x="22872" y="13982"/>
                </a:lnTo>
                <a:lnTo>
                  <a:pt x="22872" y="15252"/>
                </a:lnTo>
                <a:lnTo>
                  <a:pt x="120650" y="15252"/>
                </a:lnTo>
                <a:lnTo>
                  <a:pt x="120650" y="16522"/>
                </a:lnTo>
                <a:lnTo>
                  <a:pt x="121920" y="16522"/>
                </a:lnTo>
                <a:lnTo>
                  <a:pt x="121920" y="15252"/>
                </a:lnTo>
                <a:lnTo>
                  <a:pt x="121920" y="13982"/>
                </a:lnTo>
                <a:lnTo>
                  <a:pt x="123177" y="13982"/>
                </a:lnTo>
                <a:lnTo>
                  <a:pt x="123177" y="12712"/>
                </a:lnTo>
                <a:lnTo>
                  <a:pt x="124460" y="12712"/>
                </a:lnTo>
                <a:lnTo>
                  <a:pt x="124460" y="10172"/>
                </a:lnTo>
                <a:close/>
              </a:path>
              <a:path w="132079" h="43815">
                <a:moveTo>
                  <a:pt x="127000" y="7632"/>
                </a:moveTo>
                <a:lnTo>
                  <a:pt x="29222" y="7632"/>
                </a:lnTo>
                <a:lnTo>
                  <a:pt x="29222" y="6362"/>
                </a:lnTo>
                <a:lnTo>
                  <a:pt x="27952" y="6362"/>
                </a:lnTo>
                <a:lnTo>
                  <a:pt x="27952" y="7632"/>
                </a:lnTo>
                <a:lnTo>
                  <a:pt x="27952" y="8902"/>
                </a:lnTo>
                <a:lnTo>
                  <a:pt x="124472" y="8902"/>
                </a:lnTo>
                <a:lnTo>
                  <a:pt x="124472" y="10172"/>
                </a:lnTo>
                <a:lnTo>
                  <a:pt x="125717" y="10172"/>
                </a:lnTo>
                <a:lnTo>
                  <a:pt x="125717" y="8902"/>
                </a:lnTo>
                <a:lnTo>
                  <a:pt x="127000" y="8902"/>
                </a:lnTo>
                <a:lnTo>
                  <a:pt x="127000" y="7632"/>
                </a:lnTo>
                <a:close/>
              </a:path>
              <a:path w="132079" h="43815">
                <a:moveTo>
                  <a:pt x="128270" y="3810"/>
                </a:moveTo>
                <a:lnTo>
                  <a:pt x="30467" y="3810"/>
                </a:lnTo>
                <a:lnTo>
                  <a:pt x="30467" y="6350"/>
                </a:lnTo>
                <a:lnTo>
                  <a:pt x="128270" y="6350"/>
                </a:lnTo>
                <a:lnTo>
                  <a:pt x="128270" y="3810"/>
                </a:lnTo>
                <a:close/>
              </a:path>
              <a:path w="132079" h="43815">
                <a:moveTo>
                  <a:pt x="130810" y="1282"/>
                </a:moveTo>
                <a:lnTo>
                  <a:pt x="34302" y="1282"/>
                </a:lnTo>
                <a:lnTo>
                  <a:pt x="34302" y="12"/>
                </a:lnTo>
                <a:lnTo>
                  <a:pt x="33020" y="12"/>
                </a:lnTo>
                <a:lnTo>
                  <a:pt x="33020" y="1282"/>
                </a:lnTo>
                <a:lnTo>
                  <a:pt x="33020" y="2552"/>
                </a:lnTo>
                <a:lnTo>
                  <a:pt x="129552" y="2552"/>
                </a:lnTo>
                <a:lnTo>
                  <a:pt x="129552" y="3822"/>
                </a:lnTo>
                <a:lnTo>
                  <a:pt x="130797" y="3822"/>
                </a:lnTo>
                <a:lnTo>
                  <a:pt x="130797" y="2552"/>
                </a:lnTo>
                <a:lnTo>
                  <a:pt x="130810" y="1282"/>
                </a:lnTo>
                <a:close/>
              </a:path>
              <a:path w="132079" h="43815">
                <a:moveTo>
                  <a:pt x="132067" y="0"/>
                </a:moveTo>
                <a:lnTo>
                  <a:pt x="130822" y="0"/>
                </a:lnTo>
                <a:lnTo>
                  <a:pt x="130822" y="1270"/>
                </a:lnTo>
                <a:lnTo>
                  <a:pt x="132067" y="1270"/>
                </a:lnTo>
                <a:lnTo>
                  <a:pt x="132067" y="0"/>
                </a:lnTo>
                <a:close/>
              </a:path>
            </a:pathLst>
          </a:custGeom>
          <a:solidFill>
            <a:srgbClr val="AE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7063727" y="654049"/>
            <a:ext cx="77470" cy="41910"/>
          </a:xfrm>
          <a:custGeom>
            <a:avLst/>
            <a:gdLst/>
            <a:ahLst/>
            <a:cxnLst/>
            <a:rect l="l" t="t" r="r" b="b"/>
            <a:pathLst>
              <a:path w="77470" h="41909">
                <a:moveTo>
                  <a:pt x="62204" y="2540"/>
                </a:moveTo>
                <a:lnTo>
                  <a:pt x="1257" y="2540"/>
                </a:lnTo>
                <a:lnTo>
                  <a:pt x="1257" y="3810"/>
                </a:lnTo>
                <a:lnTo>
                  <a:pt x="62204" y="3810"/>
                </a:lnTo>
                <a:lnTo>
                  <a:pt x="62204" y="2540"/>
                </a:lnTo>
                <a:close/>
              </a:path>
              <a:path w="77470" h="41909">
                <a:moveTo>
                  <a:pt x="62230" y="0"/>
                </a:moveTo>
                <a:lnTo>
                  <a:pt x="0" y="0"/>
                </a:lnTo>
                <a:lnTo>
                  <a:pt x="0" y="2540"/>
                </a:lnTo>
                <a:lnTo>
                  <a:pt x="1257" y="2540"/>
                </a:lnTo>
                <a:lnTo>
                  <a:pt x="1257" y="1270"/>
                </a:lnTo>
                <a:lnTo>
                  <a:pt x="62230" y="1270"/>
                </a:lnTo>
                <a:lnTo>
                  <a:pt x="62230" y="0"/>
                </a:lnTo>
                <a:close/>
              </a:path>
              <a:path w="77470" h="41909">
                <a:moveTo>
                  <a:pt x="64757" y="8890"/>
                </a:moveTo>
                <a:lnTo>
                  <a:pt x="2527" y="8890"/>
                </a:lnTo>
                <a:lnTo>
                  <a:pt x="2527" y="10160"/>
                </a:lnTo>
                <a:lnTo>
                  <a:pt x="64757" y="10160"/>
                </a:lnTo>
                <a:lnTo>
                  <a:pt x="64757" y="8890"/>
                </a:lnTo>
                <a:close/>
              </a:path>
              <a:path w="77470" h="41909">
                <a:moveTo>
                  <a:pt x="64757" y="5080"/>
                </a:moveTo>
                <a:lnTo>
                  <a:pt x="2527" y="5080"/>
                </a:lnTo>
                <a:lnTo>
                  <a:pt x="2527" y="7620"/>
                </a:lnTo>
                <a:lnTo>
                  <a:pt x="64757" y="7620"/>
                </a:lnTo>
                <a:lnTo>
                  <a:pt x="64757" y="5080"/>
                </a:lnTo>
                <a:close/>
              </a:path>
              <a:path w="77470" h="41909">
                <a:moveTo>
                  <a:pt x="67297" y="15240"/>
                </a:moveTo>
                <a:lnTo>
                  <a:pt x="5080" y="15240"/>
                </a:lnTo>
                <a:lnTo>
                  <a:pt x="5080" y="17780"/>
                </a:lnTo>
                <a:lnTo>
                  <a:pt x="6350" y="17780"/>
                </a:lnTo>
                <a:lnTo>
                  <a:pt x="6350" y="16510"/>
                </a:lnTo>
                <a:lnTo>
                  <a:pt x="67297" y="16510"/>
                </a:lnTo>
                <a:lnTo>
                  <a:pt x="67297" y="15240"/>
                </a:lnTo>
                <a:close/>
              </a:path>
              <a:path w="77470" h="41909">
                <a:moveTo>
                  <a:pt x="67297" y="11430"/>
                </a:moveTo>
                <a:lnTo>
                  <a:pt x="3797" y="11430"/>
                </a:lnTo>
                <a:lnTo>
                  <a:pt x="3797" y="13970"/>
                </a:lnTo>
                <a:lnTo>
                  <a:pt x="67297" y="13970"/>
                </a:lnTo>
                <a:lnTo>
                  <a:pt x="67297" y="11430"/>
                </a:lnTo>
                <a:close/>
              </a:path>
              <a:path w="77470" h="41909">
                <a:moveTo>
                  <a:pt x="69824" y="21590"/>
                </a:moveTo>
                <a:lnTo>
                  <a:pt x="7607" y="21590"/>
                </a:lnTo>
                <a:lnTo>
                  <a:pt x="7607" y="22860"/>
                </a:lnTo>
                <a:lnTo>
                  <a:pt x="69824" y="22860"/>
                </a:lnTo>
                <a:lnTo>
                  <a:pt x="69824" y="21590"/>
                </a:lnTo>
                <a:close/>
              </a:path>
              <a:path w="77470" h="41909">
                <a:moveTo>
                  <a:pt x="69850" y="17780"/>
                </a:moveTo>
                <a:lnTo>
                  <a:pt x="6350" y="17780"/>
                </a:lnTo>
                <a:lnTo>
                  <a:pt x="6350" y="21590"/>
                </a:lnTo>
                <a:lnTo>
                  <a:pt x="7607" y="21590"/>
                </a:lnTo>
                <a:lnTo>
                  <a:pt x="7607" y="20320"/>
                </a:lnTo>
                <a:lnTo>
                  <a:pt x="69850" y="20320"/>
                </a:lnTo>
                <a:lnTo>
                  <a:pt x="69850" y="17780"/>
                </a:lnTo>
                <a:close/>
              </a:path>
              <a:path w="77470" h="41909">
                <a:moveTo>
                  <a:pt x="72377" y="27940"/>
                </a:moveTo>
                <a:lnTo>
                  <a:pt x="8877" y="27940"/>
                </a:lnTo>
                <a:lnTo>
                  <a:pt x="8877" y="30480"/>
                </a:lnTo>
                <a:lnTo>
                  <a:pt x="10147" y="30480"/>
                </a:lnTo>
                <a:lnTo>
                  <a:pt x="10147" y="29210"/>
                </a:lnTo>
                <a:lnTo>
                  <a:pt x="72377" y="29210"/>
                </a:lnTo>
                <a:lnTo>
                  <a:pt x="72377" y="27940"/>
                </a:lnTo>
                <a:close/>
              </a:path>
              <a:path w="77470" h="41909">
                <a:moveTo>
                  <a:pt x="72377" y="24130"/>
                </a:moveTo>
                <a:lnTo>
                  <a:pt x="7607" y="24130"/>
                </a:lnTo>
                <a:lnTo>
                  <a:pt x="7607" y="26670"/>
                </a:lnTo>
                <a:lnTo>
                  <a:pt x="72377" y="26670"/>
                </a:lnTo>
                <a:lnTo>
                  <a:pt x="72377" y="24130"/>
                </a:lnTo>
                <a:close/>
              </a:path>
              <a:path w="77470" h="41909">
                <a:moveTo>
                  <a:pt x="74930" y="34290"/>
                </a:moveTo>
                <a:lnTo>
                  <a:pt x="11430" y="34290"/>
                </a:lnTo>
                <a:lnTo>
                  <a:pt x="11430" y="35560"/>
                </a:lnTo>
                <a:lnTo>
                  <a:pt x="74930" y="35560"/>
                </a:lnTo>
                <a:lnTo>
                  <a:pt x="74930" y="34290"/>
                </a:lnTo>
                <a:close/>
              </a:path>
              <a:path w="77470" h="41909">
                <a:moveTo>
                  <a:pt x="74930" y="30480"/>
                </a:moveTo>
                <a:lnTo>
                  <a:pt x="10147" y="30480"/>
                </a:lnTo>
                <a:lnTo>
                  <a:pt x="10147" y="34290"/>
                </a:lnTo>
                <a:lnTo>
                  <a:pt x="11430" y="34290"/>
                </a:lnTo>
                <a:lnTo>
                  <a:pt x="11430" y="33020"/>
                </a:lnTo>
                <a:lnTo>
                  <a:pt x="74930" y="33020"/>
                </a:lnTo>
                <a:lnTo>
                  <a:pt x="74930" y="30480"/>
                </a:lnTo>
                <a:close/>
              </a:path>
              <a:path w="77470" h="41909">
                <a:moveTo>
                  <a:pt x="77457" y="40640"/>
                </a:moveTo>
                <a:lnTo>
                  <a:pt x="12700" y="40640"/>
                </a:lnTo>
                <a:lnTo>
                  <a:pt x="12700" y="41910"/>
                </a:lnTo>
                <a:lnTo>
                  <a:pt x="77457" y="41910"/>
                </a:lnTo>
                <a:lnTo>
                  <a:pt x="77457" y="40640"/>
                </a:lnTo>
                <a:close/>
              </a:path>
              <a:path w="77470" h="41909">
                <a:moveTo>
                  <a:pt x="77457" y="36830"/>
                </a:moveTo>
                <a:lnTo>
                  <a:pt x="12700" y="36830"/>
                </a:lnTo>
                <a:lnTo>
                  <a:pt x="12700" y="39370"/>
                </a:lnTo>
                <a:lnTo>
                  <a:pt x="77457" y="39370"/>
                </a:lnTo>
                <a:lnTo>
                  <a:pt x="77457" y="36830"/>
                </a:lnTo>
                <a:close/>
              </a:path>
            </a:pathLst>
          </a:custGeom>
          <a:solidFill>
            <a:srgbClr val="AE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8194027" y="654062"/>
            <a:ext cx="135890" cy="43180"/>
          </a:xfrm>
          <a:custGeom>
            <a:avLst/>
            <a:gdLst/>
            <a:ahLst/>
            <a:cxnLst/>
            <a:rect l="l" t="t" r="r" b="b"/>
            <a:pathLst>
              <a:path w="135890" h="43179">
                <a:moveTo>
                  <a:pt x="1244" y="41897"/>
                </a:moveTo>
                <a:lnTo>
                  <a:pt x="0" y="41897"/>
                </a:lnTo>
                <a:lnTo>
                  <a:pt x="0" y="43167"/>
                </a:lnTo>
                <a:lnTo>
                  <a:pt x="1244" y="43167"/>
                </a:lnTo>
                <a:lnTo>
                  <a:pt x="1244" y="41897"/>
                </a:lnTo>
                <a:close/>
              </a:path>
              <a:path w="135890" h="43179">
                <a:moveTo>
                  <a:pt x="107924" y="40640"/>
                </a:moveTo>
                <a:lnTo>
                  <a:pt x="3797" y="40640"/>
                </a:lnTo>
                <a:lnTo>
                  <a:pt x="3797" y="39370"/>
                </a:lnTo>
                <a:lnTo>
                  <a:pt x="2527" y="39370"/>
                </a:lnTo>
                <a:lnTo>
                  <a:pt x="2527" y="40640"/>
                </a:lnTo>
                <a:lnTo>
                  <a:pt x="2527" y="41910"/>
                </a:lnTo>
                <a:lnTo>
                  <a:pt x="107924" y="41910"/>
                </a:lnTo>
                <a:lnTo>
                  <a:pt x="107924" y="40640"/>
                </a:lnTo>
                <a:close/>
              </a:path>
              <a:path w="135890" h="43179">
                <a:moveTo>
                  <a:pt x="109194" y="36830"/>
                </a:moveTo>
                <a:lnTo>
                  <a:pt x="6350" y="36830"/>
                </a:lnTo>
                <a:lnTo>
                  <a:pt x="6350" y="35560"/>
                </a:lnTo>
                <a:lnTo>
                  <a:pt x="5080" y="35560"/>
                </a:lnTo>
                <a:lnTo>
                  <a:pt x="5080" y="36830"/>
                </a:lnTo>
                <a:lnTo>
                  <a:pt x="5080" y="39370"/>
                </a:lnTo>
                <a:lnTo>
                  <a:pt x="107924" y="39370"/>
                </a:lnTo>
                <a:lnTo>
                  <a:pt x="107924" y="40640"/>
                </a:lnTo>
                <a:lnTo>
                  <a:pt x="109194" y="40640"/>
                </a:lnTo>
                <a:lnTo>
                  <a:pt x="109194" y="39370"/>
                </a:lnTo>
                <a:lnTo>
                  <a:pt x="109194" y="36830"/>
                </a:lnTo>
                <a:close/>
              </a:path>
              <a:path w="135890" h="43179">
                <a:moveTo>
                  <a:pt x="113004" y="34290"/>
                </a:moveTo>
                <a:lnTo>
                  <a:pt x="8877" y="34290"/>
                </a:lnTo>
                <a:lnTo>
                  <a:pt x="8877" y="33020"/>
                </a:lnTo>
                <a:lnTo>
                  <a:pt x="7594" y="33020"/>
                </a:lnTo>
                <a:lnTo>
                  <a:pt x="7594" y="34290"/>
                </a:lnTo>
                <a:lnTo>
                  <a:pt x="7594" y="35560"/>
                </a:lnTo>
                <a:lnTo>
                  <a:pt x="110477" y="35560"/>
                </a:lnTo>
                <a:lnTo>
                  <a:pt x="110477" y="36830"/>
                </a:lnTo>
                <a:lnTo>
                  <a:pt x="111747" y="36830"/>
                </a:lnTo>
                <a:lnTo>
                  <a:pt x="111747" y="35560"/>
                </a:lnTo>
                <a:lnTo>
                  <a:pt x="113004" y="35560"/>
                </a:lnTo>
                <a:lnTo>
                  <a:pt x="113004" y="34290"/>
                </a:lnTo>
                <a:close/>
              </a:path>
              <a:path w="135890" h="43179">
                <a:moveTo>
                  <a:pt x="114300" y="30480"/>
                </a:moveTo>
                <a:lnTo>
                  <a:pt x="11430" y="30480"/>
                </a:lnTo>
                <a:lnTo>
                  <a:pt x="11430" y="29210"/>
                </a:lnTo>
                <a:lnTo>
                  <a:pt x="10147" y="29210"/>
                </a:lnTo>
                <a:lnTo>
                  <a:pt x="10147" y="30480"/>
                </a:lnTo>
                <a:lnTo>
                  <a:pt x="10147" y="33020"/>
                </a:lnTo>
                <a:lnTo>
                  <a:pt x="114300" y="33020"/>
                </a:lnTo>
                <a:lnTo>
                  <a:pt x="114300" y="30480"/>
                </a:lnTo>
                <a:close/>
              </a:path>
              <a:path w="135890" h="43179">
                <a:moveTo>
                  <a:pt x="116827" y="27940"/>
                </a:moveTo>
                <a:lnTo>
                  <a:pt x="13944" y="27940"/>
                </a:lnTo>
                <a:lnTo>
                  <a:pt x="13944" y="26670"/>
                </a:lnTo>
                <a:lnTo>
                  <a:pt x="12700" y="26670"/>
                </a:lnTo>
                <a:lnTo>
                  <a:pt x="12700" y="27940"/>
                </a:lnTo>
                <a:lnTo>
                  <a:pt x="12700" y="29210"/>
                </a:lnTo>
                <a:lnTo>
                  <a:pt x="116827" y="29210"/>
                </a:lnTo>
                <a:lnTo>
                  <a:pt x="116827" y="27940"/>
                </a:lnTo>
                <a:close/>
              </a:path>
              <a:path w="135890" h="43179">
                <a:moveTo>
                  <a:pt x="118097" y="24130"/>
                </a:moveTo>
                <a:lnTo>
                  <a:pt x="16497" y="24130"/>
                </a:lnTo>
                <a:lnTo>
                  <a:pt x="16497" y="22860"/>
                </a:lnTo>
                <a:lnTo>
                  <a:pt x="15227" y="22860"/>
                </a:lnTo>
                <a:lnTo>
                  <a:pt x="15227" y="24130"/>
                </a:lnTo>
                <a:lnTo>
                  <a:pt x="15227" y="26670"/>
                </a:lnTo>
                <a:lnTo>
                  <a:pt x="116827" y="26670"/>
                </a:lnTo>
                <a:lnTo>
                  <a:pt x="116827" y="27940"/>
                </a:lnTo>
                <a:lnTo>
                  <a:pt x="118097" y="27940"/>
                </a:lnTo>
                <a:lnTo>
                  <a:pt x="118097" y="26670"/>
                </a:lnTo>
                <a:lnTo>
                  <a:pt x="118097" y="24130"/>
                </a:lnTo>
                <a:close/>
              </a:path>
              <a:path w="135890" h="43179">
                <a:moveTo>
                  <a:pt x="120650" y="21590"/>
                </a:moveTo>
                <a:lnTo>
                  <a:pt x="19050" y="21590"/>
                </a:lnTo>
                <a:lnTo>
                  <a:pt x="19050" y="20320"/>
                </a:lnTo>
                <a:lnTo>
                  <a:pt x="17780" y="20320"/>
                </a:lnTo>
                <a:lnTo>
                  <a:pt x="17780" y="21590"/>
                </a:lnTo>
                <a:lnTo>
                  <a:pt x="17780" y="22860"/>
                </a:lnTo>
                <a:lnTo>
                  <a:pt x="119380" y="22860"/>
                </a:lnTo>
                <a:lnTo>
                  <a:pt x="119380" y="24130"/>
                </a:lnTo>
                <a:lnTo>
                  <a:pt x="120650" y="24130"/>
                </a:lnTo>
                <a:lnTo>
                  <a:pt x="120650" y="22860"/>
                </a:lnTo>
                <a:lnTo>
                  <a:pt x="120650" y="21590"/>
                </a:lnTo>
                <a:close/>
              </a:path>
              <a:path w="135890" h="43179">
                <a:moveTo>
                  <a:pt x="123177" y="17780"/>
                </a:moveTo>
                <a:lnTo>
                  <a:pt x="21577" y="17780"/>
                </a:lnTo>
                <a:lnTo>
                  <a:pt x="21577" y="16510"/>
                </a:lnTo>
                <a:lnTo>
                  <a:pt x="20294" y="16510"/>
                </a:lnTo>
                <a:lnTo>
                  <a:pt x="20294" y="17780"/>
                </a:lnTo>
                <a:lnTo>
                  <a:pt x="19050" y="17780"/>
                </a:lnTo>
                <a:lnTo>
                  <a:pt x="19050" y="20320"/>
                </a:lnTo>
                <a:lnTo>
                  <a:pt x="120650" y="20320"/>
                </a:lnTo>
                <a:lnTo>
                  <a:pt x="120650" y="21590"/>
                </a:lnTo>
                <a:lnTo>
                  <a:pt x="121894" y="21590"/>
                </a:lnTo>
                <a:lnTo>
                  <a:pt x="121894" y="20320"/>
                </a:lnTo>
                <a:lnTo>
                  <a:pt x="123177" y="20320"/>
                </a:lnTo>
                <a:lnTo>
                  <a:pt x="123177" y="17780"/>
                </a:lnTo>
                <a:close/>
              </a:path>
              <a:path w="135890" h="43179">
                <a:moveTo>
                  <a:pt x="125730" y="15240"/>
                </a:moveTo>
                <a:lnTo>
                  <a:pt x="24130" y="15240"/>
                </a:lnTo>
                <a:lnTo>
                  <a:pt x="24130" y="13970"/>
                </a:lnTo>
                <a:lnTo>
                  <a:pt x="22847" y="13970"/>
                </a:lnTo>
                <a:lnTo>
                  <a:pt x="22847" y="15240"/>
                </a:lnTo>
                <a:lnTo>
                  <a:pt x="22847" y="16510"/>
                </a:lnTo>
                <a:lnTo>
                  <a:pt x="125730" y="16510"/>
                </a:lnTo>
                <a:lnTo>
                  <a:pt x="125730" y="15240"/>
                </a:lnTo>
                <a:close/>
              </a:path>
              <a:path w="135890" h="43179">
                <a:moveTo>
                  <a:pt x="127000" y="11430"/>
                </a:moveTo>
                <a:lnTo>
                  <a:pt x="26644" y="11430"/>
                </a:lnTo>
                <a:lnTo>
                  <a:pt x="26644" y="10160"/>
                </a:lnTo>
                <a:lnTo>
                  <a:pt x="25400" y="10160"/>
                </a:lnTo>
                <a:lnTo>
                  <a:pt x="25400" y="11430"/>
                </a:lnTo>
                <a:lnTo>
                  <a:pt x="24130" y="11430"/>
                </a:lnTo>
                <a:lnTo>
                  <a:pt x="24130" y="13970"/>
                </a:lnTo>
                <a:lnTo>
                  <a:pt x="125730" y="13970"/>
                </a:lnTo>
                <a:lnTo>
                  <a:pt x="125730" y="15240"/>
                </a:lnTo>
                <a:lnTo>
                  <a:pt x="127000" y="15240"/>
                </a:lnTo>
                <a:lnTo>
                  <a:pt x="127000" y="13970"/>
                </a:lnTo>
                <a:lnTo>
                  <a:pt x="127000" y="11430"/>
                </a:lnTo>
                <a:close/>
              </a:path>
              <a:path w="135890" h="43179">
                <a:moveTo>
                  <a:pt x="129527" y="8890"/>
                </a:moveTo>
                <a:lnTo>
                  <a:pt x="29197" y="8890"/>
                </a:lnTo>
                <a:lnTo>
                  <a:pt x="29197" y="7620"/>
                </a:lnTo>
                <a:lnTo>
                  <a:pt x="27927" y="7620"/>
                </a:lnTo>
                <a:lnTo>
                  <a:pt x="27927" y="8890"/>
                </a:lnTo>
                <a:lnTo>
                  <a:pt x="27927" y="10160"/>
                </a:lnTo>
                <a:lnTo>
                  <a:pt x="128244" y="10160"/>
                </a:lnTo>
                <a:lnTo>
                  <a:pt x="128244" y="11430"/>
                </a:lnTo>
                <a:lnTo>
                  <a:pt x="129527" y="11430"/>
                </a:lnTo>
                <a:lnTo>
                  <a:pt x="129527" y="10160"/>
                </a:lnTo>
                <a:lnTo>
                  <a:pt x="129527" y="8890"/>
                </a:lnTo>
                <a:close/>
              </a:path>
              <a:path w="135890" h="43179">
                <a:moveTo>
                  <a:pt x="132080" y="5080"/>
                </a:moveTo>
                <a:lnTo>
                  <a:pt x="31750" y="5080"/>
                </a:lnTo>
                <a:lnTo>
                  <a:pt x="31750" y="3810"/>
                </a:lnTo>
                <a:lnTo>
                  <a:pt x="30480" y="3810"/>
                </a:lnTo>
                <a:lnTo>
                  <a:pt x="30480" y="5080"/>
                </a:lnTo>
                <a:lnTo>
                  <a:pt x="29197" y="5080"/>
                </a:lnTo>
                <a:lnTo>
                  <a:pt x="29197" y="7620"/>
                </a:lnTo>
                <a:lnTo>
                  <a:pt x="129527" y="7620"/>
                </a:lnTo>
                <a:lnTo>
                  <a:pt x="129527" y="8890"/>
                </a:lnTo>
                <a:lnTo>
                  <a:pt x="130797" y="8890"/>
                </a:lnTo>
                <a:lnTo>
                  <a:pt x="130797" y="7620"/>
                </a:lnTo>
                <a:lnTo>
                  <a:pt x="132080" y="7620"/>
                </a:lnTo>
                <a:lnTo>
                  <a:pt x="132080" y="5080"/>
                </a:lnTo>
                <a:close/>
              </a:path>
              <a:path w="135890" h="43179">
                <a:moveTo>
                  <a:pt x="135877" y="0"/>
                </a:moveTo>
                <a:lnTo>
                  <a:pt x="34277" y="0"/>
                </a:lnTo>
                <a:lnTo>
                  <a:pt x="34277" y="1270"/>
                </a:lnTo>
                <a:lnTo>
                  <a:pt x="134594" y="1270"/>
                </a:lnTo>
                <a:lnTo>
                  <a:pt x="134594" y="2527"/>
                </a:lnTo>
                <a:lnTo>
                  <a:pt x="32994" y="2527"/>
                </a:lnTo>
                <a:lnTo>
                  <a:pt x="32994" y="3797"/>
                </a:lnTo>
                <a:lnTo>
                  <a:pt x="134594" y="3797"/>
                </a:lnTo>
                <a:lnTo>
                  <a:pt x="134594" y="2540"/>
                </a:lnTo>
                <a:lnTo>
                  <a:pt x="135877" y="2540"/>
                </a:lnTo>
                <a:lnTo>
                  <a:pt x="135877" y="1270"/>
                </a:lnTo>
                <a:lnTo>
                  <a:pt x="135877" y="0"/>
                </a:lnTo>
                <a:close/>
              </a:path>
            </a:pathLst>
          </a:custGeom>
          <a:solidFill>
            <a:srgbClr val="AE5B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7077685" y="697229"/>
            <a:ext cx="81280" cy="43180"/>
          </a:xfrm>
          <a:custGeom>
            <a:avLst/>
            <a:gdLst/>
            <a:ahLst/>
            <a:cxnLst/>
            <a:rect l="l" t="t" r="r" b="b"/>
            <a:pathLst>
              <a:path w="81279" h="43179">
                <a:moveTo>
                  <a:pt x="66040" y="3810"/>
                </a:moveTo>
                <a:lnTo>
                  <a:pt x="1270" y="3810"/>
                </a:lnTo>
                <a:lnTo>
                  <a:pt x="1270" y="6350"/>
                </a:lnTo>
                <a:lnTo>
                  <a:pt x="2540" y="6350"/>
                </a:lnTo>
                <a:lnTo>
                  <a:pt x="2540" y="5080"/>
                </a:lnTo>
                <a:lnTo>
                  <a:pt x="66040" y="5080"/>
                </a:lnTo>
                <a:lnTo>
                  <a:pt x="66040" y="3810"/>
                </a:lnTo>
                <a:close/>
              </a:path>
              <a:path w="81279" h="43179">
                <a:moveTo>
                  <a:pt x="66040" y="0"/>
                </a:moveTo>
                <a:lnTo>
                  <a:pt x="0" y="0"/>
                </a:lnTo>
                <a:lnTo>
                  <a:pt x="0" y="2540"/>
                </a:lnTo>
                <a:lnTo>
                  <a:pt x="66040" y="2540"/>
                </a:lnTo>
                <a:lnTo>
                  <a:pt x="66040" y="0"/>
                </a:lnTo>
                <a:close/>
              </a:path>
              <a:path w="81279" h="43179">
                <a:moveTo>
                  <a:pt x="67322" y="6350"/>
                </a:moveTo>
                <a:lnTo>
                  <a:pt x="2540" y="6350"/>
                </a:lnTo>
                <a:lnTo>
                  <a:pt x="2540" y="8890"/>
                </a:lnTo>
                <a:lnTo>
                  <a:pt x="67322" y="8890"/>
                </a:lnTo>
                <a:lnTo>
                  <a:pt x="67322" y="6350"/>
                </a:lnTo>
                <a:close/>
              </a:path>
              <a:path w="81279" h="43179">
                <a:moveTo>
                  <a:pt x="69850" y="11430"/>
                </a:moveTo>
                <a:lnTo>
                  <a:pt x="68592" y="11430"/>
                </a:lnTo>
                <a:lnTo>
                  <a:pt x="68592" y="10160"/>
                </a:lnTo>
                <a:lnTo>
                  <a:pt x="2540" y="10160"/>
                </a:lnTo>
                <a:lnTo>
                  <a:pt x="2540" y="11430"/>
                </a:lnTo>
                <a:lnTo>
                  <a:pt x="3822" y="11430"/>
                </a:lnTo>
                <a:lnTo>
                  <a:pt x="3822" y="15240"/>
                </a:lnTo>
                <a:lnTo>
                  <a:pt x="69850" y="15240"/>
                </a:lnTo>
                <a:lnTo>
                  <a:pt x="69850" y="11430"/>
                </a:lnTo>
                <a:close/>
              </a:path>
              <a:path w="81279" h="43179">
                <a:moveTo>
                  <a:pt x="71120" y="16510"/>
                </a:moveTo>
                <a:lnTo>
                  <a:pt x="5092" y="16510"/>
                </a:lnTo>
                <a:lnTo>
                  <a:pt x="5092" y="19050"/>
                </a:lnTo>
                <a:lnTo>
                  <a:pt x="6350" y="19050"/>
                </a:lnTo>
                <a:lnTo>
                  <a:pt x="6350" y="17780"/>
                </a:lnTo>
                <a:lnTo>
                  <a:pt x="71120" y="17780"/>
                </a:lnTo>
                <a:lnTo>
                  <a:pt x="71120" y="16510"/>
                </a:lnTo>
                <a:close/>
              </a:path>
              <a:path w="81279" h="43179">
                <a:moveTo>
                  <a:pt x="72390" y="19050"/>
                </a:moveTo>
                <a:lnTo>
                  <a:pt x="6350" y="19050"/>
                </a:lnTo>
                <a:lnTo>
                  <a:pt x="6350" y="22860"/>
                </a:lnTo>
                <a:lnTo>
                  <a:pt x="7620" y="22860"/>
                </a:lnTo>
                <a:lnTo>
                  <a:pt x="7620" y="21590"/>
                </a:lnTo>
                <a:lnTo>
                  <a:pt x="72390" y="21590"/>
                </a:lnTo>
                <a:lnTo>
                  <a:pt x="72390" y="19050"/>
                </a:lnTo>
                <a:close/>
              </a:path>
              <a:path w="81279" h="43179">
                <a:moveTo>
                  <a:pt x="73672" y="22860"/>
                </a:moveTo>
                <a:lnTo>
                  <a:pt x="7620" y="22860"/>
                </a:lnTo>
                <a:lnTo>
                  <a:pt x="7620" y="24130"/>
                </a:lnTo>
                <a:lnTo>
                  <a:pt x="73672" y="24130"/>
                </a:lnTo>
                <a:lnTo>
                  <a:pt x="73672" y="22860"/>
                </a:lnTo>
                <a:close/>
              </a:path>
              <a:path w="81279" h="43179">
                <a:moveTo>
                  <a:pt x="74942" y="25400"/>
                </a:moveTo>
                <a:lnTo>
                  <a:pt x="8864" y="25400"/>
                </a:lnTo>
                <a:lnTo>
                  <a:pt x="8890" y="27940"/>
                </a:lnTo>
                <a:lnTo>
                  <a:pt x="74942" y="27940"/>
                </a:lnTo>
                <a:lnTo>
                  <a:pt x="74942" y="25400"/>
                </a:lnTo>
                <a:close/>
              </a:path>
              <a:path w="81279" h="43179">
                <a:moveTo>
                  <a:pt x="76200" y="29210"/>
                </a:moveTo>
                <a:lnTo>
                  <a:pt x="8890" y="29210"/>
                </a:lnTo>
                <a:lnTo>
                  <a:pt x="8890" y="30480"/>
                </a:lnTo>
                <a:lnTo>
                  <a:pt x="76200" y="30480"/>
                </a:lnTo>
                <a:lnTo>
                  <a:pt x="76200" y="29210"/>
                </a:lnTo>
                <a:close/>
              </a:path>
              <a:path w="81279" h="43179">
                <a:moveTo>
                  <a:pt x="77470" y="31750"/>
                </a:moveTo>
                <a:lnTo>
                  <a:pt x="10172" y="31750"/>
                </a:lnTo>
                <a:lnTo>
                  <a:pt x="10172" y="35560"/>
                </a:lnTo>
                <a:lnTo>
                  <a:pt x="11442" y="35560"/>
                </a:lnTo>
                <a:lnTo>
                  <a:pt x="11442" y="34290"/>
                </a:lnTo>
                <a:lnTo>
                  <a:pt x="77470" y="34290"/>
                </a:lnTo>
                <a:lnTo>
                  <a:pt x="77470" y="31750"/>
                </a:lnTo>
                <a:close/>
              </a:path>
              <a:path w="81279" h="43179">
                <a:moveTo>
                  <a:pt x="78740" y="35560"/>
                </a:moveTo>
                <a:lnTo>
                  <a:pt x="11442" y="35560"/>
                </a:lnTo>
                <a:lnTo>
                  <a:pt x="11442" y="36830"/>
                </a:lnTo>
                <a:lnTo>
                  <a:pt x="78740" y="36830"/>
                </a:lnTo>
                <a:lnTo>
                  <a:pt x="78740" y="35560"/>
                </a:lnTo>
                <a:close/>
              </a:path>
              <a:path w="81279" h="43179">
                <a:moveTo>
                  <a:pt x="81267" y="40640"/>
                </a:moveTo>
                <a:lnTo>
                  <a:pt x="79997" y="40640"/>
                </a:lnTo>
                <a:lnTo>
                  <a:pt x="79997" y="38100"/>
                </a:lnTo>
                <a:lnTo>
                  <a:pt x="12700" y="38100"/>
                </a:lnTo>
                <a:lnTo>
                  <a:pt x="12700" y="43180"/>
                </a:lnTo>
                <a:lnTo>
                  <a:pt x="81267" y="43180"/>
                </a:lnTo>
                <a:lnTo>
                  <a:pt x="81267" y="40640"/>
                </a:lnTo>
                <a:close/>
              </a:path>
            </a:pathLst>
          </a:custGeom>
          <a:solidFill>
            <a:srgbClr val="AE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7091654" y="741679"/>
            <a:ext cx="85725" cy="43180"/>
          </a:xfrm>
          <a:custGeom>
            <a:avLst/>
            <a:gdLst/>
            <a:ahLst/>
            <a:cxnLst/>
            <a:rect l="l" t="t" r="r" b="b"/>
            <a:pathLst>
              <a:path w="85725" h="43179">
                <a:moveTo>
                  <a:pt x="68580" y="0"/>
                </a:moveTo>
                <a:lnTo>
                  <a:pt x="0" y="0"/>
                </a:lnTo>
                <a:lnTo>
                  <a:pt x="0" y="2540"/>
                </a:lnTo>
                <a:lnTo>
                  <a:pt x="68580" y="2540"/>
                </a:lnTo>
                <a:lnTo>
                  <a:pt x="68580" y="0"/>
                </a:lnTo>
                <a:close/>
              </a:path>
              <a:path w="85725" h="43179">
                <a:moveTo>
                  <a:pt x="69850" y="3810"/>
                </a:moveTo>
                <a:lnTo>
                  <a:pt x="1270" y="3810"/>
                </a:lnTo>
                <a:lnTo>
                  <a:pt x="1270" y="6350"/>
                </a:lnTo>
                <a:lnTo>
                  <a:pt x="2552" y="6350"/>
                </a:lnTo>
                <a:lnTo>
                  <a:pt x="2552" y="5080"/>
                </a:lnTo>
                <a:lnTo>
                  <a:pt x="69850" y="5080"/>
                </a:lnTo>
                <a:lnTo>
                  <a:pt x="69850" y="3810"/>
                </a:lnTo>
                <a:close/>
              </a:path>
              <a:path w="85725" h="43179">
                <a:moveTo>
                  <a:pt x="71120" y="5080"/>
                </a:moveTo>
                <a:lnTo>
                  <a:pt x="69850" y="5080"/>
                </a:lnTo>
                <a:lnTo>
                  <a:pt x="69850" y="6350"/>
                </a:lnTo>
                <a:lnTo>
                  <a:pt x="2552" y="6350"/>
                </a:lnTo>
                <a:lnTo>
                  <a:pt x="2552" y="10160"/>
                </a:lnTo>
                <a:lnTo>
                  <a:pt x="3822" y="10160"/>
                </a:lnTo>
                <a:lnTo>
                  <a:pt x="3822" y="8890"/>
                </a:lnTo>
                <a:lnTo>
                  <a:pt x="71120" y="8890"/>
                </a:lnTo>
                <a:lnTo>
                  <a:pt x="71120" y="5080"/>
                </a:lnTo>
                <a:close/>
              </a:path>
              <a:path w="85725" h="43179">
                <a:moveTo>
                  <a:pt x="72402" y="10160"/>
                </a:moveTo>
                <a:lnTo>
                  <a:pt x="3822" y="10160"/>
                </a:lnTo>
                <a:lnTo>
                  <a:pt x="3822" y="11430"/>
                </a:lnTo>
                <a:lnTo>
                  <a:pt x="72402" y="11430"/>
                </a:lnTo>
                <a:lnTo>
                  <a:pt x="72402" y="10160"/>
                </a:lnTo>
                <a:close/>
              </a:path>
              <a:path w="85725" h="43179">
                <a:moveTo>
                  <a:pt x="73672" y="11430"/>
                </a:moveTo>
                <a:lnTo>
                  <a:pt x="72402" y="11430"/>
                </a:lnTo>
                <a:lnTo>
                  <a:pt x="72402" y="12700"/>
                </a:lnTo>
                <a:lnTo>
                  <a:pt x="3822" y="12700"/>
                </a:lnTo>
                <a:lnTo>
                  <a:pt x="3822" y="15240"/>
                </a:lnTo>
                <a:lnTo>
                  <a:pt x="73672" y="15240"/>
                </a:lnTo>
                <a:lnTo>
                  <a:pt x="73672" y="11430"/>
                </a:lnTo>
                <a:close/>
              </a:path>
              <a:path w="85725" h="43179">
                <a:moveTo>
                  <a:pt x="74930" y="16510"/>
                </a:moveTo>
                <a:lnTo>
                  <a:pt x="5080" y="16510"/>
                </a:lnTo>
                <a:lnTo>
                  <a:pt x="5080" y="19050"/>
                </a:lnTo>
                <a:lnTo>
                  <a:pt x="6350" y="19050"/>
                </a:lnTo>
                <a:lnTo>
                  <a:pt x="6350" y="17780"/>
                </a:lnTo>
                <a:lnTo>
                  <a:pt x="74930" y="17780"/>
                </a:lnTo>
                <a:lnTo>
                  <a:pt x="74930" y="16510"/>
                </a:lnTo>
                <a:close/>
              </a:path>
              <a:path w="85725" h="43179">
                <a:moveTo>
                  <a:pt x="76200" y="17780"/>
                </a:moveTo>
                <a:lnTo>
                  <a:pt x="74930" y="17780"/>
                </a:lnTo>
                <a:lnTo>
                  <a:pt x="74930" y="19050"/>
                </a:lnTo>
                <a:lnTo>
                  <a:pt x="6350" y="19050"/>
                </a:lnTo>
                <a:lnTo>
                  <a:pt x="6350" y="22860"/>
                </a:lnTo>
                <a:lnTo>
                  <a:pt x="7620" y="22860"/>
                </a:lnTo>
                <a:lnTo>
                  <a:pt x="7620" y="21590"/>
                </a:lnTo>
                <a:lnTo>
                  <a:pt x="76200" y="21590"/>
                </a:lnTo>
                <a:lnTo>
                  <a:pt x="76200" y="17780"/>
                </a:lnTo>
                <a:close/>
              </a:path>
              <a:path w="85725" h="43179">
                <a:moveTo>
                  <a:pt x="77470" y="22860"/>
                </a:moveTo>
                <a:lnTo>
                  <a:pt x="7620" y="22860"/>
                </a:lnTo>
                <a:lnTo>
                  <a:pt x="7620" y="24130"/>
                </a:lnTo>
                <a:lnTo>
                  <a:pt x="77470" y="24130"/>
                </a:lnTo>
                <a:lnTo>
                  <a:pt x="77470" y="22860"/>
                </a:lnTo>
                <a:close/>
              </a:path>
              <a:path w="85725" h="43179">
                <a:moveTo>
                  <a:pt x="78752" y="24130"/>
                </a:moveTo>
                <a:lnTo>
                  <a:pt x="77470" y="24130"/>
                </a:lnTo>
                <a:lnTo>
                  <a:pt x="77470" y="25400"/>
                </a:lnTo>
                <a:lnTo>
                  <a:pt x="8902" y="25400"/>
                </a:lnTo>
                <a:lnTo>
                  <a:pt x="8902" y="27940"/>
                </a:lnTo>
                <a:lnTo>
                  <a:pt x="78752" y="27940"/>
                </a:lnTo>
                <a:lnTo>
                  <a:pt x="78752" y="24130"/>
                </a:lnTo>
                <a:close/>
              </a:path>
              <a:path w="85725" h="43179">
                <a:moveTo>
                  <a:pt x="80022" y="29210"/>
                </a:moveTo>
                <a:lnTo>
                  <a:pt x="8902" y="29210"/>
                </a:lnTo>
                <a:lnTo>
                  <a:pt x="8902" y="30480"/>
                </a:lnTo>
                <a:lnTo>
                  <a:pt x="80022" y="30480"/>
                </a:lnTo>
                <a:lnTo>
                  <a:pt x="80022" y="29210"/>
                </a:lnTo>
                <a:close/>
              </a:path>
              <a:path w="85725" h="43179">
                <a:moveTo>
                  <a:pt x="81280" y="30480"/>
                </a:moveTo>
                <a:lnTo>
                  <a:pt x="80022" y="30480"/>
                </a:lnTo>
                <a:lnTo>
                  <a:pt x="80022" y="31750"/>
                </a:lnTo>
                <a:lnTo>
                  <a:pt x="10172" y="31750"/>
                </a:lnTo>
                <a:lnTo>
                  <a:pt x="10172" y="34290"/>
                </a:lnTo>
                <a:lnTo>
                  <a:pt x="81280" y="34290"/>
                </a:lnTo>
                <a:lnTo>
                  <a:pt x="81280" y="30480"/>
                </a:lnTo>
                <a:close/>
              </a:path>
              <a:path w="85725" h="43179">
                <a:moveTo>
                  <a:pt x="82550" y="35560"/>
                </a:moveTo>
                <a:lnTo>
                  <a:pt x="11430" y="35560"/>
                </a:lnTo>
                <a:lnTo>
                  <a:pt x="11430" y="38100"/>
                </a:lnTo>
                <a:lnTo>
                  <a:pt x="12700" y="38100"/>
                </a:lnTo>
                <a:lnTo>
                  <a:pt x="12700" y="36830"/>
                </a:lnTo>
                <a:lnTo>
                  <a:pt x="82550" y="36830"/>
                </a:lnTo>
                <a:lnTo>
                  <a:pt x="82550" y="35560"/>
                </a:lnTo>
                <a:close/>
              </a:path>
              <a:path w="85725" h="43179">
                <a:moveTo>
                  <a:pt x="83820" y="36830"/>
                </a:moveTo>
                <a:lnTo>
                  <a:pt x="82550" y="36830"/>
                </a:lnTo>
                <a:lnTo>
                  <a:pt x="82550" y="38100"/>
                </a:lnTo>
                <a:lnTo>
                  <a:pt x="12700" y="38100"/>
                </a:lnTo>
                <a:lnTo>
                  <a:pt x="12700" y="40640"/>
                </a:lnTo>
                <a:lnTo>
                  <a:pt x="83820" y="40640"/>
                </a:lnTo>
                <a:lnTo>
                  <a:pt x="83820" y="36830"/>
                </a:lnTo>
                <a:close/>
              </a:path>
              <a:path w="85725" h="43179">
                <a:moveTo>
                  <a:pt x="85102" y="41910"/>
                </a:moveTo>
                <a:lnTo>
                  <a:pt x="12700" y="41910"/>
                </a:lnTo>
                <a:lnTo>
                  <a:pt x="12700" y="43180"/>
                </a:lnTo>
                <a:lnTo>
                  <a:pt x="85102" y="43180"/>
                </a:lnTo>
                <a:lnTo>
                  <a:pt x="85102" y="41910"/>
                </a:lnTo>
                <a:close/>
              </a:path>
            </a:pathLst>
          </a:custGeom>
          <a:solidFill>
            <a:srgbClr val="AC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8135608" y="741692"/>
            <a:ext cx="133350" cy="43180"/>
          </a:xfrm>
          <a:custGeom>
            <a:avLst/>
            <a:gdLst/>
            <a:ahLst/>
            <a:cxnLst/>
            <a:rect l="l" t="t" r="r" b="b"/>
            <a:pathLst>
              <a:path w="133350" h="43179">
                <a:moveTo>
                  <a:pt x="106667" y="38100"/>
                </a:moveTo>
                <a:lnTo>
                  <a:pt x="0" y="38100"/>
                </a:lnTo>
                <a:lnTo>
                  <a:pt x="0" y="40640"/>
                </a:lnTo>
                <a:lnTo>
                  <a:pt x="104114" y="40640"/>
                </a:lnTo>
                <a:lnTo>
                  <a:pt x="104114" y="41897"/>
                </a:lnTo>
                <a:lnTo>
                  <a:pt x="0" y="41897"/>
                </a:lnTo>
                <a:lnTo>
                  <a:pt x="0" y="43167"/>
                </a:lnTo>
                <a:lnTo>
                  <a:pt x="104114" y="43167"/>
                </a:lnTo>
                <a:lnTo>
                  <a:pt x="104114" y="41910"/>
                </a:lnTo>
                <a:lnTo>
                  <a:pt x="105397" y="41910"/>
                </a:lnTo>
                <a:lnTo>
                  <a:pt x="105397" y="40640"/>
                </a:lnTo>
                <a:lnTo>
                  <a:pt x="106667" y="40640"/>
                </a:lnTo>
                <a:lnTo>
                  <a:pt x="106667" y="38100"/>
                </a:lnTo>
                <a:close/>
              </a:path>
              <a:path w="133350" h="43179">
                <a:moveTo>
                  <a:pt x="109220" y="35560"/>
                </a:moveTo>
                <a:lnTo>
                  <a:pt x="2514" y="35560"/>
                </a:lnTo>
                <a:lnTo>
                  <a:pt x="2514" y="34290"/>
                </a:lnTo>
                <a:lnTo>
                  <a:pt x="1270" y="34290"/>
                </a:lnTo>
                <a:lnTo>
                  <a:pt x="1270" y="35560"/>
                </a:lnTo>
                <a:lnTo>
                  <a:pt x="1270" y="36830"/>
                </a:lnTo>
                <a:lnTo>
                  <a:pt x="106667" y="36830"/>
                </a:lnTo>
                <a:lnTo>
                  <a:pt x="106667" y="38100"/>
                </a:lnTo>
                <a:lnTo>
                  <a:pt x="107950" y="38100"/>
                </a:lnTo>
                <a:lnTo>
                  <a:pt x="107950" y="36830"/>
                </a:lnTo>
                <a:lnTo>
                  <a:pt x="109220" y="36830"/>
                </a:lnTo>
                <a:lnTo>
                  <a:pt x="109220" y="35560"/>
                </a:lnTo>
                <a:close/>
              </a:path>
              <a:path w="133350" h="43179">
                <a:moveTo>
                  <a:pt x="110464" y="31750"/>
                </a:moveTo>
                <a:lnTo>
                  <a:pt x="3797" y="31750"/>
                </a:lnTo>
                <a:lnTo>
                  <a:pt x="3797" y="30480"/>
                </a:lnTo>
                <a:lnTo>
                  <a:pt x="2514" y="30480"/>
                </a:lnTo>
                <a:lnTo>
                  <a:pt x="2514" y="31750"/>
                </a:lnTo>
                <a:lnTo>
                  <a:pt x="2514" y="34290"/>
                </a:lnTo>
                <a:lnTo>
                  <a:pt x="110464" y="34290"/>
                </a:lnTo>
                <a:lnTo>
                  <a:pt x="110464" y="31750"/>
                </a:lnTo>
                <a:close/>
              </a:path>
              <a:path w="133350" h="43179">
                <a:moveTo>
                  <a:pt x="113017" y="29210"/>
                </a:moveTo>
                <a:lnTo>
                  <a:pt x="3797" y="29210"/>
                </a:lnTo>
                <a:lnTo>
                  <a:pt x="3797" y="30480"/>
                </a:lnTo>
                <a:lnTo>
                  <a:pt x="111747" y="30480"/>
                </a:lnTo>
                <a:lnTo>
                  <a:pt x="111747" y="31750"/>
                </a:lnTo>
                <a:lnTo>
                  <a:pt x="113017" y="31750"/>
                </a:lnTo>
                <a:lnTo>
                  <a:pt x="113017" y="30480"/>
                </a:lnTo>
                <a:lnTo>
                  <a:pt x="113017" y="29210"/>
                </a:lnTo>
                <a:close/>
              </a:path>
              <a:path w="133350" h="43179">
                <a:moveTo>
                  <a:pt x="115557" y="25400"/>
                </a:moveTo>
                <a:lnTo>
                  <a:pt x="3797" y="25400"/>
                </a:lnTo>
                <a:lnTo>
                  <a:pt x="3797" y="27940"/>
                </a:lnTo>
                <a:lnTo>
                  <a:pt x="113017" y="27940"/>
                </a:lnTo>
                <a:lnTo>
                  <a:pt x="113017" y="29210"/>
                </a:lnTo>
                <a:lnTo>
                  <a:pt x="114300" y="29210"/>
                </a:lnTo>
                <a:lnTo>
                  <a:pt x="114300" y="27940"/>
                </a:lnTo>
                <a:lnTo>
                  <a:pt x="115557" y="27940"/>
                </a:lnTo>
                <a:lnTo>
                  <a:pt x="115557" y="25400"/>
                </a:lnTo>
                <a:close/>
              </a:path>
              <a:path w="133350" h="43179">
                <a:moveTo>
                  <a:pt x="118097" y="22860"/>
                </a:moveTo>
                <a:lnTo>
                  <a:pt x="7620" y="22860"/>
                </a:lnTo>
                <a:lnTo>
                  <a:pt x="7620" y="21590"/>
                </a:lnTo>
                <a:lnTo>
                  <a:pt x="6350" y="21590"/>
                </a:lnTo>
                <a:lnTo>
                  <a:pt x="6350" y="22860"/>
                </a:lnTo>
                <a:lnTo>
                  <a:pt x="6350" y="24130"/>
                </a:lnTo>
                <a:lnTo>
                  <a:pt x="115570" y="24130"/>
                </a:lnTo>
                <a:lnTo>
                  <a:pt x="115570" y="25400"/>
                </a:lnTo>
                <a:lnTo>
                  <a:pt x="116814" y="25400"/>
                </a:lnTo>
                <a:lnTo>
                  <a:pt x="116814" y="24130"/>
                </a:lnTo>
                <a:lnTo>
                  <a:pt x="118097" y="24130"/>
                </a:lnTo>
                <a:lnTo>
                  <a:pt x="118097" y="22860"/>
                </a:lnTo>
                <a:close/>
              </a:path>
              <a:path w="133350" h="43179">
                <a:moveTo>
                  <a:pt x="119367" y="19050"/>
                </a:moveTo>
                <a:lnTo>
                  <a:pt x="10147" y="19050"/>
                </a:lnTo>
                <a:lnTo>
                  <a:pt x="10147" y="17780"/>
                </a:lnTo>
                <a:lnTo>
                  <a:pt x="8864" y="17780"/>
                </a:lnTo>
                <a:lnTo>
                  <a:pt x="8864" y="19050"/>
                </a:lnTo>
                <a:lnTo>
                  <a:pt x="7620" y="19050"/>
                </a:lnTo>
                <a:lnTo>
                  <a:pt x="7620" y="21590"/>
                </a:lnTo>
                <a:lnTo>
                  <a:pt x="119367" y="21590"/>
                </a:lnTo>
                <a:lnTo>
                  <a:pt x="119367" y="19050"/>
                </a:lnTo>
                <a:close/>
              </a:path>
              <a:path w="133350" h="43179">
                <a:moveTo>
                  <a:pt x="121907" y="16510"/>
                </a:moveTo>
                <a:lnTo>
                  <a:pt x="12700" y="16510"/>
                </a:lnTo>
                <a:lnTo>
                  <a:pt x="12700" y="15240"/>
                </a:lnTo>
                <a:lnTo>
                  <a:pt x="11417" y="15240"/>
                </a:lnTo>
                <a:lnTo>
                  <a:pt x="11417" y="16510"/>
                </a:lnTo>
                <a:lnTo>
                  <a:pt x="11417" y="17780"/>
                </a:lnTo>
                <a:lnTo>
                  <a:pt x="120624" y="17780"/>
                </a:lnTo>
                <a:lnTo>
                  <a:pt x="120624" y="19050"/>
                </a:lnTo>
                <a:lnTo>
                  <a:pt x="121894" y="19050"/>
                </a:lnTo>
                <a:lnTo>
                  <a:pt x="121894" y="17780"/>
                </a:lnTo>
                <a:lnTo>
                  <a:pt x="121907" y="16510"/>
                </a:lnTo>
                <a:close/>
              </a:path>
              <a:path w="133350" h="43179">
                <a:moveTo>
                  <a:pt x="124447" y="12700"/>
                </a:moveTo>
                <a:lnTo>
                  <a:pt x="15214" y="12700"/>
                </a:lnTo>
                <a:lnTo>
                  <a:pt x="15214" y="11430"/>
                </a:lnTo>
                <a:lnTo>
                  <a:pt x="13970" y="11430"/>
                </a:lnTo>
                <a:lnTo>
                  <a:pt x="13970" y="12700"/>
                </a:lnTo>
                <a:lnTo>
                  <a:pt x="12700" y="12700"/>
                </a:lnTo>
                <a:lnTo>
                  <a:pt x="12700" y="15240"/>
                </a:lnTo>
                <a:lnTo>
                  <a:pt x="121920" y="15240"/>
                </a:lnTo>
                <a:lnTo>
                  <a:pt x="121920" y="16510"/>
                </a:lnTo>
                <a:lnTo>
                  <a:pt x="123164" y="16510"/>
                </a:lnTo>
                <a:lnTo>
                  <a:pt x="123164" y="15240"/>
                </a:lnTo>
                <a:lnTo>
                  <a:pt x="124447" y="15240"/>
                </a:lnTo>
                <a:lnTo>
                  <a:pt x="124447" y="12700"/>
                </a:lnTo>
                <a:close/>
              </a:path>
              <a:path w="133350" h="43179">
                <a:moveTo>
                  <a:pt x="127000" y="10160"/>
                </a:moveTo>
                <a:lnTo>
                  <a:pt x="16497" y="10160"/>
                </a:lnTo>
                <a:lnTo>
                  <a:pt x="16497" y="11430"/>
                </a:lnTo>
                <a:lnTo>
                  <a:pt x="124447" y="11430"/>
                </a:lnTo>
                <a:lnTo>
                  <a:pt x="124447" y="12700"/>
                </a:lnTo>
                <a:lnTo>
                  <a:pt x="125717" y="12700"/>
                </a:lnTo>
                <a:lnTo>
                  <a:pt x="125717" y="11430"/>
                </a:lnTo>
                <a:lnTo>
                  <a:pt x="127000" y="11430"/>
                </a:lnTo>
                <a:lnTo>
                  <a:pt x="127000" y="10160"/>
                </a:lnTo>
                <a:close/>
              </a:path>
              <a:path w="133350" h="43179">
                <a:moveTo>
                  <a:pt x="128270" y="6350"/>
                </a:moveTo>
                <a:lnTo>
                  <a:pt x="20320" y="6350"/>
                </a:lnTo>
                <a:lnTo>
                  <a:pt x="20320" y="5080"/>
                </a:lnTo>
                <a:lnTo>
                  <a:pt x="19050" y="5080"/>
                </a:lnTo>
                <a:lnTo>
                  <a:pt x="19050" y="6350"/>
                </a:lnTo>
                <a:lnTo>
                  <a:pt x="17767" y="6350"/>
                </a:lnTo>
                <a:lnTo>
                  <a:pt x="17767" y="8890"/>
                </a:lnTo>
                <a:lnTo>
                  <a:pt x="128270" y="8890"/>
                </a:lnTo>
                <a:lnTo>
                  <a:pt x="128270" y="6350"/>
                </a:lnTo>
                <a:close/>
              </a:path>
              <a:path w="133350" h="43179">
                <a:moveTo>
                  <a:pt x="133350" y="0"/>
                </a:moveTo>
                <a:lnTo>
                  <a:pt x="22847" y="0"/>
                </a:lnTo>
                <a:lnTo>
                  <a:pt x="22847" y="2540"/>
                </a:lnTo>
                <a:lnTo>
                  <a:pt x="130797" y="2540"/>
                </a:lnTo>
                <a:lnTo>
                  <a:pt x="130797" y="3797"/>
                </a:lnTo>
                <a:lnTo>
                  <a:pt x="21564" y="3797"/>
                </a:lnTo>
                <a:lnTo>
                  <a:pt x="21564" y="5067"/>
                </a:lnTo>
                <a:lnTo>
                  <a:pt x="130797" y="5067"/>
                </a:lnTo>
                <a:lnTo>
                  <a:pt x="130797" y="3810"/>
                </a:lnTo>
                <a:lnTo>
                  <a:pt x="132067" y="3810"/>
                </a:lnTo>
                <a:lnTo>
                  <a:pt x="132067" y="2540"/>
                </a:lnTo>
                <a:lnTo>
                  <a:pt x="133350" y="2540"/>
                </a:lnTo>
                <a:lnTo>
                  <a:pt x="133350" y="0"/>
                </a:lnTo>
                <a:close/>
              </a:path>
            </a:pathLst>
          </a:custGeom>
          <a:solidFill>
            <a:srgbClr val="AC59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7105625" y="784859"/>
            <a:ext cx="88900" cy="43180"/>
          </a:xfrm>
          <a:custGeom>
            <a:avLst/>
            <a:gdLst/>
            <a:ahLst/>
            <a:cxnLst/>
            <a:rect l="l" t="t" r="r" b="b"/>
            <a:pathLst>
              <a:path w="88900" h="43180">
                <a:moveTo>
                  <a:pt x="72402" y="0"/>
                </a:moveTo>
                <a:lnTo>
                  <a:pt x="71132" y="0"/>
                </a:lnTo>
                <a:lnTo>
                  <a:pt x="71132" y="1270"/>
                </a:lnTo>
                <a:lnTo>
                  <a:pt x="0" y="1270"/>
                </a:lnTo>
                <a:lnTo>
                  <a:pt x="0" y="3810"/>
                </a:lnTo>
                <a:lnTo>
                  <a:pt x="72402" y="3810"/>
                </a:lnTo>
                <a:lnTo>
                  <a:pt x="72402" y="0"/>
                </a:lnTo>
                <a:close/>
              </a:path>
              <a:path w="88900" h="43180">
                <a:moveTo>
                  <a:pt x="76200" y="11430"/>
                </a:moveTo>
                <a:lnTo>
                  <a:pt x="74930" y="11430"/>
                </a:lnTo>
                <a:lnTo>
                  <a:pt x="74930" y="7620"/>
                </a:lnTo>
                <a:lnTo>
                  <a:pt x="73660" y="7620"/>
                </a:lnTo>
                <a:lnTo>
                  <a:pt x="73660" y="5080"/>
                </a:lnTo>
                <a:lnTo>
                  <a:pt x="1282" y="5080"/>
                </a:lnTo>
                <a:lnTo>
                  <a:pt x="1282" y="7620"/>
                </a:lnTo>
                <a:lnTo>
                  <a:pt x="2552" y="7620"/>
                </a:lnTo>
                <a:lnTo>
                  <a:pt x="2552" y="11430"/>
                </a:lnTo>
                <a:lnTo>
                  <a:pt x="3810" y="11430"/>
                </a:lnTo>
                <a:lnTo>
                  <a:pt x="3810" y="12700"/>
                </a:lnTo>
                <a:lnTo>
                  <a:pt x="76200" y="12700"/>
                </a:lnTo>
                <a:lnTo>
                  <a:pt x="76200" y="11430"/>
                </a:lnTo>
                <a:close/>
              </a:path>
              <a:path w="88900" h="43180">
                <a:moveTo>
                  <a:pt x="87630" y="38100"/>
                </a:moveTo>
                <a:lnTo>
                  <a:pt x="86360" y="38100"/>
                </a:lnTo>
                <a:lnTo>
                  <a:pt x="86360" y="35560"/>
                </a:lnTo>
                <a:lnTo>
                  <a:pt x="85077" y="35560"/>
                </a:lnTo>
                <a:lnTo>
                  <a:pt x="85077" y="31750"/>
                </a:lnTo>
                <a:lnTo>
                  <a:pt x="83807" y="31750"/>
                </a:lnTo>
                <a:lnTo>
                  <a:pt x="83807" y="30480"/>
                </a:lnTo>
                <a:lnTo>
                  <a:pt x="83832" y="29210"/>
                </a:lnTo>
                <a:lnTo>
                  <a:pt x="82550" y="29210"/>
                </a:lnTo>
                <a:lnTo>
                  <a:pt x="82550" y="25400"/>
                </a:lnTo>
                <a:lnTo>
                  <a:pt x="81280" y="25400"/>
                </a:lnTo>
                <a:lnTo>
                  <a:pt x="81280" y="22860"/>
                </a:lnTo>
                <a:lnTo>
                  <a:pt x="80010" y="22860"/>
                </a:lnTo>
                <a:lnTo>
                  <a:pt x="80010" y="19050"/>
                </a:lnTo>
                <a:lnTo>
                  <a:pt x="78752" y="19050"/>
                </a:lnTo>
                <a:lnTo>
                  <a:pt x="78752" y="17780"/>
                </a:lnTo>
                <a:lnTo>
                  <a:pt x="78727" y="16510"/>
                </a:lnTo>
                <a:lnTo>
                  <a:pt x="77482" y="16510"/>
                </a:lnTo>
                <a:lnTo>
                  <a:pt x="77482" y="13970"/>
                </a:lnTo>
                <a:lnTo>
                  <a:pt x="77457" y="12700"/>
                </a:lnTo>
                <a:lnTo>
                  <a:pt x="76200" y="12700"/>
                </a:lnTo>
                <a:lnTo>
                  <a:pt x="76200" y="13970"/>
                </a:lnTo>
                <a:lnTo>
                  <a:pt x="5080" y="13970"/>
                </a:lnTo>
                <a:lnTo>
                  <a:pt x="5080" y="17780"/>
                </a:lnTo>
                <a:lnTo>
                  <a:pt x="6350" y="17780"/>
                </a:lnTo>
                <a:lnTo>
                  <a:pt x="6350" y="22860"/>
                </a:lnTo>
                <a:lnTo>
                  <a:pt x="7632" y="22860"/>
                </a:lnTo>
                <a:lnTo>
                  <a:pt x="7632" y="26670"/>
                </a:lnTo>
                <a:lnTo>
                  <a:pt x="8902" y="26670"/>
                </a:lnTo>
                <a:lnTo>
                  <a:pt x="8902" y="30480"/>
                </a:lnTo>
                <a:lnTo>
                  <a:pt x="10160" y="30480"/>
                </a:lnTo>
                <a:lnTo>
                  <a:pt x="10160" y="34290"/>
                </a:lnTo>
                <a:lnTo>
                  <a:pt x="11430" y="34290"/>
                </a:lnTo>
                <a:lnTo>
                  <a:pt x="11430" y="38100"/>
                </a:lnTo>
                <a:lnTo>
                  <a:pt x="12700" y="38100"/>
                </a:lnTo>
                <a:lnTo>
                  <a:pt x="12700" y="39370"/>
                </a:lnTo>
                <a:lnTo>
                  <a:pt x="87630" y="39370"/>
                </a:lnTo>
                <a:lnTo>
                  <a:pt x="87630" y="38100"/>
                </a:lnTo>
                <a:close/>
              </a:path>
              <a:path w="88900" h="43180">
                <a:moveTo>
                  <a:pt x="88900" y="41910"/>
                </a:moveTo>
                <a:lnTo>
                  <a:pt x="87630" y="41910"/>
                </a:lnTo>
                <a:lnTo>
                  <a:pt x="87630" y="39382"/>
                </a:lnTo>
                <a:lnTo>
                  <a:pt x="12700" y="39382"/>
                </a:lnTo>
                <a:lnTo>
                  <a:pt x="12700" y="41910"/>
                </a:lnTo>
                <a:lnTo>
                  <a:pt x="13982" y="41910"/>
                </a:lnTo>
                <a:lnTo>
                  <a:pt x="13982" y="43180"/>
                </a:lnTo>
                <a:lnTo>
                  <a:pt x="88900" y="43180"/>
                </a:lnTo>
                <a:lnTo>
                  <a:pt x="88900" y="41910"/>
                </a:lnTo>
                <a:close/>
              </a:path>
            </a:pathLst>
          </a:custGeom>
          <a:solidFill>
            <a:srgbClr val="AC5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8122908" y="784859"/>
            <a:ext cx="116839" cy="43815"/>
          </a:xfrm>
          <a:custGeom>
            <a:avLst/>
            <a:gdLst/>
            <a:ahLst/>
            <a:cxnLst/>
            <a:rect l="l" t="t" r="r" b="b"/>
            <a:pathLst>
              <a:path w="116840" h="43815">
                <a:moveTo>
                  <a:pt x="105397" y="13982"/>
                </a:moveTo>
                <a:lnTo>
                  <a:pt x="7620" y="13982"/>
                </a:lnTo>
                <a:lnTo>
                  <a:pt x="7620" y="16522"/>
                </a:lnTo>
                <a:lnTo>
                  <a:pt x="6350" y="16522"/>
                </a:lnTo>
                <a:lnTo>
                  <a:pt x="6350" y="17792"/>
                </a:lnTo>
                <a:lnTo>
                  <a:pt x="6350" y="19062"/>
                </a:lnTo>
                <a:lnTo>
                  <a:pt x="6350" y="21602"/>
                </a:lnTo>
                <a:lnTo>
                  <a:pt x="5067" y="21602"/>
                </a:lnTo>
                <a:lnTo>
                  <a:pt x="5067" y="22872"/>
                </a:lnTo>
                <a:lnTo>
                  <a:pt x="5067" y="25412"/>
                </a:lnTo>
                <a:lnTo>
                  <a:pt x="3797" y="25412"/>
                </a:lnTo>
                <a:lnTo>
                  <a:pt x="3797" y="26682"/>
                </a:lnTo>
                <a:lnTo>
                  <a:pt x="3797" y="29222"/>
                </a:lnTo>
                <a:lnTo>
                  <a:pt x="3797" y="30492"/>
                </a:lnTo>
                <a:lnTo>
                  <a:pt x="2514" y="30492"/>
                </a:lnTo>
                <a:lnTo>
                  <a:pt x="2514" y="33032"/>
                </a:lnTo>
                <a:lnTo>
                  <a:pt x="2514" y="34302"/>
                </a:lnTo>
                <a:lnTo>
                  <a:pt x="1270" y="34302"/>
                </a:lnTo>
                <a:lnTo>
                  <a:pt x="1270" y="35572"/>
                </a:lnTo>
                <a:lnTo>
                  <a:pt x="1270" y="38112"/>
                </a:lnTo>
                <a:lnTo>
                  <a:pt x="0" y="38112"/>
                </a:lnTo>
                <a:lnTo>
                  <a:pt x="0" y="39382"/>
                </a:lnTo>
                <a:lnTo>
                  <a:pt x="0" y="41922"/>
                </a:lnTo>
                <a:lnTo>
                  <a:pt x="0" y="43192"/>
                </a:lnTo>
                <a:lnTo>
                  <a:pt x="86347" y="43192"/>
                </a:lnTo>
                <a:lnTo>
                  <a:pt x="86347" y="41922"/>
                </a:lnTo>
                <a:lnTo>
                  <a:pt x="87617" y="41922"/>
                </a:lnTo>
                <a:lnTo>
                  <a:pt x="87617" y="39382"/>
                </a:lnTo>
                <a:lnTo>
                  <a:pt x="88900" y="39382"/>
                </a:lnTo>
                <a:lnTo>
                  <a:pt x="88900" y="38112"/>
                </a:lnTo>
                <a:lnTo>
                  <a:pt x="90170" y="38112"/>
                </a:lnTo>
                <a:lnTo>
                  <a:pt x="90170" y="35572"/>
                </a:lnTo>
                <a:lnTo>
                  <a:pt x="91414" y="35572"/>
                </a:lnTo>
                <a:lnTo>
                  <a:pt x="91414" y="34302"/>
                </a:lnTo>
                <a:lnTo>
                  <a:pt x="92697" y="34302"/>
                </a:lnTo>
                <a:lnTo>
                  <a:pt x="92697" y="33032"/>
                </a:lnTo>
                <a:lnTo>
                  <a:pt x="93967" y="33032"/>
                </a:lnTo>
                <a:lnTo>
                  <a:pt x="93967" y="30492"/>
                </a:lnTo>
                <a:lnTo>
                  <a:pt x="95250" y="30492"/>
                </a:lnTo>
                <a:lnTo>
                  <a:pt x="95250" y="29222"/>
                </a:lnTo>
                <a:lnTo>
                  <a:pt x="96494" y="29222"/>
                </a:lnTo>
                <a:lnTo>
                  <a:pt x="96494" y="26682"/>
                </a:lnTo>
                <a:lnTo>
                  <a:pt x="97764" y="26682"/>
                </a:lnTo>
                <a:lnTo>
                  <a:pt x="97764" y="25412"/>
                </a:lnTo>
                <a:lnTo>
                  <a:pt x="99047" y="25412"/>
                </a:lnTo>
                <a:lnTo>
                  <a:pt x="99047" y="22872"/>
                </a:lnTo>
                <a:lnTo>
                  <a:pt x="100317" y="22872"/>
                </a:lnTo>
                <a:lnTo>
                  <a:pt x="100317" y="21602"/>
                </a:lnTo>
                <a:lnTo>
                  <a:pt x="101600" y="21602"/>
                </a:lnTo>
                <a:lnTo>
                  <a:pt x="101600" y="19062"/>
                </a:lnTo>
                <a:lnTo>
                  <a:pt x="102870" y="19062"/>
                </a:lnTo>
                <a:lnTo>
                  <a:pt x="102870" y="17792"/>
                </a:lnTo>
                <a:lnTo>
                  <a:pt x="104114" y="17792"/>
                </a:lnTo>
                <a:lnTo>
                  <a:pt x="104114" y="16522"/>
                </a:lnTo>
                <a:lnTo>
                  <a:pt x="105397" y="16522"/>
                </a:lnTo>
                <a:lnTo>
                  <a:pt x="105397" y="13982"/>
                </a:lnTo>
                <a:close/>
              </a:path>
              <a:path w="116840" h="43815">
                <a:moveTo>
                  <a:pt x="113017" y="5092"/>
                </a:moveTo>
                <a:lnTo>
                  <a:pt x="11417" y="5092"/>
                </a:lnTo>
                <a:lnTo>
                  <a:pt x="11417" y="3822"/>
                </a:lnTo>
                <a:lnTo>
                  <a:pt x="10147" y="3822"/>
                </a:lnTo>
                <a:lnTo>
                  <a:pt x="10147" y="5092"/>
                </a:lnTo>
                <a:lnTo>
                  <a:pt x="10147" y="6362"/>
                </a:lnTo>
                <a:lnTo>
                  <a:pt x="10147" y="7632"/>
                </a:lnTo>
                <a:lnTo>
                  <a:pt x="10147" y="10172"/>
                </a:lnTo>
                <a:lnTo>
                  <a:pt x="8864" y="10172"/>
                </a:lnTo>
                <a:lnTo>
                  <a:pt x="8864" y="11442"/>
                </a:lnTo>
                <a:lnTo>
                  <a:pt x="8864" y="12700"/>
                </a:lnTo>
                <a:lnTo>
                  <a:pt x="7620" y="12700"/>
                </a:lnTo>
                <a:lnTo>
                  <a:pt x="7620" y="13970"/>
                </a:lnTo>
                <a:lnTo>
                  <a:pt x="8864" y="13970"/>
                </a:lnTo>
                <a:lnTo>
                  <a:pt x="8864" y="12712"/>
                </a:lnTo>
                <a:lnTo>
                  <a:pt x="106667" y="12712"/>
                </a:lnTo>
                <a:lnTo>
                  <a:pt x="106667" y="13982"/>
                </a:lnTo>
                <a:lnTo>
                  <a:pt x="107924" y="13982"/>
                </a:lnTo>
                <a:lnTo>
                  <a:pt x="107924" y="12712"/>
                </a:lnTo>
                <a:lnTo>
                  <a:pt x="107924" y="11442"/>
                </a:lnTo>
                <a:lnTo>
                  <a:pt x="109194" y="11442"/>
                </a:lnTo>
                <a:lnTo>
                  <a:pt x="109194" y="10172"/>
                </a:lnTo>
                <a:lnTo>
                  <a:pt x="110464" y="10172"/>
                </a:lnTo>
                <a:lnTo>
                  <a:pt x="110464" y="7632"/>
                </a:lnTo>
                <a:lnTo>
                  <a:pt x="111747" y="7632"/>
                </a:lnTo>
                <a:lnTo>
                  <a:pt x="111747" y="6362"/>
                </a:lnTo>
                <a:lnTo>
                  <a:pt x="113017" y="6362"/>
                </a:lnTo>
                <a:lnTo>
                  <a:pt x="113017" y="5092"/>
                </a:lnTo>
                <a:close/>
              </a:path>
              <a:path w="116840" h="43815">
                <a:moveTo>
                  <a:pt x="114300" y="1282"/>
                </a:moveTo>
                <a:lnTo>
                  <a:pt x="12700" y="1282"/>
                </a:lnTo>
                <a:lnTo>
                  <a:pt x="12700" y="12"/>
                </a:lnTo>
                <a:lnTo>
                  <a:pt x="11417" y="12"/>
                </a:lnTo>
                <a:lnTo>
                  <a:pt x="11417" y="1282"/>
                </a:lnTo>
                <a:lnTo>
                  <a:pt x="11417" y="3822"/>
                </a:lnTo>
                <a:lnTo>
                  <a:pt x="113017" y="3822"/>
                </a:lnTo>
                <a:lnTo>
                  <a:pt x="113017" y="5092"/>
                </a:lnTo>
                <a:lnTo>
                  <a:pt x="114300" y="5092"/>
                </a:lnTo>
                <a:lnTo>
                  <a:pt x="114300" y="3822"/>
                </a:lnTo>
                <a:lnTo>
                  <a:pt x="114300" y="1282"/>
                </a:lnTo>
                <a:close/>
              </a:path>
              <a:path w="116840" h="43815">
                <a:moveTo>
                  <a:pt x="116814" y="0"/>
                </a:moveTo>
                <a:lnTo>
                  <a:pt x="115570" y="0"/>
                </a:lnTo>
                <a:lnTo>
                  <a:pt x="115570" y="1270"/>
                </a:lnTo>
                <a:lnTo>
                  <a:pt x="116814" y="1270"/>
                </a:lnTo>
                <a:lnTo>
                  <a:pt x="116814" y="0"/>
                </a:lnTo>
                <a:close/>
              </a:path>
            </a:pathLst>
          </a:custGeom>
          <a:solidFill>
            <a:srgbClr val="AC57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7119607" y="828039"/>
            <a:ext cx="78740" cy="8890"/>
          </a:xfrm>
          <a:custGeom>
            <a:avLst/>
            <a:gdLst/>
            <a:ahLst/>
            <a:cxnLst/>
            <a:rect l="l" t="t" r="r" b="b"/>
            <a:pathLst>
              <a:path w="78740" h="8890">
                <a:moveTo>
                  <a:pt x="78727" y="7620"/>
                </a:moveTo>
                <a:lnTo>
                  <a:pt x="77470" y="7620"/>
                </a:lnTo>
                <a:lnTo>
                  <a:pt x="77470" y="5080"/>
                </a:lnTo>
                <a:lnTo>
                  <a:pt x="76200" y="5080"/>
                </a:lnTo>
                <a:lnTo>
                  <a:pt x="76200" y="1270"/>
                </a:lnTo>
                <a:lnTo>
                  <a:pt x="74917" y="1270"/>
                </a:lnTo>
                <a:lnTo>
                  <a:pt x="74917" y="0"/>
                </a:lnTo>
                <a:lnTo>
                  <a:pt x="0" y="0"/>
                </a:lnTo>
                <a:lnTo>
                  <a:pt x="0" y="3810"/>
                </a:lnTo>
                <a:lnTo>
                  <a:pt x="1270" y="3810"/>
                </a:lnTo>
                <a:lnTo>
                  <a:pt x="1270" y="7620"/>
                </a:lnTo>
                <a:lnTo>
                  <a:pt x="2527" y="7620"/>
                </a:lnTo>
                <a:lnTo>
                  <a:pt x="2527" y="8890"/>
                </a:lnTo>
                <a:lnTo>
                  <a:pt x="78727" y="8890"/>
                </a:lnTo>
                <a:lnTo>
                  <a:pt x="78727" y="7620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8120354" y="828039"/>
            <a:ext cx="87630" cy="8890"/>
          </a:xfrm>
          <a:custGeom>
            <a:avLst/>
            <a:gdLst/>
            <a:ahLst/>
            <a:cxnLst/>
            <a:rect l="l" t="t" r="r" b="b"/>
            <a:pathLst>
              <a:path w="87629" h="8890">
                <a:moveTo>
                  <a:pt x="87617" y="0"/>
                </a:moveTo>
                <a:lnTo>
                  <a:pt x="1270" y="0"/>
                </a:lnTo>
                <a:lnTo>
                  <a:pt x="1270" y="3810"/>
                </a:lnTo>
                <a:lnTo>
                  <a:pt x="0" y="3810"/>
                </a:lnTo>
                <a:lnTo>
                  <a:pt x="0" y="8890"/>
                </a:lnTo>
                <a:lnTo>
                  <a:pt x="82550" y="8890"/>
                </a:lnTo>
                <a:lnTo>
                  <a:pt x="82550" y="7620"/>
                </a:lnTo>
                <a:lnTo>
                  <a:pt x="83820" y="7620"/>
                </a:lnTo>
                <a:lnTo>
                  <a:pt x="83820" y="5080"/>
                </a:lnTo>
                <a:lnTo>
                  <a:pt x="85102" y="5080"/>
                </a:lnTo>
                <a:lnTo>
                  <a:pt x="85102" y="3810"/>
                </a:lnTo>
                <a:lnTo>
                  <a:pt x="86372" y="3810"/>
                </a:lnTo>
                <a:lnTo>
                  <a:pt x="86372" y="2540"/>
                </a:lnTo>
                <a:lnTo>
                  <a:pt x="87617" y="2540"/>
                </a:lnTo>
                <a:lnTo>
                  <a:pt x="87617" y="0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7122135" y="836929"/>
            <a:ext cx="88900" cy="35560"/>
          </a:xfrm>
          <a:custGeom>
            <a:avLst/>
            <a:gdLst/>
            <a:ahLst/>
            <a:cxnLst/>
            <a:rect l="l" t="t" r="r" b="b"/>
            <a:pathLst>
              <a:path w="88900" h="35559">
                <a:moveTo>
                  <a:pt x="88900" y="33020"/>
                </a:moveTo>
                <a:lnTo>
                  <a:pt x="87642" y="33020"/>
                </a:lnTo>
                <a:lnTo>
                  <a:pt x="87642" y="29210"/>
                </a:lnTo>
                <a:lnTo>
                  <a:pt x="86372" y="29210"/>
                </a:lnTo>
                <a:lnTo>
                  <a:pt x="86372" y="25400"/>
                </a:lnTo>
                <a:lnTo>
                  <a:pt x="85090" y="25400"/>
                </a:lnTo>
                <a:lnTo>
                  <a:pt x="85090" y="21590"/>
                </a:lnTo>
                <a:lnTo>
                  <a:pt x="83820" y="21590"/>
                </a:lnTo>
                <a:lnTo>
                  <a:pt x="83820" y="19050"/>
                </a:lnTo>
                <a:lnTo>
                  <a:pt x="82550" y="19050"/>
                </a:lnTo>
                <a:lnTo>
                  <a:pt x="82550" y="15240"/>
                </a:lnTo>
                <a:lnTo>
                  <a:pt x="81292" y="15240"/>
                </a:lnTo>
                <a:lnTo>
                  <a:pt x="81292" y="12700"/>
                </a:lnTo>
                <a:lnTo>
                  <a:pt x="80022" y="12700"/>
                </a:lnTo>
                <a:lnTo>
                  <a:pt x="80022" y="8890"/>
                </a:lnTo>
                <a:lnTo>
                  <a:pt x="78740" y="8890"/>
                </a:lnTo>
                <a:lnTo>
                  <a:pt x="78740" y="6350"/>
                </a:lnTo>
                <a:lnTo>
                  <a:pt x="77470" y="6350"/>
                </a:lnTo>
                <a:lnTo>
                  <a:pt x="77470" y="2540"/>
                </a:lnTo>
                <a:lnTo>
                  <a:pt x="76200" y="2540"/>
                </a:lnTo>
                <a:lnTo>
                  <a:pt x="76200" y="0"/>
                </a:ln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6350"/>
                </a:lnTo>
                <a:lnTo>
                  <a:pt x="2540" y="6350"/>
                </a:lnTo>
                <a:lnTo>
                  <a:pt x="2540" y="10160"/>
                </a:lnTo>
                <a:lnTo>
                  <a:pt x="3822" y="10160"/>
                </a:lnTo>
                <a:lnTo>
                  <a:pt x="3822" y="13970"/>
                </a:lnTo>
                <a:lnTo>
                  <a:pt x="5092" y="13970"/>
                </a:lnTo>
                <a:lnTo>
                  <a:pt x="5092" y="17780"/>
                </a:lnTo>
                <a:lnTo>
                  <a:pt x="6350" y="17780"/>
                </a:lnTo>
                <a:lnTo>
                  <a:pt x="6350" y="22860"/>
                </a:lnTo>
                <a:lnTo>
                  <a:pt x="7620" y="22860"/>
                </a:lnTo>
                <a:lnTo>
                  <a:pt x="7620" y="26670"/>
                </a:lnTo>
                <a:lnTo>
                  <a:pt x="8890" y="26670"/>
                </a:lnTo>
                <a:lnTo>
                  <a:pt x="8890" y="30480"/>
                </a:lnTo>
                <a:lnTo>
                  <a:pt x="10172" y="30480"/>
                </a:lnTo>
                <a:lnTo>
                  <a:pt x="10172" y="34290"/>
                </a:lnTo>
                <a:lnTo>
                  <a:pt x="11442" y="34290"/>
                </a:lnTo>
                <a:lnTo>
                  <a:pt x="11442" y="35560"/>
                </a:lnTo>
                <a:lnTo>
                  <a:pt x="88900" y="35560"/>
                </a:lnTo>
                <a:lnTo>
                  <a:pt x="88900" y="33020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8108925" y="836929"/>
            <a:ext cx="92710" cy="35560"/>
          </a:xfrm>
          <a:custGeom>
            <a:avLst/>
            <a:gdLst/>
            <a:ahLst/>
            <a:cxnLst/>
            <a:rect l="l" t="t" r="r" b="b"/>
            <a:pathLst>
              <a:path w="92709" h="35559">
                <a:moveTo>
                  <a:pt x="92697" y="0"/>
                </a:moveTo>
                <a:lnTo>
                  <a:pt x="10147" y="0"/>
                </a:lnTo>
                <a:lnTo>
                  <a:pt x="10147" y="3810"/>
                </a:lnTo>
                <a:lnTo>
                  <a:pt x="8902" y="3810"/>
                </a:lnTo>
                <a:lnTo>
                  <a:pt x="8902" y="7620"/>
                </a:lnTo>
                <a:lnTo>
                  <a:pt x="7632" y="7620"/>
                </a:lnTo>
                <a:lnTo>
                  <a:pt x="7632" y="12700"/>
                </a:lnTo>
                <a:lnTo>
                  <a:pt x="6350" y="12700"/>
                </a:lnTo>
                <a:lnTo>
                  <a:pt x="6350" y="16510"/>
                </a:lnTo>
                <a:lnTo>
                  <a:pt x="5080" y="16510"/>
                </a:lnTo>
                <a:lnTo>
                  <a:pt x="5080" y="21590"/>
                </a:lnTo>
                <a:lnTo>
                  <a:pt x="3797" y="21590"/>
                </a:lnTo>
                <a:lnTo>
                  <a:pt x="3797" y="25400"/>
                </a:lnTo>
                <a:lnTo>
                  <a:pt x="2552" y="25400"/>
                </a:lnTo>
                <a:lnTo>
                  <a:pt x="2552" y="29210"/>
                </a:lnTo>
                <a:lnTo>
                  <a:pt x="1282" y="29210"/>
                </a:lnTo>
                <a:lnTo>
                  <a:pt x="1282" y="34290"/>
                </a:lnTo>
                <a:lnTo>
                  <a:pt x="0" y="34290"/>
                </a:lnTo>
                <a:lnTo>
                  <a:pt x="0" y="35560"/>
                </a:lnTo>
                <a:lnTo>
                  <a:pt x="69850" y="35560"/>
                </a:lnTo>
                <a:lnTo>
                  <a:pt x="69850" y="34290"/>
                </a:lnTo>
                <a:lnTo>
                  <a:pt x="71132" y="34290"/>
                </a:lnTo>
                <a:lnTo>
                  <a:pt x="71132" y="31750"/>
                </a:lnTo>
                <a:lnTo>
                  <a:pt x="72402" y="31750"/>
                </a:lnTo>
                <a:lnTo>
                  <a:pt x="72402" y="29210"/>
                </a:lnTo>
                <a:lnTo>
                  <a:pt x="73647" y="29210"/>
                </a:lnTo>
                <a:lnTo>
                  <a:pt x="73647" y="27940"/>
                </a:lnTo>
                <a:lnTo>
                  <a:pt x="74930" y="27940"/>
                </a:lnTo>
                <a:lnTo>
                  <a:pt x="74930" y="25400"/>
                </a:lnTo>
                <a:lnTo>
                  <a:pt x="76200" y="25400"/>
                </a:lnTo>
                <a:lnTo>
                  <a:pt x="76200" y="24130"/>
                </a:lnTo>
                <a:lnTo>
                  <a:pt x="77482" y="24130"/>
                </a:lnTo>
                <a:lnTo>
                  <a:pt x="77482" y="22860"/>
                </a:lnTo>
                <a:lnTo>
                  <a:pt x="78752" y="22860"/>
                </a:lnTo>
                <a:lnTo>
                  <a:pt x="78752" y="20320"/>
                </a:lnTo>
                <a:lnTo>
                  <a:pt x="79997" y="20320"/>
                </a:lnTo>
                <a:lnTo>
                  <a:pt x="79997" y="19050"/>
                </a:lnTo>
                <a:lnTo>
                  <a:pt x="81280" y="19050"/>
                </a:lnTo>
                <a:lnTo>
                  <a:pt x="81280" y="16510"/>
                </a:lnTo>
                <a:lnTo>
                  <a:pt x="82550" y="16510"/>
                </a:lnTo>
                <a:lnTo>
                  <a:pt x="82550" y="15240"/>
                </a:lnTo>
                <a:lnTo>
                  <a:pt x="83832" y="15240"/>
                </a:lnTo>
                <a:lnTo>
                  <a:pt x="83832" y="12700"/>
                </a:lnTo>
                <a:lnTo>
                  <a:pt x="85102" y="12700"/>
                </a:lnTo>
                <a:lnTo>
                  <a:pt x="85102" y="11430"/>
                </a:lnTo>
                <a:lnTo>
                  <a:pt x="86347" y="11430"/>
                </a:lnTo>
                <a:lnTo>
                  <a:pt x="86347" y="10160"/>
                </a:lnTo>
                <a:lnTo>
                  <a:pt x="87630" y="10160"/>
                </a:lnTo>
                <a:lnTo>
                  <a:pt x="87630" y="7620"/>
                </a:lnTo>
                <a:lnTo>
                  <a:pt x="88900" y="7620"/>
                </a:lnTo>
                <a:lnTo>
                  <a:pt x="88900" y="6350"/>
                </a:lnTo>
                <a:lnTo>
                  <a:pt x="90182" y="6350"/>
                </a:lnTo>
                <a:lnTo>
                  <a:pt x="90182" y="3810"/>
                </a:lnTo>
                <a:lnTo>
                  <a:pt x="91452" y="3810"/>
                </a:lnTo>
                <a:lnTo>
                  <a:pt x="91452" y="2540"/>
                </a:lnTo>
                <a:lnTo>
                  <a:pt x="92697" y="2540"/>
                </a:lnTo>
                <a:lnTo>
                  <a:pt x="92697" y="0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7133585" y="872488"/>
            <a:ext cx="78740" cy="2540"/>
          </a:xfrm>
          <a:custGeom>
            <a:avLst/>
            <a:gdLst/>
            <a:ahLst/>
            <a:cxnLst/>
            <a:rect l="l" t="t" r="r" b="b"/>
            <a:pathLst>
              <a:path w="78740" h="2540">
                <a:moveTo>
                  <a:pt x="78724" y="2539"/>
                </a:moveTo>
                <a:lnTo>
                  <a:pt x="0" y="2539"/>
                </a:lnTo>
                <a:lnTo>
                  <a:pt x="0" y="0"/>
                </a:lnTo>
                <a:lnTo>
                  <a:pt x="77449" y="0"/>
                </a:lnTo>
                <a:lnTo>
                  <a:pt x="77449" y="1269"/>
                </a:lnTo>
                <a:lnTo>
                  <a:pt x="78724" y="1269"/>
                </a:lnTo>
                <a:lnTo>
                  <a:pt x="78724" y="2539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8108933" y="872488"/>
            <a:ext cx="69850" cy="2540"/>
          </a:xfrm>
          <a:custGeom>
            <a:avLst/>
            <a:gdLst/>
            <a:ahLst/>
            <a:cxnLst/>
            <a:rect l="l" t="t" r="r" b="b"/>
            <a:pathLst>
              <a:path w="69850" h="2540">
                <a:moveTo>
                  <a:pt x="69849" y="2539"/>
                </a:moveTo>
                <a:lnTo>
                  <a:pt x="0" y="2539"/>
                </a:lnTo>
                <a:lnTo>
                  <a:pt x="0" y="0"/>
                </a:lnTo>
                <a:lnTo>
                  <a:pt x="69849" y="0"/>
                </a:lnTo>
                <a:lnTo>
                  <a:pt x="69849" y="2539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7134835" y="875029"/>
            <a:ext cx="90170" cy="40640"/>
          </a:xfrm>
          <a:custGeom>
            <a:avLst/>
            <a:gdLst/>
            <a:ahLst/>
            <a:cxnLst/>
            <a:rect l="l" t="t" r="r" b="b"/>
            <a:pathLst>
              <a:path w="90170" h="40640">
                <a:moveTo>
                  <a:pt x="90170" y="36830"/>
                </a:moveTo>
                <a:lnTo>
                  <a:pt x="88900" y="36830"/>
                </a:lnTo>
                <a:lnTo>
                  <a:pt x="88900" y="33020"/>
                </a:lnTo>
                <a:lnTo>
                  <a:pt x="87642" y="33020"/>
                </a:lnTo>
                <a:lnTo>
                  <a:pt x="87642" y="29210"/>
                </a:lnTo>
                <a:lnTo>
                  <a:pt x="86372" y="29210"/>
                </a:lnTo>
                <a:lnTo>
                  <a:pt x="86372" y="25400"/>
                </a:lnTo>
                <a:lnTo>
                  <a:pt x="85090" y="25400"/>
                </a:lnTo>
                <a:lnTo>
                  <a:pt x="85090" y="21590"/>
                </a:lnTo>
                <a:lnTo>
                  <a:pt x="83820" y="21590"/>
                </a:lnTo>
                <a:lnTo>
                  <a:pt x="83820" y="17780"/>
                </a:lnTo>
                <a:lnTo>
                  <a:pt x="82550" y="17780"/>
                </a:lnTo>
                <a:lnTo>
                  <a:pt x="82550" y="13970"/>
                </a:lnTo>
                <a:lnTo>
                  <a:pt x="81292" y="13970"/>
                </a:lnTo>
                <a:lnTo>
                  <a:pt x="81292" y="10160"/>
                </a:lnTo>
                <a:lnTo>
                  <a:pt x="80022" y="10160"/>
                </a:lnTo>
                <a:lnTo>
                  <a:pt x="80022" y="6350"/>
                </a:lnTo>
                <a:lnTo>
                  <a:pt x="78740" y="6350"/>
                </a:lnTo>
                <a:lnTo>
                  <a:pt x="78740" y="2540"/>
                </a:lnTo>
                <a:lnTo>
                  <a:pt x="77470" y="2540"/>
                </a:lnTo>
                <a:lnTo>
                  <a:pt x="77470" y="0"/>
                </a:lnTo>
                <a:lnTo>
                  <a:pt x="0" y="0"/>
                </a:lnTo>
                <a:lnTo>
                  <a:pt x="0" y="3810"/>
                </a:lnTo>
                <a:lnTo>
                  <a:pt x="1270" y="3810"/>
                </a:lnTo>
                <a:lnTo>
                  <a:pt x="1270" y="8890"/>
                </a:lnTo>
                <a:lnTo>
                  <a:pt x="2540" y="8890"/>
                </a:lnTo>
                <a:lnTo>
                  <a:pt x="2540" y="12700"/>
                </a:lnTo>
                <a:lnTo>
                  <a:pt x="3822" y="12700"/>
                </a:lnTo>
                <a:lnTo>
                  <a:pt x="3822" y="16510"/>
                </a:lnTo>
                <a:lnTo>
                  <a:pt x="5092" y="16510"/>
                </a:lnTo>
                <a:lnTo>
                  <a:pt x="5092" y="20320"/>
                </a:lnTo>
                <a:lnTo>
                  <a:pt x="6350" y="20320"/>
                </a:lnTo>
                <a:lnTo>
                  <a:pt x="6350" y="24130"/>
                </a:lnTo>
                <a:lnTo>
                  <a:pt x="7620" y="24130"/>
                </a:lnTo>
                <a:lnTo>
                  <a:pt x="7620" y="27940"/>
                </a:lnTo>
                <a:lnTo>
                  <a:pt x="8890" y="27940"/>
                </a:lnTo>
                <a:lnTo>
                  <a:pt x="8890" y="33020"/>
                </a:lnTo>
                <a:lnTo>
                  <a:pt x="10172" y="33020"/>
                </a:lnTo>
                <a:lnTo>
                  <a:pt x="10172" y="36830"/>
                </a:lnTo>
                <a:lnTo>
                  <a:pt x="11442" y="36830"/>
                </a:lnTo>
                <a:lnTo>
                  <a:pt x="11442" y="40640"/>
                </a:lnTo>
                <a:lnTo>
                  <a:pt x="90170" y="40640"/>
                </a:lnTo>
                <a:lnTo>
                  <a:pt x="90170" y="36830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8096225" y="875029"/>
            <a:ext cx="81280" cy="40640"/>
          </a:xfrm>
          <a:custGeom>
            <a:avLst/>
            <a:gdLst/>
            <a:ahLst/>
            <a:cxnLst/>
            <a:rect l="l" t="t" r="r" b="b"/>
            <a:pathLst>
              <a:path w="81279" h="40640">
                <a:moveTo>
                  <a:pt x="81280" y="0"/>
                </a:moveTo>
                <a:lnTo>
                  <a:pt x="11430" y="0"/>
                </a:lnTo>
                <a:lnTo>
                  <a:pt x="11430" y="5080"/>
                </a:lnTo>
                <a:lnTo>
                  <a:pt x="10147" y="5080"/>
                </a:lnTo>
                <a:lnTo>
                  <a:pt x="10147" y="8890"/>
                </a:lnTo>
                <a:lnTo>
                  <a:pt x="8902" y="8890"/>
                </a:lnTo>
                <a:lnTo>
                  <a:pt x="8902" y="12700"/>
                </a:lnTo>
                <a:lnTo>
                  <a:pt x="7632" y="12700"/>
                </a:lnTo>
                <a:lnTo>
                  <a:pt x="7632" y="17780"/>
                </a:lnTo>
                <a:lnTo>
                  <a:pt x="6350" y="17780"/>
                </a:lnTo>
                <a:lnTo>
                  <a:pt x="6350" y="21590"/>
                </a:lnTo>
                <a:lnTo>
                  <a:pt x="5080" y="21590"/>
                </a:lnTo>
                <a:lnTo>
                  <a:pt x="5080" y="26670"/>
                </a:lnTo>
                <a:lnTo>
                  <a:pt x="3797" y="26670"/>
                </a:lnTo>
                <a:lnTo>
                  <a:pt x="3797" y="30480"/>
                </a:lnTo>
                <a:lnTo>
                  <a:pt x="2552" y="30480"/>
                </a:lnTo>
                <a:lnTo>
                  <a:pt x="2552" y="34290"/>
                </a:lnTo>
                <a:lnTo>
                  <a:pt x="1282" y="34290"/>
                </a:lnTo>
                <a:lnTo>
                  <a:pt x="1282" y="39370"/>
                </a:lnTo>
                <a:lnTo>
                  <a:pt x="0" y="39370"/>
                </a:lnTo>
                <a:lnTo>
                  <a:pt x="0" y="40640"/>
                </a:lnTo>
                <a:lnTo>
                  <a:pt x="68580" y="40640"/>
                </a:lnTo>
                <a:lnTo>
                  <a:pt x="68580" y="38100"/>
                </a:lnTo>
                <a:lnTo>
                  <a:pt x="69850" y="38100"/>
                </a:lnTo>
                <a:lnTo>
                  <a:pt x="69850" y="34290"/>
                </a:lnTo>
                <a:lnTo>
                  <a:pt x="71132" y="34290"/>
                </a:lnTo>
                <a:lnTo>
                  <a:pt x="71132" y="30480"/>
                </a:lnTo>
                <a:lnTo>
                  <a:pt x="72402" y="30480"/>
                </a:lnTo>
                <a:lnTo>
                  <a:pt x="72402" y="26670"/>
                </a:lnTo>
                <a:lnTo>
                  <a:pt x="73647" y="26670"/>
                </a:lnTo>
                <a:lnTo>
                  <a:pt x="73647" y="22860"/>
                </a:lnTo>
                <a:lnTo>
                  <a:pt x="74930" y="22860"/>
                </a:lnTo>
                <a:lnTo>
                  <a:pt x="74930" y="19050"/>
                </a:lnTo>
                <a:lnTo>
                  <a:pt x="76200" y="19050"/>
                </a:lnTo>
                <a:lnTo>
                  <a:pt x="76200" y="15240"/>
                </a:lnTo>
                <a:lnTo>
                  <a:pt x="77482" y="15240"/>
                </a:lnTo>
                <a:lnTo>
                  <a:pt x="77482" y="11430"/>
                </a:lnTo>
                <a:lnTo>
                  <a:pt x="78752" y="11430"/>
                </a:lnTo>
                <a:lnTo>
                  <a:pt x="78752" y="7620"/>
                </a:lnTo>
                <a:lnTo>
                  <a:pt x="79997" y="7620"/>
                </a:lnTo>
                <a:lnTo>
                  <a:pt x="79997" y="3810"/>
                </a:lnTo>
                <a:lnTo>
                  <a:pt x="81280" y="3810"/>
                </a:lnTo>
                <a:lnTo>
                  <a:pt x="81280" y="0"/>
                </a:lnTo>
                <a:close/>
              </a:path>
            </a:pathLst>
          </a:custGeom>
          <a:solidFill>
            <a:srgbClr val="AC5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7147535" y="915669"/>
            <a:ext cx="88265" cy="29209"/>
          </a:xfrm>
          <a:custGeom>
            <a:avLst/>
            <a:gdLst/>
            <a:ahLst/>
            <a:cxnLst/>
            <a:rect l="l" t="t" r="r" b="b"/>
            <a:pathLst>
              <a:path w="88265" h="29209">
                <a:moveTo>
                  <a:pt x="87642" y="27940"/>
                </a:moveTo>
                <a:lnTo>
                  <a:pt x="86372" y="27940"/>
                </a:lnTo>
                <a:lnTo>
                  <a:pt x="86372" y="24130"/>
                </a:lnTo>
                <a:lnTo>
                  <a:pt x="85090" y="24130"/>
                </a:lnTo>
                <a:lnTo>
                  <a:pt x="85090" y="20320"/>
                </a:lnTo>
                <a:lnTo>
                  <a:pt x="83820" y="20320"/>
                </a:lnTo>
                <a:lnTo>
                  <a:pt x="83820" y="16510"/>
                </a:lnTo>
                <a:lnTo>
                  <a:pt x="82550" y="16510"/>
                </a:lnTo>
                <a:lnTo>
                  <a:pt x="82550" y="12700"/>
                </a:lnTo>
                <a:lnTo>
                  <a:pt x="81292" y="12700"/>
                </a:lnTo>
                <a:lnTo>
                  <a:pt x="81292" y="8890"/>
                </a:lnTo>
                <a:lnTo>
                  <a:pt x="80022" y="8890"/>
                </a:lnTo>
                <a:lnTo>
                  <a:pt x="80022" y="5080"/>
                </a:lnTo>
                <a:lnTo>
                  <a:pt x="78740" y="5080"/>
                </a:lnTo>
                <a:lnTo>
                  <a:pt x="78740" y="0"/>
                </a:lnTo>
                <a:lnTo>
                  <a:pt x="0" y="0"/>
                </a:lnTo>
                <a:lnTo>
                  <a:pt x="0" y="3810"/>
                </a:lnTo>
                <a:lnTo>
                  <a:pt x="1270" y="3810"/>
                </a:lnTo>
                <a:lnTo>
                  <a:pt x="1270" y="7620"/>
                </a:lnTo>
                <a:lnTo>
                  <a:pt x="2540" y="7620"/>
                </a:lnTo>
                <a:lnTo>
                  <a:pt x="2540" y="11430"/>
                </a:lnTo>
                <a:lnTo>
                  <a:pt x="3822" y="11430"/>
                </a:lnTo>
                <a:lnTo>
                  <a:pt x="3822" y="16510"/>
                </a:lnTo>
                <a:lnTo>
                  <a:pt x="5092" y="16510"/>
                </a:lnTo>
                <a:lnTo>
                  <a:pt x="5092" y="20320"/>
                </a:lnTo>
                <a:lnTo>
                  <a:pt x="6350" y="20320"/>
                </a:lnTo>
                <a:lnTo>
                  <a:pt x="6350" y="24130"/>
                </a:lnTo>
                <a:lnTo>
                  <a:pt x="7620" y="24130"/>
                </a:lnTo>
                <a:lnTo>
                  <a:pt x="7620" y="27940"/>
                </a:lnTo>
                <a:lnTo>
                  <a:pt x="8890" y="27940"/>
                </a:lnTo>
                <a:lnTo>
                  <a:pt x="8890" y="29210"/>
                </a:lnTo>
                <a:lnTo>
                  <a:pt x="87642" y="29210"/>
                </a:lnTo>
                <a:lnTo>
                  <a:pt x="87642" y="27940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8088604" y="915669"/>
            <a:ext cx="76200" cy="29209"/>
          </a:xfrm>
          <a:custGeom>
            <a:avLst/>
            <a:gdLst/>
            <a:ahLst/>
            <a:cxnLst/>
            <a:rect l="l" t="t" r="r" b="b"/>
            <a:pathLst>
              <a:path w="76200" h="29209">
                <a:moveTo>
                  <a:pt x="76200" y="0"/>
                </a:moveTo>
                <a:lnTo>
                  <a:pt x="7620" y="0"/>
                </a:lnTo>
                <a:lnTo>
                  <a:pt x="7620" y="2540"/>
                </a:lnTo>
                <a:lnTo>
                  <a:pt x="6350" y="2540"/>
                </a:lnTo>
                <a:lnTo>
                  <a:pt x="6350" y="7620"/>
                </a:lnTo>
                <a:lnTo>
                  <a:pt x="5067" y="7620"/>
                </a:lnTo>
                <a:lnTo>
                  <a:pt x="5067" y="11430"/>
                </a:lnTo>
                <a:lnTo>
                  <a:pt x="3822" y="11430"/>
                </a:lnTo>
                <a:lnTo>
                  <a:pt x="3822" y="15240"/>
                </a:lnTo>
                <a:lnTo>
                  <a:pt x="2552" y="15240"/>
                </a:lnTo>
                <a:lnTo>
                  <a:pt x="2552" y="20320"/>
                </a:lnTo>
                <a:lnTo>
                  <a:pt x="1270" y="20320"/>
                </a:lnTo>
                <a:lnTo>
                  <a:pt x="1270" y="24130"/>
                </a:lnTo>
                <a:lnTo>
                  <a:pt x="0" y="24130"/>
                </a:lnTo>
                <a:lnTo>
                  <a:pt x="0" y="29210"/>
                </a:lnTo>
                <a:lnTo>
                  <a:pt x="66052" y="29210"/>
                </a:lnTo>
                <a:lnTo>
                  <a:pt x="66052" y="27940"/>
                </a:lnTo>
                <a:lnTo>
                  <a:pt x="67322" y="27940"/>
                </a:lnTo>
                <a:lnTo>
                  <a:pt x="67322" y="24130"/>
                </a:lnTo>
                <a:lnTo>
                  <a:pt x="68567" y="24130"/>
                </a:lnTo>
                <a:lnTo>
                  <a:pt x="68567" y="20320"/>
                </a:lnTo>
                <a:lnTo>
                  <a:pt x="69850" y="20320"/>
                </a:lnTo>
                <a:lnTo>
                  <a:pt x="69850" y="16510"/>
                </a:lnTo>
                <a:lnTo>
                  <a:pt x="71120" y="16510"/>
                </a:lnTo>
                <a:lnTo>
                  <a:pt x="71120" y="12700"/>
                </a:lnTo>
                <a:lnTo>
                  <a:pt x="72402" y="12700"/>
                </a:lnTo>
                <a:lnTo>
                  <a:pt x="72402" y="8890"/>
                </a:lnTo>
                <a:lnTo>
                  <a:pt x="73672" y="8890"/>
                </a:lnTo>
                <a:lnTo>
                  <a:pt x="73672" y="5080"/>
                </a:lnTo>
                <a:lnTo>
                  <a:pt x="74917" y="5080"/>
                </a:lnTo>
                <a:lnTo>
                  <a:pt x="74917" y="1270"/>
                </a:lnTo>
                <a:lnTo>
                  <a:pt x="76200" y="1270"/>
                </a:lnTo>
                <a:lnTo>
                  <a:pt x="76200" y="0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7156425" y="944879"/>
            <a:ext cx="82550" cy="13970"/>
          </a:xfrm>
          <a:custGeom>
            <a:avLst/>
            <a:gdLst/>
            <a:ahLst/>
            <a:cxnLst/>
            <a:rect l="l" t="t" r="r" b="b"/>
            <a:pathLst>
              <a:path w="82550" h="13969">
                <a:moveTo>
                  <a:pt x="82550" y="10160"/>
                </a:moveTo>
                <a:lnTo>
                  <a:pt x="81280" y="10160"/>
                </a:lnTo>
                <a:lnTo>
                  <a:pt x="81280" y="6350"/>
                </a:lnTo>
                <a:lnTo>
                  <a:pt x="80010" y="6350"/>
                </a:lnTo>
                <a:lnTo>
                  <a:pt x="80010" y="2540"/>
                </a:lnTo>
                <a:lnTo>
                  <a:pt x="78752" y="2540"/>
                </a:lnTo>
                <a:lnTo>
                  <a:pt x="78752" y="0"/>
                </a:lnTo>
                <a:lnTo>
                  <a:pt x="0" y="0"/>
                </a:lnTo>
                <a:lnTo>
                  <a:pt x="0" y="2540"/>
                </a:lnTo>
                <a:lnTo>
                  <a:pt x="1282" y="2540"/>
                </a:lnTo>
                <a:lnTo>
                  <a:pt x="1282" y="6350"/>
                </a:lnTo>
                <a:lnTo>
                  <a:pt x="2552" y="6350"/>
                </a:lnTo>
                <a:lnTo>
                  <a:pt x="2552" y="10160"/>
                </a:lnTo>
                <a:lnTo>
                  <a:pt x="3810" y="10160"/>
                </a:lnTo>
                <a:lnTo>
                  <a:pt x="3810" y="13970"/>
                </a:lnTo>
                <a:lnTo>
                  <a:pt x="82550" y="13970"/>
                </a:lnTo>
                <a:lnTo>
                  <a:pt x="82550" y="10160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8083533" y="944878"/>
            <a:ext cx="71120" cy="13970"/>
          </a:xfrm>
          <a:custGeom>
            <a:avLst/>
            <a:gdLst/>
            <a:ahLst/>
            <a:cxnLst/>
            <a:rect l="l" t="t" r="r" b="b"/>
            <a:pathLst>
              <a:path w="71120" h="13969">
                <a:moveTo>
                  <a:pt x="67299" y="13967"/>
                </a:moveTo>
                <a:lnTo>
                  <a:pt x="0" y="13967"/>
                </a:lnTo>
                <a:lnTo>
                  <a:pt x="0" y="12697"/>
                </a:lnTo>
                <a:lnTo>
                  <a:pt x="1274" y="12697"/>
                </a:lnTo>
                <a:lnTo>
                  <a:pt x="1274" y="7617"/>
                </a:lnTo>
                <a:lnTo>
                  <a:pt x="2549" y="7617"/>
                </a:lnTo>
                <a:lnTo>
                  <a:pt x="2549" y="3807"/>
                </a:lnTo>
                <a:lnTo>
                  <a:pt x="3799" y="3807"/>
                </a:lnTo>
                <a:lnTo>
                  <a:pt x="3799" y="0"/>
                </a:lnTo>
                <a:lnTo>
                  <a:pt x="71124" y="0"/>
                </a:lnTo>
                <a:lnTo>
                  <a:pt x="71124" y="2539"/>
                </a:lnTo>
                <a:lnTo>
                  <a:pt x="69849" y="2539"/>
                </a:lnTo>
                <a:lnTo>
                  <a:pt x="69849" y="6347"/>
                </a:lnTo>
                <a:lnTo>
                  <a:pt x="68574" y="6347"/>
                </a:lnTo>
                <a:lnTo>
                  <a:pt x="68574" y="10157"/>
                </a:lnTo>
                <a:lnTo>
                  <a:pt x="67299" y="10157"/>
                </a:lnTo>
                <a:lnTo>
                  <a:pt x="67299" y="13967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7160235" y="958848"/>
            <a:ext cx="81915" cy="5080"/>
          </a:xfrm>
          <a:custGeom>
            <a:avLst/>
            <a:gdLst/>
            <a:ahLst/>
            <a:cxnLst/>
            <a:rect l="l" t="t" r="r" b="b"/>
            <a:pathLst>
              <a:path w="81915" h="5080">
                <a:moveTo>
                  <a:pt x="81299" y="5077"/>
                </a:moveTo>
                <a:lnTo>
                  <a:pt x="1274" y="5077"/>
                </a:lnTo>
                <a:lnTo>
                  <a:pt x="1274" y="1269"/>
                </a:lnTo>
                <a:lnTo>
                  <a:pt x="0" y="1269"/>
                </a:lnTo>
                <a:lnTo>
                  <a:pt x="0" y="0"/>
                </a:lnTo>
                <a:lnTo>
                  <a:pt x="80024" y="0"/>
                </a:lnTo>
                <a:lnTo>
                  <a:pt x="80024" y="3809"/>
                </a:lnTo>
                <a:lnTo>
                  <a:pt x="81299" y="3809"/>
                </a:lnTo>
                <a:lnTo>
                  <a:pt x="81299" y="5077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8082258" y="958848"/>
            <a:ext cx="67945" cy="5080"/>
          </a:xfrm>
          <a:custGeom>
            <a:avLst/>
            <a:gdLst/>
            <a:ahLst/>
            <a:cxnLst/>
            <a:rect l="l" t="t" r="r" b="b"/>
            <a:pathLst>
              <a:path w="67945" h="5080">
                <a:moveTo>
                  <a:pt x="66049" y="5077"/>
                </a:moveTo>
                <a:lnTo>
                  <a:pt x="0" y="5077"/>
                </a:lnTo>
                <a:lnTo>
                  <a:pt x="0" y="2537"/>
                </a:lnTo>
                <a:lnTo>
                  <a:pt x="1274" y="2537"/>
                </a:lnTo>
                <a:lnTo>
                  <a:pt x="1274" y="0"/>
                </a:lnTo>
                <a:lnTo>
                  <a:pt x="67324" y="0"/>
                </a:lnTo>
                <a:lnTo>
                  <a:pt x="67324" y="3809"/>
                </a:lnTo>
                <a:lnTo>
                  <a:pt x="66049" y="3809"/>
                </a:lnTo>
                <a:lnTo>
                  <a:pt x="66049" y="5077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7162785" y="963928"/>
            <a:ext cx="86360" cy="25400"/>
          </a:xfrm>
          <a:custGeom>
            <a:avLst/>
            <a:gdLst/>
            <a:ahLst/>
            <a:cxnLst/>
            <a:rect l="l" t="t" r="r" b="b"/>
            <a:pathLst>
              <a:path w="86359" h="25400">
                <a:moveTo>
                  <a:pt x="86349" y="25397"/>
                </a:moveTo>
                <a:lnTo>
                  <a:pt x="7624" y="25397"/>
                </a:lnTo>
                <a:lnTo>
                  <a:pt x="7624" y="24129"/>
                </a:lnTo>
                <a:lnTo>
                  <a:pt x="6349" y="24129"/>
                </a:lnTo>
                <a:lnTo>
                  <a:pt x="6349" y="20319"/>
                </a:lnTo>
                <a:lnTo>
                  <a:pt x="5074" y="20319"/>
                </a:lnTo>
                <a:lnTo>
                  <a:pt x="5074" y="15239"/>
                </a:lnTo>
                <a:lnTo>
                  <a:pt x="3799" y="15239"/>
                </a:lnTo>
                <a:lnTo>
                  <a:pt x="3799" y="11429"/>
                </a:lnTo>
                <a:lnTo>
                  <a:pt x="2549" y="11429"/>
                </a:lnTo>
                <a:lnTo>
                  <a:pt x="2549" y="7619"/>
                </a:lnTo>
                <a:lnTo>
                  <a:pt x="1274" y="7619"/>
                </a:lnTo>
                <a:lnTo>
                  <a:pt x="1274" y="3807"/>
                </a:lnTo>
                <a:lnTo>
                  <a:pt x="0" y="3807"/>
                </a:lnTo>
                <a:lnTo>
                  <a:pt x="0" y="0"/>
                </a:lnTo>
                <a:lnTo>
                  <a:pt x="78749" y="0"/>
                </a:lnTo>
                <a:lnTo>
                  <a:pt x="78749" y="2539"/>
                </a:lnTo>
                <a:lnTo>
                  <a:pt x="79999" y="2539"/>
                </a:lnTo>
                <a:lnTo>
                  <a:pt x="79999" y="6347"/>
                </a:lnTo>
                <a:lnTo>
                  <a:pt x="81274" y="6347"/>
                </a:lnTo>
                <a:lnTo>
                  <a:pt x="81274" y="10157"/>
                </a:lnTo>
                <a:lnTo>
                  <a:pt x="82549" y="10157"/>
                </a:lnTo>
                <a:lnTo>
                  <a:pt x="82549" y="13969"/>
                </a:lnTo>
                <a:lnTo>
                  <a:pt x="83824" y="13969"/>
                </a:lnTo>
                <a:lnTo>
                  <a:pt x="83824" y="17779"/>
                </a:lnTo>
                <a:lnTo>
                  <a:pt x="85099" y="17779"/>
                </a:lnTo>
                <a:lnTo>
                  <a:pt x="85099" y="21589"/>
                </a:lnTo>
                <a:lnTo>
                  <a:pt x="86349" y="21589"/>
                </a:lnTo>
                <a:lnTo>
                  <a:pt x="86349" y="25397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8074622" y="963929"/>
            <a:ext cx="74295" cy="25400"/>
          </a:xfrm>
          <a:custGeom>
            <a:avLst/>
            <a:gdLst/>
            <a:ahLst/>
            <a:cxnLst/>
            <a:rect l="l" t="t" r="r" b="b"/>
            <a:pathLst>
              <a:path w="74295" h="25400">
                <a:moveTo>
                  <a:pt x="73685" y="0"/>
                </a:moveTo>
                <a:lnTo>
                  <a:pt x="7632" y="0"/>
                </a:lnTo>
                <a:lnTo>
                  <a:pt x="7632" y="2540"/>
                </a:lnTo>
                <a:lnTo>
                  <a:pt x="6350" y="2540"/>
                </a:lnTo>
                <a:lnTo>
                  <a:pt x="6350" y="6350"/>
                </a:lnTo>
                <a:lnTo>
                  <a:pt x="5105" y="6350"/>
                </a:lnTo>
                <a:lnTo>
                  <a:pt x="5105" y="10160"/>
                </a:lnTo>
                <a:lnTo>
                  <a:pt x="3835" y="10160"/>
                </a:lnTo>
                <a:lnTo>
                  <a:pt x="3835" y="15240"/>
                </a:lnTo>
                <a:lnTo>
                  <a:pt x="2552" y="15240"/>
                </a:lnTo>
                <a:lnTo>
                  <a:pt x="2552" y="19050"/>
                </a:lnTo>
                <a:lnTo>
                  <a:pt x="1282" y="19050"/>
                </a:lnTo>
                <a:lnTo>
                  <a:pt x="1282" y="24130"/>
                </a:lnTo>
                <a:lnTo>
                  <a:pt x="0" y="24130"/>
                </a:lnTo>
                <a:lnTo>
                  <a:pt x="0" y="25400"/>
                </a:lnTo>
                <a:lnTo>
                  <a:pt x="66052" y="25400"/>
                </a:lnTo>
                <a:lnTo>
                  <a:pt x="66052" y="21590"/>
                </a:lnTo>
                <a:lnTo>
                  <a:pt x="67335" y="21590"/>
                </a:lnTo>
                <a:lnTo>
                  <a:pt x="67335" y="17780"/>
                </a:lnTo>
                <a:lnTo>
                  <a:pt x="68605" y="17780"/>
                </a:lnTo>
                <a:lnTo>
                  <a:pt x="68605" y="13970"/>
                </a:lnTo>
                <a:lnTo>
                  <a:pt x="69850" y="13970"/>
                </a:lnTo>
                <a:lnTo>
                  <a:pt x="69850" y="10160"/>
                </a:lnTo>
                <a:lnTo>
                  <a:pt x="71132" y="10160"/>
                </a:lnTo>
                <a:lnTo>
                  <a:pt x="71132" y="6350"/>
                </a:lnTo>
                <a:lnTo>
                  <a:pt x="72402" y="6350"/>
                </a:lnTo>
                <a:lnTo>
                  <a:pt x="72402" y="2540"/>
                </a:lnTo>
                <a:lnTo>
                  <a:pt x="73685" y="2540"/>
                </a:lnTo>
                <a:lnTo>
                  <a:pt x="73685" y="0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7170410" y="989327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20" h="12700">
                <a:moveTo>
                  <a:pt x="83824" y="12697"/>
                </a:moveTo>
                <a:lnTo>
                  <a:pt x="3799" y="12697"/>
                </a:lnTo>
                <a:lnTo>
                  <a:pt x="3799" y="10157"/>
                </a:lnTo>
                <a:lnTo>
                  <a:pt x="2524" y="10157"/>
                </a:lnTo>
                <a:lnTo>
                  <a:pt x="2524" y="6347"/>
                </a:lnTo>
                <a:lnTo>
                  <a:pt x="1274" y="6347"/>
                </a:lnTo>
                <a:lnTo>
                  <a:pt x="1274" y="2539"/>
                </a:lnTo>
                <a:lnTo>
                  <a:pt x="0" y="2539"/>
                </a:lnTo>
                <a:lnTo>
                  <a:pt x="0" y="0"/>
                </a:lnTo>
                <a:lnTo>
                  <a:pt x="79999" y="0"/>
                </a:lnTo>
                <a:lnTo>
                  <a:pt x="79999" y="3807"/>
                </a:lnTo>
                <a:lnTo>
                  <a:pt x="81274" y="3807"/>
                </a:lnTo>
                <a:lnTo>
                  <a:pt x="81274" y="7619"/>
                </a:lnTo>
                <a:lnTo>
                  <a:pt x="82549" y="7619"/>
                </a:lnTo>
                <a:lnTo>
                  <a:pt x="82549" y="11429"/>
                </a:lnTo>
                <a:lnTo>
                  <a:pt x="83824" y="11429"/>
                </a:lnTo>
                <a:lnTo>
                  <a:pt x="83824" y="12697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8070825" y="989329"/>
            <a:ext cx="68580" cy="12700"/>
          </a:xfrm>
          <a:custGeom>
            <a:avLst/>
            <a:gdLst/>
            <a:ahLst/>
            <a:cxnLst/>
            <a:rect l="l" t="t" r="r" b="b"/>
            <a:pathLst>
              <a:path w="68579" h="12700">
                <a:moveTo>
                  <a:pt x="68580" y="0"/>
                </a:moveTo>
                <a:lnTo>
                  <a:pt x="3797" y="0"/>
                </a:lnTo>
                <a:lnTo>
                  <a:pt x="3797" y="2540"/>
                </a:lnTo>
                <a:lnTo>
                  <a:pt x="2552" y="2540"/>
                </a:lnTo>
                <a:lnTo>
                  <a:pt x="2552" y="6350"/>
                </a:lnTo>
                <a:lnTo>
                  <a:pt x="1282" y="6350"/>
                </a:lnTo>
                <a:lnTo>
                  <a:pt x="1282" y="11430"/>
                </a:lnTo>
                <a:lnTo>
                  <a:pt x="0" y="11430"/>
                </a:lnTo>
                <a:lnTo>
                  <a:pt x="0" y="12700"/>
                </a:lnTo>
                <a:lnTo>
                  <a:pt x="64782" y="12700"/>
                </a:lnTo>
                <a:lnTo>
                  <a:pt x="64782" y="11430"/>
                </a:lnTo>
                <a:lnTo>
                  <a:pt x="66052" y="11430"/>
                </a:lnTo>
                <a:lnTo>
                  <a:pt x="66052" y="7620"/>
                </a:lnTo>
                <a:lnTo>
                  <a:pt x="67297" y="7620"/>
                </a:lnTo>
                <a:lnTo>
                  <a:pt x="67297" y="3810"/>
                </a:lnTo>
                <a:lnTo>
                  <a:pt x="68580" y="3810"/>
                </a:lnTo>
                <a:lnTo>
                  <a:pt x="68580" y="0"/>
                </a:lnTo>
                <a:close/>
              </a:path>
            </a:pathLst>
          </a:custGeom>
          <a:solidFill>
            <a:srgbClr val="AA5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7174204" y="1002029"/>
            <a:ext cx="92075" cy="38100"/>
          </a:xfrm>
          <a:custGeom>
            <a:avLst/>
            <a:gdLst/>
            <a:ahLst/>
            <a:cxnLst/>
            <a:rect l="l" t="t" r="r" b="b"/>
            <a:pathLst>
              <a:path w="92075" h="38100">
                <a:moveTo>
                  <a:pt x="91452" y="34290"/>
                </a:moveTo>
                <a:lnTo>
                  <a:pt x="90170" y="34290"/>
                </a:lnTo>
                <a:lnTo>
                  <a:pt x="90170" y="29210"/>
                </a:lnTo>
                <a:lnTo>
                  <a:pt x="88900" y="29210"/>
                </a:lnTo>
                <a:lnTo>
                  <a:pt x="88900" y="25400"/>
                </a:lnTo>
                <a:lnTo>
                  <a:pt x="87630" y="25400"/>
                </a:lnTo>
                <a:lnTo>
                  <a:pt x="87630" y="21590"/>
                </a:lnTo>
                <a:lnTo>
                  <a:pt x="86372" y="21590"/>
                </a:lnTo>
                <a:lnTo>
                  <a:pt x="86372" y="17780"/>
                </a:lnTo>
                <a:lnTo>
                  <a:pt x="85102" y="17780"/>
                </a:lnTo>
                <a:lnTo>
                  <a:pt x="85102" y="13970"/>
                </a:lnTo>
                <a:lnTo>
                  <a:pt x="83820" y="13970"/>
                </a:lnTo>
                <a:lnTo>
                  <a:pt x="83820" y="10160"/>
                </a:lnTo>
                <a:lnTo>
                  <a:pt x="82550" y="10160"/>
                </a:lnTo>
                <a:lnTo>
                  <a:pt x="82550" y="6350"/>
                </a:lnTo>
                <a:lnTo>
                  <a:pt x="81280" y="6350"/>
                </a:lnTo>
                <a:lnTo>
                  <a:pt x="81280" y="2540"/>
                </a:lnTo>
                <a:lnTo>
                  <a:pt x="80022" y="2540"/>
                </a:lnTo>
                <a:lnTo>
                  <a:pt x="80022" y="0"/>
                </a:ln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6350"/>
                </a:lnTo>
                <a:lnTo>
                  <a:pt x="2552" y="6350"/>
                </a:lnTo>
                <a:lnTo>
                  <a:pt x="2552" y="10160"/>
                </a:lnTo>
                <a:lnTo>
                  <a:pt x="3822" y="10160"/>
                </a:lnTo>
                <a:lnTo>
                  <a:pt x="3822" y="13970"/>
                </a:lnTo>
                <a:lnTo>
                  <a:pt x="5080" y="13970"/>
                </a:lnTo>
                <a:lnTo>
                  <a:pt x="5080" y="17780"/>
                </a:lnTo>
                <a:lnTo>
                  <a:pt x="6350" y="17780"/>
                </a:lnTo>
                <a:lnTo>
                  <a:pt x="6350" y="21590"/>
                </a:lnTo>
                <a:lnTo>
                  <a:pt x="7620" y="21590"/>
                </a:lnTo>
                <a:lnTo>
                  <a:pt x="7620" y="25400"/>
                </a:lnTo>
                <a:lnTo>
                  <a:pt x="8902" y="25400"/>
                </a:lnTo>
                <a:lnTo>
                  <a:pt x="8902" y="29210"/>
                </a:lnTo>
                <a:lnTo>
                  <a:pt x="10172" y="29210"/>
                </a:lnTo>
                <a:lnTo>
                  <a:pt x="10172" y="34290"/>
                </a:lnTo>
                <a:lnTo>
                  <a:pt x="11430" y="34290"/>
                </a:lnTo>
                <a:lnTo>
                  <a:pt x="11430" y="38100"/>
                </a:lnTo>
                <a:lnTo>
                  <a:pt x="91452" y="38100"/>
                </a:lnTo>
                <a:lnTo>
                  <a:pt x="91452" y="34290"/>
                </a:lnTo>
                <a:close/>
              </a:path>
            </a:pathLst>
          </a:custGeom>
          <a:solidFill>
            <a:srgbClr val="AA5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8059408" y="1002029"/>
            <a:ext cx="76200" cy="38100"/>
          </a:xfrm>
          <a:custGeom>
            <a:avLst/>
            <a:gdLst/>
            <a:ahLst/>
            <a:cxnLst/>
            <a:rect l="l" t="t" r="r" b="b"/>
            <a:pathLst>
              <a:path w="76200" h="38100">
                <a:moveTo>
                  <a:pt x="76200" y="0"/>
                </a:moveTo>
                <a:lnTo>
                  <a:pt x="11417" y="0"/>
                </a:lnTo>
                <a:lnTo>
                  <a:pt x="11417" y="2540"/>
                </a:lnTo>
                <a:lnTo>
                  <a:pt x="10147" y="2540"/>
                </a:lnTo>
                <a:lnTo>
                  <a:pt x="10147" y="7620"/>
                </a:lnTo>
                <a:lnTo>
                  <a:pt x="8864" y="7620"/>
                </a:lnTo>
                <a:lnTo>
                  <a:pt x="8864" y="11430"/>
                </a:lnTo>
                <a:lnTo>
                  <a:pt x="7620" y="11430"/>
                </a:lnTo>
                <a:lnTo>
                  <a:pt x="7620" y="15240"/>
                </a:lnTo>
                <a:lnTo>
                  <a:pt x="6350" y="15240"/>
                </a:lnTo>
                <a:lnTo>
                  <a:pt x="6350" y="20320"/>
                </a:lnTo>
                <a:lnTo>
                  <a:pt x="5067" y="20320"/>
                </a:lnTo>
                <a:lnTo>
                  <a:pt x="5067" y="24130"/>
                </a:lnTo>
                <a:lnTo>
                  <a:pt x="3797" y="24130"/>
                </a:lnTo>
                <a:lnTo>
                  <a:pt x="3797" y="29210"/>
                </a:lnTo>
                <a:lnTo>
                  <a:pt x="2514" y="29210"/>
                </a:lnTo>
                <a:lnTo>
                  <a:pt x="2514" y="33020"/>
                </a:lnTo>
                <a:lnTo>
                  <a:pt x="1270" y="33020"/>
                </a:lnTo>
                <a:lnTo>
                  <a:pt x="1270" y="36830"/>
                </a:lnTo>
                <a:lnTo>
                  <a:pt x="0" y="36830"/>
                </a:lnTo>
                <a:lnTo>
                  <a:pt x="0" y="38100"/>
                </a:lnTo>
                <a:lnTo>
                  <a:pt x="63500" y="38100"/>
                </a:lnTo>
                <a:lnTo>
                  <a:pt x="63500" y="36830"/>
                </a:lnTo>
                <a:lnTo>
                  <a:pt x="64770" y="36830"/>
                </a:lnTo>
                <a:lnTo>
                  <a:pt x="64770" y="33020"/>
                </a:lnTo>
                <a:lnTo>
                  <a:pt x="66014" y="33020"/>
                </a:lnTo>
                <a:lnTo>
                  <a:pt x="66014" y="29210"/>
                </a:lnTo>
                <a:lnTo>
                  <a:pt x="67297" y="29210"/>
                </a:lnTo>
                <a:lnTo>
                  <a:pt x="67297" y="25400"/>
                </a:lnTo>
                <a:lnTo>
                  <a:pt x="68567" y="25400"/>
                </a:lnTo>
                <a:lnTo>
                  <a:pt x="68567" y="21590"/>
                </a:lnTo>
                <a:lnTo>
                  <a:pt x="69850" y="21590"/>
                </a:lnTo>
                <a:lnTo>
                  <a:pt x="69850" y="17780"/>
                </a:lnTo>
                <a:lnTo>
                  <a:pt x="71120" y="17780"/>
                </a:lnTo>
                <a:lnTo>
                  <a:pt x="71120" y="13970"/>
                </a:lnTo>
                <a:lnTo>
                  <a:pt x="72364" y="13970"/>
                </a:lnTo>
                <a:lnTo>
                  <a:pt x="72364" y="10160"/>
                </a:lnTo>
                <a:lnTo>
                  <a:pt x="73647" y="10160"/>
                </a:lnTo>
                <a:lnTo>
                  <a:pt x="73647" y="6350"/>
                </a:lnTo>
                <a:lnTo>
                  <a:pt x="74917" y="6350"/>
                </a:lnTo>
                <a:lnTo>
                  <a:pt x="74917" y="2540"/>
                </a:lnTo>
                <a:lnTo>
                  <a:pt x="76200" y="2540"/>
                </a:lnTo>
                <a:lnTo>
                  <a:pt x="76200" y="0"/>
                </a:lnTo>
                <a:close/>
              </a:path>
            </a:pathLst>
          </a:custGeom>
          <a:solidFill>
            <a:srgbClr val="AA5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7186904" y="1040129"/>
            <a:ext cx="81280" cy="6350"/>
          </a:xfrm>
          <a:custGeom>
            <a:avLst/>
            <a:gdLst/>
            <a:ahLst/>
            <a:cxnLst/>
            <a:rect l="l" t="t" r="r" b="b"/>
            <a:pathLst>
              <a:path w="81279" h="6350">
                <a:moveTo>
                  <a:pt x="81280" y="3810"/>
                </a:moveTo>
                <a:lnTo>
                  <a:pt x="80022" y="3810"/>
                </a:lnTo>
                <a:lnTo>
                  <a:pt x="80022" y="0"/>
                </a:lnTo>
                <a:lnTo>
                  <a:pt x="0" y="0"/>
                </a:lnTo>
                <a:lnTo>
                  <a:pt x="0" y="3810"/>
                </a:lnTo>
                <a:lnTo>
                  <a:pt x="1270" y="3810"/>
                </a:lnTo>
                <a:lnTo>
                  <a:pt x="1270" y="6350"/>
                </a:lnTo>
                <a:lnTo>
                  <a:pt x="81280" y="6350"/>
                </a:lnTo>
                <a:lnTo>
                  <a:pt x="81280" y="3810"/>
                </a:lnTo>
                <a:close/>
              </a:path>
            </a:pathLst>
          </a:custGeom>
          <a:solidFill>
            <a:srgbClr val="AA5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8058133" y="1040127"/>
            <a:ext cx="64769" cy="6350"/>
          </a:xfrm>
          <a:custGeom>
            <a:avLst/>
            <a:gdLst/>
            <a:ahLst/>
            <a:cxnLst/>
            <a:rect l="l" t="t" r="r" b="b"/>
            <a:pathLst>
              <a:path w="64770" h="6350">
                <a:moveTo>
                  <a:pt x="63499" y="6349"/>
                </a:moveTo>
                <a:lnTo>
                  <a:pt x="0" y="6349"/>
                </a:lnTo>
                <a:lnTo>
                  <a:pt x="0" y="3809"/>
                </a:lnTo>
                <a:lnTo>
                  <a:pt x="1274" y="3809"/>
                </a:lnTo>
                <a:lnTo>
                  <a:pt x="1274" y="0"/>
                </a:lnTo>
                <a:lnTo>
                  <a:pt x="64774" y="0"/>
                </a:lnTo>
                <a:lnTo>
                  <a:pt x="64774" y="2539"/>
                </a:lnTo>
                <a:lnTo>
                  <a:pt x="63499" y="2539"/>
                </a:lnTo>
                <a:lnTo>
                  <a:pt x="63499" y="6349"/>
                </a:lnTo>
                <a:close/>
              </a:path>
            </a:pathLst>
          </a:custGeom>
          <a:solidFill>
            <a:srgbClr val="AA5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7188175" y="1046479"/>
            <a:ext cx="93980" cy="43815"/>
          </a:xfrm>
          <a:custGeom>
            <a:avLst/>
            <a:gdLst/>
            <a:ahLst/>
            <a:cxnLst/>
            <a:rect l="l" t="t" r="r" b="b"/>
            <a:pathLst>
              <a:path w="93979" h="43815">
                <a:moveTo>
                  <a:pt x="82550" y="5080"/>
                </a:moveTo>
                <a:lnTo>
                  <a:pt x="81280" y="5080"/>
                </a:lnTo>
                <a:lnTo>
                  <a:pt x="81280" y="1270"/>
                </a:lnTo>
                <a:lnTo>
                  <a:pt x="80010" y="1270"/>
                </a:lnTo>
                <a:lnTo>
                  <a:pt x="80010" y="0"/>
                </a:lnTo>
                <a:lnTo>
                  <a:pt x="0" y="0"/>
                </a:lnTo>
                <a:lnTo>
                  <a:pt x="0" y="1270"/>
                </a:lnTo>
                <a:lnTo>
                  <a:pt x="1282" y="1270"/>
                </a:lnTo>
                <a:lnTo>
                  <a:pt x="1282" y="5080"/>
                </a:lnTo>
                <a:lnTo>
                  <a:pt x="2552" y="5080"/>
                </a:lnTo>
                <a:lnTo>
                  <a:pt x="2552" y="8890"/>
                </a:lnTo>
                <a:lnTo>
                  <a:pt x="82550" y="8890"/>
                </a:lnTo>
                <a:lnTo>
                  <a:pt x="82550" y="5080"/>
                </a:lnTo>
                <a:close/>
              </a:path>
              <a:path w="93979" h="43815">
                <a:moveTo>
                  <a:pt x="93980" y="39382"/>
                </a:moveTo>
                <a:lnTo>
                  <a:pt x="92710" y="39382"/>
                </a:lnTo>
                <a:lnTo>
                  <a:pt x="92710" y="38112"/>
                </a:lnTo>
                <a:lnTo>
                  <a:pt x="92710" y="35572"/>
                </a:lnTo>
                <a:lnTo>
                  <a:pt x="91452" y="35572"/>
                </a:lnTo>
                <a:lnTo>
                  <a:pt x="91452" y="33032"/>
                </a:lnTo>
                <a:lnTo>
                  <a:pt x="91452" y="31762"/>
                </a:lnTo>
                <a:lnTo>
                  <a:pt x="90182" y="31762"/>
                </a:lnTo>
                <a:lnTo>
                  <a:pt x="90182" y="29222"/>
                </a:lnTo>
                <a:lnTo>
                  <a:pt x="90182" y="27952"/>
                </a:lnTo>
                <a:lnTo>
                  <a:pt x="88900" y="27952"/>
                </a:lnTo>
                <a:lnTo>
                  <a:pt x="88900" y="25412"/>
                </a:lnTo>
                <a:lnTo>
                  <a:pt x="88900" y="24142"/>
                </a:lnTo>
                <a:lnTo>
                  <a:pt x="87630" y="24142"/>
                </a:lnTo>
                <a:lnTo>
                  <a:pt x="87630" y="21602"/>
                </a:lnTo>
                <a:lnTo>
                  <a:pt x="87630" y="20332"/>
                </a:lnTo>
                <a:lnTo>
                  <a:pt x="86360" y="20332"/>
                </a:lnTo>
                <a:lnTo>
                  <a:pt x="86360" y="17792"/>
                </a:lnTo>
                <a:lnTo>
                  <a:pt x="86360" y="16522"/>
                </a:lnTo>
                <a:lnTo>
                  <a:pt x="85102" y="16522"/>
                </a:lnTo>
                <a:lnTo>
                  <a:pt x="85102" y="13982"/>
                </a:lnTo>
                <a:lnTo>
                  <a:pt x="85102" y="12712"/>
                </a:lnTo>
                <a:lnTo>
                  <a:pt x="83832" y="12712"/>
                </a:lnTo>
                <a:lnTo>
                  <a:pt x="83832" y="8902"/>
                </a:lnTo>
                <a:lnTo>
                  <a:pt x="3810" y="8902"/>
                </a:lnTo>
                <a:lnTo>
                  <a:pt x="3810" y="12712"/>
                </a:lnTo>
                <a:lnTo>
                  <a:pt x="3810" y="13982"/>
                </a:lnTo>
                <a:lnTo>
                  <a:pt x="5080" y="13982"/>
                </a:lnTo>
                <a:lnTo>
                  <a:pt x="5080" y="16522"/>
                </a:lnTo>
                <a:lnTo>
                  <a:pt x="5080" y="17792"/>
                </a:lnTo>
                <a:lnTo>
                  <a:pt x="6350" y="17792"/>
                </a:lnTo>
                <a:lnTo>
                  <a:pt x="6350" y="20332"/>
                </a:lnTo>
                <a:lnTo>
                  <a:pt x="6350" y="21602"/>
                </a:lnTo>
                <a:lnTo>
                  <a:pt x="7632" y="21602"/>
                </a:lnTo>
                <a:lnTo>
                  <a:pt x="7632" y="24142"/>
                </a:lnTo>
                <a:lnTo>
                  <a:pt x="7632" y="25412"/>
                </a:lnTo>
                <a:lnTo>
                  <a:pt x="8902" y="25412"/>
                </a:lnTo>
                <a:lnTo>
                  <a:pt x="8902" y="27952"/>
                </a:lnTo>
                <a:lnTo>
                  <a:pt x="8902" y="29222"/>
                </a:lnTo>
                <a:lnTo>
                  <a:pt x="10160" y="29222"/>
                </a:lnTo>
                <a:lnTo>
                  <a:pt x="10160" y="31762"/>
                </a:lnTo>
                <a:lnTo>
                  <a:pt x="10160" y="33032"/>
                </a:lnTo>
                <a:lnTo>
                  <a:pt x="11430" y="33032"/>
                </a:lnTo>
                <a:lnTo>
                  <a:pt x="11430" y="35572"/>
                </a:lnTo>
                <a:lnTo>
                  <a:pt x="11430" y="38112"/>
                </a:lnTo>
                <a:lnTo>
                  <a:pt x="12700" y="38112"/>
                </a:lnTo>
                <a:lnTo>
                  <a:pt x="12700" y="39382"/>
                </a:lnTo>
                <a:lnTo>
                  <a:pt x="12700" y="41922"/>
                </a:lnTo>
                <a:lnTo>
                  <a:pt x="13982" y="41922"/>
                </a:lnTo>
                <a:lnTo>
                  <a:pt x="13982" y="43192"/>
                </a:lnTo>
                <a:lnTo>
                  <a:pt x="93980" y="43192"/>
                </a:lnTo>
                <a:lnTo>
                  <a:pt x="93980" y="41922"/>
                </a:lnTo>
                <a:lnTo>
                  <a:pt x="93980" y="39382"/>
                </a:lnTo>
                <a:close/>
              </a:path>
            </a:pathLst>
          </a:custGeom>
          <a:solidFill>
            <a:srgbClr val="AA5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8045425" y="1046479"/>
            <a:ext cx="74930" cy="43180"/>
          </a:xfrm>
          <a:custGeom>
            <a:avLst/>
            <a:gdLst/>
            <a:ahLst/>
            <a:cxnLst/>
            <a:rect l="l" t="t" r="r" b="b"/>
            <a:pathLst>
              <a:path w="74929" h="43180">
                <a:moveTo>
                  <a:pt x="74930" y="0"/>
                </a:moveTo>
                <a:lnTo>
                  <a:pt x="12700" y="0"/>
                </a:lnTo>
                <a:lnTo>
                  <a:pt x="12700" y="1270"/>
                </a:lnTo>
                <a:lnTo>
                  <a:pt x="11430" y="1270"/>
                </a:lnTo>
                <a:lnTo>
                  <a:pt x="11430" y="6350"/>
                </a:lnTo>
                <a:lnTo>
                  <a:pt x="10147" y="6350"/>
                </a:lnTo>
                <a:lnTo>
                  <a:pt x="10147" y="10160"/>
                </a:lnTo>
                <a:lnTo>
                  <a:pt x="8902" y="10160"/>
                </a:lnTo>
                <a:lnTo>
                  <a:pt x="8902" y="13970"/>
                </a:lnTo>
                <a:lnTo>
                  <a:pt x="7632" y="13970"/>
                </a:lnTo>
                <a:lnTo>
                  <a:pt x="7632" y="19050"/>
                </a:lnTo>
                <a:lnTo>
                  <a:pt x="6350" y="19050"/>
                </a:lnTo>
                <a:lnTo>
                  <a:pt x="6350" y="22860"/>
                </a:lnTo>
                <a:lnTo>
                  <a:pt x="5080" y="22860"/>
                </a:lnTo>
                <a:lnTo>
                  <a:pt x="5080" y="27940"/>
                </a:lnTo>
                <a:lnTo>
                  <a:pt x="3797" y="27940"/>
                </a:lnTo>
                <a:lnTo>
                  <a:pt x="3797" y="31750"/>
                </a:lnTo>
                <a:lnTo>
                  <a:pt x="2552" y="31750"/>
                </a:lnTo>
                <a:lnTo>
                  <a:pt x="2552" y="35560"/>
                </a:lnTo>
                <a:lnTo>
                  <a:pt x="1282" y="35560"/>
                </a:lnTo>
                <a:lnTo>
                  <a:pt x="1282" y="40640"/>
                </a:lnTo>
                <a:lnTo>
                  <a:pt x="0" y="40640"/>
                </a:lnTo>
                <a:lnTo>
                  <a:pt x="0" y="43180"/>
                </a:lnTo>
                <a:lnTo>
                  <a:pt x="60947" y="43180"/>
                </a:lnTo>
                <a:lnTo>
                  <a:pt x="60947" y="41910"/>
                </a:lnTo>
                <a:lnTo>
                  <a:pt x="62230" y="41910"/>
                </a:lnTo>
                <a:lnTo>
                  <a:pt x="62230" y="38100"/>
                </a:lnTo>
                <a:lnTo>
                  <a:pt x="63500" y="38100"/>
                </a:lnTo>
                <a:lnTo>
                  <a:pt x="63500" y="34290"/>
                </a:lnTo>
                <a:lnTo>
                  <a:pt x="64782" y="34290"/>
                </a:lnTo>
                <a:lnTo>
                  <a:pt x="64782" y="30480"/>
                </a:lnTo>
                <a:lnTo>
                  <a:pt x="66052" y="30480"/>
                </a:lnTo>
                <a:lnTo>
                  <a:pt x="66052" y="26670"/>
                </a:lnTo>
                <a:lnTo>
                  <a:pt x="67297" y="26670"/>
                </a:lnTo>
                <a:lnTo>
                  <a:pt x="67297" y="22860"/>
                </a:lnTo>
                <a:lnTo>
                  <a:pt x="68580" y="22860"/>
                </a:lnTo>
                <a:lnTo>
                  <a:pt x="68580" y="19050"/>
                </a:lnTo>
                <a:lnTo>
                  <a:pt x="69850" y="19050"/>
                </a:lnTo>
                <a:lnTo>
                  <a:pt x="69850" y="15240"/>
                </a:lnTo>
                <a:lnTo>
                  <a:pt x="71132" y="15240"/>
                </a:lnTo>
                <a:lnTo>
                  <a:pt x="71132" y="11430"/>
                </a:lnTo>
                <a:lnTo>
                  <a:pt x="72402" y="11430"/>
                </a:lnTo>
                <a:lnTo>
                  <a:pt x="72402" y="7620"/>
                </a:lnTo>
                <a:lnTo>
                  <a:pt x="73647" y="7620"/>
                </a:lnTo>
                <a:lnTo>
                  <a:pt x="73647" y="3810"/>
                </a:lnTo>
                <a:lnTo>
                  <a:pt x="74930" y="3810"/>
                </a:lnTo>
                <a:lnTo>
                  <a:pt x="74930" y="0"/>
                </a:lnTo>
                <a:close/>
              </a:path>
            </a:pathLst>
          </a:custGeom>
          <a:solidFill>
            <a:srgbClr val="AA52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7202160" y="1089657"/>
            <a:ext cx="82550" cy="7620"/>
          </a:xfrm>
          <a:custGeom>
            <a:avLst/>
            <a:gdLst/>
            <a:ahLst/>
            <a:cxnLst/>
            <a:rect l="l" t="t" r="r" b="b"/>
            <a:pathLst>
              <a:path w="82550" h="7619">
                <a:moveTo>
                  <a:pt x="82549" y="7619"/>
                </a:moveTo>
                <a:lnTo>
                  <a:pt x="2524" y="7619"/>
                </a:lnTo>
                <a:lnTo>
                  <a:pt x="2524" y="6349"/>
                </a:lnTo>
                <a:lnTo>
                  <a:pt x="1274" y="6349"/>
                </a:lnTo>
                <a:lnTo>
                  <a:pt x="1274" y="2539"/>
                </a:lnTo>
                <a:lnTo>
                  <a:pt x="0" y="2539"/>
                </a:lnTo>
                <a:lnTo>
                  <a:pt x="0" y="0"/>
                </a:lnTo>
                <a:lnTo>
                  <a:pt x="81274" y="0"/>
                </a:lnTo>
                <a:lnTo>
                  <a:pt x="81274" y="3809"/>
                </a:lnTo>
                <a:lnTo>
                  <a:pt x="82549" y="3809"/>
                </a:lnTo>
                <a:lnTo>
                  <a:pt x="82549" y="7619"/>
                </a:lnTo>
                <a:close/>
              </a:path>
            </a:pathLst>
          </a:custGeom>
          <a:solidFill>
            <a:srgbClr val="A850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8042872" y="1089659"/>
            <a:ext cx="63500" cy="7620"/>
          </a:xfrm>
          <a:custGeom>
            <a:avLst/>
            <a:gdLst/>
            <a:ahLst/>
            <a:cxnLst/>
            <a:rect l="l" t="t" r="r" b="b"/>
            <a:pathLst>
              <a:path w="63500" h="7619">
                <a:moveTo>
                  <a:pt x="63500" y="0"/>
                </a:moveTo>
                <a:lnTo>
                  <a:pt x="2552" y="0"/>
                </a:lnTo>
                <a:lnTo>
                  <a:pt x="2552" y="1270"/>
                </a:lnTo>
                <a:lnTo>
                  <a:pt x="1282" y="1270"/>
                </a:lnTo>
                <a:lnTo>
                  <a:pt x="1282" y="6350"/>
                </a:lnTo>
                <a:lnTo>
                  <a:pt x="0" y="6350"/>
                </a:lnTo>
                <a:lnTo>
                  <a:pt x="0" y="7620"/>
                </a:lnTo>
                <a:lnTo>
                  <a:pt x="60985" y="7620"/>
                </a:lnTo>
                <a:lnTo>
                  <a:pt x="60985" y="6350"/>
                </a:lnTo>
                <a:lnTo>
                  <a:pt x="62255" y="6350"/>
                </a:lnTo>
                <a:lnTo>
                  <a:pt x="62255" y="2540"/>
                </a:lnTo>
                <a:lnTo>
                  <a:pt x="63500" y="2540"/>
                </a:lnTo>
                <a:lnTo>
                  <a:pt x="63500" y="0"/>
                </a:lnTo>
                <a:close/>
              </a:path>
            </a:pathLst>
          </a:custGeom>
          <a:solidFill>
            <a:srgbClr val="A850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7204685" y="1097406"/>
            <a:ext cx="91440" cy="34290"/>
          </a:xfrm>
          <a:custGeom>
            <a:avLst/>
            <a:gdLst/>
            <a:ahLst/>
            <a:cxnLst/>
            <a:rect l="l" t="t" r="r" b="b"/>
            <a:pathLst>
              <a:path w="91440" h="34290">
                <a:moveTo>
                  <a:pt x="81292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81292" y="2413"/>
                </a:lnTo>
                <a:lnTo>
                  <a:pt x="81292" y="0"/>
                </a:lnTo>
                <a:close/>
              </a:path>
              <a:path w="91440" h="34290">
                <a:moveTo>
                  <a:pt x="86372" y="15240"/>
                </a:moveTo>
                <a:lnTo>
                  <a:pt x="85090" y="15240"/>
                </a:lnTo>
                <a:lnTo>
                  <a:pt x="85090" y="11430"/>
                </a:lnTo>
                <a:lnTo>
                  <a:pt x="83820" y="11430"/>
                </a:lnTo>
                <a:lnTo>
                  <a:pt x="83820" y="7620"/>
                </a:lnTo>
                <a:lnTo>
                  <a:pt x="82550" y="7620"/>
                </a:lnTo>
                <a:lnTo>
                  <a:pt x="82550" y="3810"/>
                </a:lnTo>
                <a:lnTo>
                  <a:pt x="81292" y="3810"/>
                </a:lnTo>
                <a:lnTo>
                  <a:pt x="81292" y="2540"/>
                </a:lnTo>
                <a:lnTo>
                  <a:pt x="1270" y="2540"/>
                </a:lnTo>
                <a:lnTo>
                  <a:pt x="1270" y="6223"/>
                </a:lnTo>
                <a:lnTo>
                  <a:pt x="2540" y="6223"/>
                </a:lnTo>
                <a:lnTo>
                  <a:pt x="2540" y="10160"/>
                </a:lnTo>
                <a:lnTo>
                  <a:pt x="3822" y="10160"/>
                </a:lnTo>
                <a:lnTo>
                  <a:pt x="3822" y="15240"/>
                </a:lnTo>
                <a:lnTo>
                  <a:pt x="5092" y="15240"/>
                </a:lnTo>
                <a:lnTo>
                  <a:pt x="5092" y="17653"/>
                </a:lnTo>
                <a:lnTo>
                  <a:pt x="86372" y="17653"/>
                </a:lnTo>
                <a:lnTo>
                  <a:pt x="86372" y="15240"/>
                </a:lnTo>
                <a:close/>
              </a:path>
              <a:path w="91440" h="34290">
                <a:moveTo>
                  <a:pt x="87642" y="18923"/>
                </a:moveTo>
                <a:lnTo>
                  <a:pt x="86372" y="18923"/>
                </a:lnTo>
                <a:lnTo>
                  <a:pt x="86372" y="17780"/>
                </a:lnTo>
                <a:lnTo>
                  <a:pt x="5092" y="17780"/>
                </a:lnTo>
                <a:lnTo>
                  <a:pt x="5092" y="18923"/>
                </a:lnTo>
                <a:lnTo>
                  <a:pt x="6350" y="18923"/>
                </a:lnTo>
                <a:lnTo>
                  <a:pt x="6350" y="21463"/>
                </a:lnTo>
                <a:lnTo>
                  <a:pt x="87642" y="21463"/>
                </a:lnTo>
                <a:lnTo>
                  <a:pt x="87642" y="18923"/>
                </a:lnTo>
                <a:close/>
              </a:path>
              <a:path w="91440" h="34290">
                <a:moveTo>
                  <a:pt x="88900" y="22860"/>
                </a:moveTo>
                <a:lnTo>
                  <a:pt x="87642" y="22860"/>
                </a:lnTo>
                <a:lnTo>
                  <a:pt x="87642" y="21590"/>
                </a:lnTo>
                <a:lnTo>
                  <a:pt x="6350" y="21590"/>
                </a:lnTo>
                <a:lnTo>
                  <a:pt x="6350" y="22860"/>
                </a:lnTo>
                <a:lnTo>
                  <a:pt x="7620" y="22860"/>
                </a:lnTo>
                <a:lnTo>
                  <a:pt x="7620" y="24003"/>
                </a:lnTo>
                <a:lnTo>
                  <a:pt x="88900" y="24003"/>
                </a:lnTo>
                <a:lnTo>
                  <a:pt x="88900" y="22860"/>
                </a:lnTo>
                <a:close/>
              </a:path>
              <a:path w="91440" h="34290">
                <a:moveTo>
                  <a:pt x="90170" y="26670"/>
                </a:moveTo>
                <a:lnTo>
                  <a:pt x="88900" y="26670"/>
                </a:lnTo>
                <a:lnTo>
                  <a:pt x="88900" y="24130"/>
                </a:lnTo>
                <a:lnTo>
                  <a:pt x="7620" y="24130"/>
                </a:lnTo>
                <a:lnTo>
                  <a:pt x="7620" y="26670"/>
                </a:lnTo>
                <a:lnTo>
                  <a:pt x="8890" y="26670"/>
                </a:lnTo>
                <a:lnTo>
                  <a:pt x="8890" y="27813"/>
                </a:lnTo>
                <a:lnTo>
                  <a:pt x="90170" y="27813"/>
                </a:lnTo>
                <a:lnTo>
                  <a:pt x="90170" y="26670"/>
                </a:lnTo>
                <a:close/>
              </a:path>
              <a:path w="91440" h="34290">
                <a:moveTo>
                  <a:pt x="91440" y="30480"/>
                </a:moveTo>
                <a:lnTo>
                  <a:pt x="90170" y="30480"/>
                </a:lnTo>
                <a:lnTo>
                  <a:pt x="90170" y="27940"/>
                </a:lnTo>
                <a:lnTo>
                  <a:pt x="8890" y="27940"/>
                </a:lnTo>
                <a:lnTo>
                  <a:pt x="8890" y="30480"/>
                </a:lnTo>
                <a:lnTo>
                  <a:pt x="10172" y="30480"/>
                </a:lnTo>
                <a:lnTo>
                  <a:pt x="10172" y="34290"/>
                </a:lnTo>
                <a:lnTo>
                  <a:pt x="91440" y="34290"/>
                </a:lnTo>
                <a:lnTo>
                  <a:pt x="91440" y="30480"/>
                </a:lnTo>
                <a:close/>
              </a:path>
            </a:pathLst>
          </a:custGeom>
          <a:solidFill>
            <a:srgbClr val="A850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8032725" y="1097406"/>
            <a:ext cx="71755" cy="35560"/>
          </a:xfrm>
          <a:custGeom>
            <a:avLst/>
            <a:gdLst/>
            <a:ahLst/>
            <a:cxnLst/>
            <a:rect l="l" t="t" r="r" b="b"/>
            <a:pathLst>
              <a:path w="71754" h="35559">
                <a:moveTo>
                  <a:pt x="62230" y="27940"/>
                </a:moveTo>
                <a:lnTo>
                  <a:pt x="2552" y="27940"/>
                </a:lnTo>
                <a:lnTo>
                  <a:pt x="2552" y="27813"/>
                </a:lnTo>
                <a:lnTo>
                  <a:pt x="1282" y="27813"/>
                </a:lnTo>
                <a:lnTo>
                  <a:pt x="1282" y="33020"/>
                </a:lnTo>
                <a:lnTo>
                  <a:pt x="0" y="33020"/>
                </a:lnTo>
                <a:lnTo>
                  <a:pt x="0" y="35433"/>
                </a:lnTo>
                <a:lnTo>
                  <a:pt x="59702" y="35433"/>
                </a:lnTo>
                <a:lnTo>
                  <a:pt x="59702" y="33020"/>
                </a:lnTo>
                <a:lnTo>
                  <a:pt x="60947" y="33020"/>
                </a:lnTo>
                <a:lnTo>
                  <a:pt x="60947" y="29210"/>
                </a:lnTo>
                <a:lnTo>
                  <a:pt x="62230" y="29210"/>
                </a:lnTo>
                <a:lnTo>
                  <a:pt x="62230" y="27940"/>
                </a:lnTo>
                <a:close/>
              </a:path>
              <a:path w="71754" h="35559">
                <a:moveTo>
                  <a:pt x="63500" y="24130"/>
                </a:moveTo>
                <a:lnTo>
                  <a:pt x="3797" y="24130"/>
                </a:lnTo>
                <a:lnTo>
                  <a:pt x="3797" y="24003"/>
                </a:lnTo>
                <a:lnTo>
                  <a:pt x="2552" y="24003"/>
                </a:lnTo>
                <a:lnTo>
                  <a:pt x="2552" y="27813"/>
                </a:lnTo>
                <a:lnTo>
                  <a:pt x="62230" y="27813"/>
                </a:lnTo>
                <a:lnTo>
                  <a:pt x="62230" y="25273"/>
                </a:lnTo>
                <a:lnTo>
                  <a:pt x="63500" y="25273"/>
                </a:lnTo>
                <a:lnTo>
                  <a:pt x="63500" y="24130"/>
                </a:lnTo>
                <a:close/>
              </a:path>
              <a:path w="71754" h="35559">
                <a:moveTo>
                  <a:pt x="63500" y="21590"/>
                </a:moveTo>
                <a:lnTo>
                  <a:pt x="3797" y="21590"/>
                </a:lnTo>
                <a:lnTo>
                  <a:pt x="3797" y="24003"/>
                </a:lnTo>
                <a:lnTo>
                  <a:pt x="63500" y="24003"/>
                </a:lnTo>
                <a:lnTo>
                  <a:pt x="63500" y="21590"/>
                </a:lnTo>
                <a:close/>
              </a:path>
              <a:path w="71754" h="35559">
                <a:moveTo>
                  <a:pt x="64782" y="17780"/>
                </a:moveTo>
                <a:lnTo>
                  <a:pt x="5080" y="17780"/>
                </a:lnTo>
                <a:lnTo>
                  <a:pt x="5080" y="20320"/>
                </a:lnTo>
                <a:lnTo>
                  <a:pt x="3797" y="20320"/>
                </a:lnTo>
                <a:lnTo>
                  <a:pt x="3797" y="21463"/>
                </a:lnTo>
                <a:lnTo>
                  <a:pt x="63500" y="21463"/>
                </a:lnTo>
                <a:lnTo>
                  <a:pt x="64782" y="21590"/>
                </a:lnTo>
                <a:lnTo>
                  <a:pt x="64782" y="17780"/>
                </a:lnTo>
                <a:close/>
              </a:path>
              <a:path w="71754" h="35559">
                <a:moveTo>
                  <a:pt x="69850" y="2540"/>
                </a:moveTo>
                <a:lnTo>
                  <a:pt x="10147" y="2540"/>
                </a:lnTo>
                <a:lnTo>
                  <a:pt x="10147" y="2413"/>
                </a:lnTo>
                <a:lnTo>
                  <a:pt x="8902" y="2413"/>
                </a:lnTo>
                <a:lnTo>
                  <a:pt x="8902" y="6223"/>
                </a:lnTo>
                <a:lnTo>
                  <a:pt x="7632" y="6223"/>
                </a:lnTo>
                <a:lnTo>
                  <a:pt x="7632" y="11430"/>
                </a:lnTo>
                <a:lnTo>
                  <a:pt x="6350" y="11430"/>
                </a:lnTo>
                <a:lnTo>
                  <a:pt x="6350" y="15240"/>
                </a:lnTo>
                <a:lnTo>
                  <a:pt x="5080" y="15240"/>
                </a:lnTo>
                <a:lnTo>
                  <a:pt x="5080" y="17653"/>
                </a:lnTo>
                <a:lnTo>
                  <a:pt x="64782" y="17653"/>
                </a:lnTo>
                <a:lnTo>
                  <a:pt x="64782" y="17780"/>
                </a:lnTo>
                <a:lnTo>
                  <a:pt x="66052" y="17780"/>
                </a:lnTo>
                <a:lnTo>
                  <a:pt x="66052" y="13970"/>
                </a:lnTo>
                <a:lnTo>
                  <a:pt x="67297" y="13970"/>
                </a:lnTo>
                <a:lnTo>
                  <a:pt x="67297" y="10160"/>
                </a:lnTo>
                <a:lnTo>
                  <a:pt x="68580" y="10160"/>
                </a:lnTo>
                <a:lnTo>
                  <a:pt x="68580" y="6223"/>
                </a:lnTo>
                <a:lnTo>
                  <a:pt x="69850" y="6223"/>
                </a:lnTo>
                <a:lnTo>
                  <a:pt x="69850" y="2540"/>
                </a:lnTo>
                <a:close/>
              </a:path>
              <a:path w="71754" h="35559">
                <a:moveTo>
                  <a:pt x="71132" y="0"/>
                </a:moveTo>
                <a:lnTo>
                  <a:pt x="10147" y="0"/>
                </a:lnTo>
                <a:lnTo>
                  <a:pt x="10147" y="2413"/>
                </a:lnTo>
                <a:lnTo>
                  <a:pt x="69850" y="2413"/>
                </a:lnTo>
                <a:lnTo>
                  <a:pt x="71132" y="2540"/>
                </a:lnTo>
                <a:lnTo>
                  <a:pt x="71132" y="0"/>
                </a:lnTo>
                <a:close/>
              </a:path>
            </a:pathLst>
          </a:custGeom>
          <a:solidFill>
            <a:srgbClr val="A850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7216127" y="1132839"/>
            <a:ext cx="95250" cy="44450"/>
          </a:xfrm>
          <a:custGeom>
            <a:avLst/>
            <a:gdLst/>
            <a:ahLst/>
            <a:cxnLst/>
            <a:rect l="l" t="t" r="r" b="b"/>
            <a:pathLst>
              <a:path w="95250" h="44450">
                <a:moveTo>
                  <a:pt x="81280" y="0"/>
                </a:moveTo>
                <a:lnTo>
                  <a:pt x="0" y="0"/>
                </a:lnTo>
                <a:lnTo>
                  <a:pt x="0" y="1270"/>
                </a:lnTo>
                <a:lnTo>
                  <a:pt x="81280" y="1270"/>
                </a:lnTo>
                <a:lnTo>
                  <a:pt x="81280" y="0"/>
                </a:lnTo>
                <a:close/>
              </a:path>
              <a:path w="95250" h="44450">
                <a:moveTo>
                  <a:pt x="82550" y="2540"/>
                </a:moveTo>
                <a:lnTo>
                  <a:pt x="81280" y="2540"/>
                </a:lnTo>
                <a:lnTo>
                  <a:pt x="81280" y="1397"/>
                </a:lnTo>
                <a:lnTo>
                  <a:pt x="0" y="1397"/>
                </a:lnTo>
                <a:lnTo>
                  <a:pt x="0" y="3937"/>
                </a:lnTo>
                <a:lnTo>
                  <a:pt x="1257" y="3937"/>
                </a:lnTo>
                <a:lnTo>
                  <a:pt x="1257" y="5080"/>
                </a:lnTo>
                <a:lnTo>
                  <a:pt x="82550" y="5080"/>
                </a:lnTo>
                <a:lnTo>
                  <a:pt x="82550" y="2540"/>
                </a:lnTo>
                <a:close/>
              </a:path>
              <a:path w="95250" h="44450">
                <a:moveTo>
                  <a:pt x="83807" y="6477"/>
                </a:moveTo>
                <a:lnTo>
                  <a:pt x="82550" y="6477"/>
                </a:lnTo>
                <a:lnTo>
                  <a:pt x="82550" y="5207"/>
                </a:lnTo>
                <a:lnTo>
                  <a:pt x="1257" y="5207"/>
                </a:lnTo>
                <a:lnTo>
                  <a:pt x="1257" y="7747"/>
                </a:lnTo>
                <a:lnTo>
                  <a:pt x="2527" y="7747"/>
                </a:lnTo>
                <a:lnTo>
                  <a:pt x="2527" y="7620"/>
                </a:lnTo>
                <a:lnTo>
                  <a:pt x="83807" y="7620"/>
                </a:lnTo>
                <a:lnTo>
                  <a:pt x="83807" y="6477"/>
                </a:lnTo>
                <a:close/>
              </a:path>
              <a:path w="95250" h="44450">
                <a:moveTo>
                  <a:pt x="85077" y="11557"/>
                </a:moveTo>
                <a:lnTo>
                  <a:pt x="3797" y="11557"/>
                </a:lnTo>
                <a:lnTo>
                  <a:pt x="3797" y="13970"/>
                </a:lnTo>
                <a:lnTo>
                  <a:pt x="85077" y="13970"/>
                </a:lnTo>
                <a:lnTo>
                  <a:pt x="85077" y="11557"/>
                </a:lnTo>
                <a:close/>
              </a:path>
              <a:path w="95250" h="44450">
                <a:moveTo>
                  <a:pt x="85077" y="10287"/>
                </a:moveTo>
                <a:lnTo>
                  <a:pt x="83807" y="10287"/>
                </a:lnTo>
                <a:lnTo>
                  <a:pt x="83807" y="7747"/>
                </a:lnTo>
                <a:lnTo>
                  <a:pt x="2527" y="7747"/>
                </a:lnTo>
                <a:lnTo>
                  <a:pt x="2527" y="11557"/>
                </a:lnTo>
                <a:lnTo>
                  <a:pt x="3797" y="11557"/>
                </a:lnTo>
                <a:lnTo>
                  <a:pt x="85077" y="11430"/>
                </a:lnTo>
                <a:lnTo>
                  <a:pt x="85077" y="10287"/>
                </a:lnTo>
                <a:close/>
              </a:path>
              <a:path w="95250" h="44450">
                <a:moveTo>
                  <a:pt x="88900" y="22987"/>
                </a:moveTo>
                <a:lnTo>
                  <a:pt x="87630" y="22987"/>
                </a:lnTo>
                <a:lnTo>
                  <a:pt x="87630" y="19177"/>
                </a:lnTo>
                <a:lnTo>
                  <a:pt x="86347" y="19177"/>
                </a:lnTo>
                <a:lnTo>
                  <a:pt x="86347" y="13970"/>
                </a:lnTo>
                <a:lnTo>
                  <a:pt x="85077" y="13970"/>
                </a:lnTo>
                <a:lnTo>
                  <a:pt x="85077" y="14097"/>
                </a:lnTo>
                <a:lnTo>
                  <a:pt x="3797" y="14097"/>
                </a:lnTo>
                <a:lnTo>
                  <a:pt x="3797" y="15240"/>
                </a:lnTo>
                <a:lnTo>
                  <a:pt x="5080" y="15240"/>
                </a:lnTo>
                <a:lnTo>
                  <a:pt x="5080" y="19177"/>
                </a:lnTo>
                <a:lnTo>
                  <a:pt x="6350" y="19177"/>
                </a:lnTo>
                <a:lnTo>
                  <a:pt x="6350" y="22987"/>
                </a:lnTo>
                <a:lnTo>
                  <a:pt x="7607" y="22987"/>
                </a:lnTo>
                <a:lnTo>
                  <a:pt x="7607" y="26670"/>
                </a:lnTo>
                <a:lnTo>
                  <a:pt x="88900" y="26670"/>
                </a:lnTo>
                <a:lnTo>
                  <a:pt x="88900" y="22987"/>
                </a:lnTo>
                <a:close/>
              </a:path>
              <a:path w="95250" h="44450">
                <a:moveTo>
                  <a:pt x="90157" y="26670"/>
                </a:moveTo>
                <a:lnTo>
                  <a:pt x="88900" y="26670"/>
                </a:lnTo>
                <a:lnTo>
                  <a:pt x="88900" y="26797"/>
                </a:lnTo>
                <a:lnTo>
                  <a:pt x="7607" y="26797"/>
                </a:lnTo>
                <a:lnTo>
                  <a:pt x="7607" y="27940"/>
                </a:lnTo>
                <a:lnTo>
                  <a:pt x="8877" y="27940"/>
                </a:lnTo>
                <a:lnTo>
                  <a:pt x="8877" y="30480"/>
                </a:lnTo>
                <a:lnTo>
                  <a:pt x="90157" y="30480"/>
                </a:lnTo>
                <a:lnTo>
                  <a:pt x="90157" y="26670"/>
                </a:lnTo>
                <a:close/>
              </a:path>
              <a:path w="95250" h="44450">
                <a:moveTo>
                  <a:pt x="91427" y="30480"/>
                </a:moveTo>
                <a:lnTo>
                  <a:pt x="90157" y="30480"/>
                </a:lnTo>
                <a:lnTo>
                  <a:pt x="8877" y="30607"/>
                </a:lnTo>
                <a:lnTo>
                  <a:pt x="8877" y="31877"/>
                </a:lnTo>
                <a:lnTo>
                  <a:pt x="10147" y="31877"/>
                </a:lnTo>
                <a:lnTo>
                  <a:pt x="10147" y="33020"/>
                </a:lnTo>
                <a:lnTo>
                  <a:pt x="91427" y="33020"/>
                </a:lnTo>
                <a:lnTo>
                  <a:pt x="91427" y="30480"/>
                </a:lnTo>
                <a:close/>
              </a:path>
              <a:path w="95250" h="44450">
                <a:moveTo>
                  <a:pt x="92697" y="34290"/>
                </a:moveTo>
                <a:lnTo>
                  <a:pt x="91427" y="34290"/>
                </a:lnTo>
                <a:lnTo>
                  <a:pt x="91427" y="33147"/>
                </a:lnTo>
                <a:lnTo>
                  <a:pt x="10147" y="33147"/>
                </a:lnTo>
                <a:lnTo>
                  <a:pt x="10147" y="35687"/>
                </a:lnTo>
                <a:lnTo>
                  <a:pt x="11430" y="35687"/>
                </a:lnTo>
                <a:lnTo>
                  <a:pt x="11430" y="36830"/>
                </a:lnTo>
                <a:lnTo>
                  <a:pt x="92697" y="36830"/>
                </a:lnTo>
                <a:lnTo>
                  <a:pt x="92697" y="34290"/>
                </a:lnTo>
                <a:close/>
              </a:path>
              <a:path w="95250" h="44450">
                <a:moveTo>
                  <a:pt x="93980" y="38227"/>
                </a:moveTo>
                <a:lnTo>
                  <a:pt x="92697" y="38227"/>
                </a:lnTo>
                <a:lnTo>
                  <a:pt x="92697" y="36957"/>
                </a:lnTo>
                <a:lnTo>
                  <a:pt x="11430" y="36957"/>
                </a:lnTo>
                <a:lnTo>
                  <a:pt x="11430" y="39497"/>
                </a:lnTo>
                <a:lnTo>
                  <a:pt x="12700" y="39497"/>
                </a:lnTo>
                <a:lnTo>
                  <a:pt x="12700" y="39370"/>
                </a:lnTo>
                <a:lnTo>
                  <a:pt x="93980" y="39370"/>
                </a:lnTo>
                <a:lnTo>
                  <a:pt x="93980" y="38227"/>
                </a:lnTo>
                <a:close/>
              </a:path>
              <a:path w="95250" h="44450">
                <a:moveTo>
                  <a:pt x="95250" y="43307"/>
                </a:moveTo>
                <a:lnTo>
                  <a:pt x="13957" y="43307"/>
                </a:lnTo>
                <a:lnTo>
                  <a:pt x="13957" y="44450"/>
                </a:lnTo>
                <a:lnTo>
                  <a:pt x="95250" y="44450"/>
                </a:lnTo>
                <a:lnTo>
                  <a:pt x="95250" y="43307"/>
                </a:lnTo>
                <a:close/>
              </a:path>
              <a:path w="95250" h="44450">
                <a:moveTo>
                  <a:pt x="95250" y="42037"/>
                </a:moveTo>
                <a:lnTo>
                  <a:pt x="93980" y="42037"/>
                </a:lnTo>
                <a:lnTo>
                  <a:pt x="93980" y="39497"/>
                </a:lnTo>
                <a:lnTo>
                  <a:pt x="12700" y="39497"/>
                </a:lnTo>
                <a:lnTo>
                  <a:pt x="12700" y="43307"/>
                </a:lnTo>
                <a:lnTo>
                  <a:pt x="13957" y="43307"/>
                </a:lnTo>
                <a:lnTo>
                  <a:pt x="95250" y="43180"/>
                </a:lnTo>
                <a:lnTo>
                  <a:pt x="95250" y="42037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8020025" y="1132839"/>
            <a:ext cx="73025" cy="44450"/>
          </a:xfrm>
          <a:custGeom>
            <a:avLst/>
            <a:gdLst/>
            <a:ahLst/>
            <a:cxnLst/>
            <a:rect l="l" t="t" r="r" b="b"/>
            <a:pathLst>
              <a:path w="73025" h="44450">
                <a:moveTo>
                  <a:pt x="58432" y="43307"/>
                </a:moveTo>
                <a:lnTo>
                  <a:pt x="0" y="43307"/>
                </a:lnTo>
                <a:lnTo>
                  <a:pt x="0" y="44450"/>
                </a:lnTo>
                <a:lnTo>
                  <a:pt x="58432" y="44450"/>
                </a:lnTo>
                <a:lnTo>
                  <a:pt x="58432" y="43307"/>
                </a:lnTo>
                <a:close/>
              </a:path>
              <a:path w="73025" h="44450">
                <a:moveTo>
                  <a:pt x="59702" y="39497"/>
                </a:moveTo>
                <a:lnTo>
                  <a:pt x="1282" y="39497"/>
                </a:lnTo>
                <a:lnTo>
                  <a:pt x="1282" y="40640"/>
                </a:lnTo>
                <a:lnTo>
                  <a:pt x="0" y="40640"/>
                </a:lnTo>
                <a:lnTo>
                  <a:pt x="0" y="43180"/>
                </a:lnTo>
                <a:lnTo>
                  <a:pt x="58432" y="43180"/>
                </a:lnTo>
                <a:lnTo>
                  <a:pt x="58432" y="40640"/>
                </a:lnTo>
                <a:lnTo>
                  <a:pt x="59702" y="40640"/>
                </a:lnTo>
                <a:lnTo>
                  <a:pt x="59702" y="39497"/>
                </a:lnTo>
                <a:close/>
              </a:path>
              <a:path w="73025" h="44450">
                <a:moveTo>
                  <a:pt x="59702" y="36957"/>
                </a:moveTo>
                <a:lnTo>
                  <a:pt x="1282" y="36957"/>
                </a:lnTo>
                <a:lnTo>
                  <a:pt x="1282" y="39370"/>
                </a:lnTo>
                <a:lnTo>
                  <a:pt x="59702" y="39370"/>
                </a:lnTo>
                <a:lnTo>
                  <a:pt x="59702" y="36957"/>
                </a:lnTo>
                <a:close/>
              </a:path>
              <a:path w="73025" h="44450">
                <a:moveTo>
                  <a:pt x="60947" y="33147"/>
                </a:moveTo>
                <a:lnTo>
                  <a:pt x="2552" y="33147"/>
                </a:lnTo>
                <a:lnTo>
                  <a:pt x="2552" y="35687"/>
                </a:lnTo>
                <a:lnTo>
                  <a:pt x="1282" y="35687"/>
                </a:lnTo>
                <a:lnTo>
                  <a:pt x="1282" y="36830"/>
                </a:lnTo>
                <a:lnTo>
                  <a:pt x="59702" y="36830"/>
                </a:lnTo>
                <a:lnTo>
                  <a:pt x="60947" y="36957"/>
                </a:lnTo>
                <a:lnTo>
                  <a:pt x="60947" y="33147"/>
                </a:lnTo>
                <a:close/>
              </a:path>
              <a:path w="73025" h="44450">
                <a:moveTo>
                  <a:pt x="62230" y="30607"/>
                </a:moveTo>
                <a:lnTo>
                  <a:pt x="3797" y="30607"/>
                </a:lnTo>
                <a:lnTo>
                  <a:pt x="3797" y="31877"/>
                </a:lnTo>
                <a:lnTo>
                  <a:pt x="2552" y="31877"/>
                </a:lnTo>
                <a:lnTo>
                  <a:pt x="2552" y="33020"/>
                </a:lnTo>
                <a:lnTo>
                  <a:pt x="60947" y="33020"/>
                </a:lnTo>
                <a:lnTo>
                  <a:pt x="60947" y="33147"/>
                </a:lnTo>
                <a:lnTo>
                  <a:pt x="62230" y="33147"/>
                </a:lnTo>
                <a:lnTo>
                  <a:pt x="62230" y="30607"/>
                </a:lnTo>
                <a:close/>
              </a:path>
              <a:path w="73025" h="44450">
                <a:moveTo>
                  <a:pt x="63500" y="26797"/>
                </a:moveTo>
                <a:lnTo>
                  <a:pt x="5080" y="26797"/>
                </a:lnTo>
                <a:lnTo>
                  <a:pt x="5080" y="27940"/>
                </a:lnTo>
                <a:lnTo>
                  <a:pt x="3797" y="27940"/>
                </a:lnTo>
                <a:lnTo>
                  <a:pt x="3797" y="30480"/>
                </a:lnTo>
                <a:lnTo>
                  <a:pt x="62230" y="30480"/>
                </a:lnTo>
                <a:lnTo>
                  <a:pt x="62230" y="29337"/>
                </a:lnTo>
                <a:lnTo>
                  <a:pt x="63500" y="29337"/>
                </a:lnTo>
                <a:lnTo>
                  <a:pt x="63500" y="26797"/>
                </a:lnTo>
                <a:close/>
              </a:path>
              <a:path w="73025" h="44450">
                <a:moveTo>
                  <a:pt x="67297" y="14097"/>
                </a:moveTo>
                <a:lnTo>
                  <a:pt x="8902" y="14097"/>
                </a:lnTo>
                <a:lnTo>
                  <a:pt x="8902" y="13970"/>
                </a:lnTo>
                <a:lnTo>
                  <a:pt x="7632" y="13970"/>
                </a:lnTo>
                <a:lnTo>
                  <a:pt x="7632" y="19177"/>
                </a:lnTo>
                <a:lnTo>
                  <a:pt x="6350" y="19177"/>
                </a:lnTo>
                <a:lnTo>
                  <a:pt x="6350" y="22987"/>
                </a:lnTo>
                <a:lnTo>
                  <a:pt x="5080" y="22987"/>
                </a:lnTo>
                <a:lnTo>
                  <a:pt x="5080" y="26670"/>
                </a:lnTo>
                <a:lnTo>
                  <a:pt x="63500" y="26670"/>
                </a:lnTo>
                <a:lnTo>
                  <a:pt x="63500" y="25527"/>
                </a:lnTo>
                <a:lnTo>
                  <a:pt x="64782" y="25527"/>
                </a:lnTo>
                <a:lnTo>
                  <a:pt x="64782" y="20447"/>
                </a:lnTo>
                <a:lnTo>
                  <a:pt x="66052" y="20447"/>
                </a:lnTo>
                <a:lnTo>
                  <a:pt x="66052" y="16637"/>
                </a:lnTo>
                <a:lnTo>
                  <a:pt x="67297" y="16637"/>
                </a:lnTo>
                <a:lnTo>
                  <a:pt x="67297" y="14097"/>
                </a:lnTo>
                <a:close/>
              </a:path>
              <a:path w="73025" h="44450">
                <a:moveTo>
                  <a:pt x="68580" y="11557"/>
                </a:moveTo>
                <a:lnTo>
                  <a:pt x="8902" y="11557"/>
                </a:lnTo>
                <a:lnTo>
                  <a:pt x="8902" y="13970"/>
                </a:lnTo>
                <a:lnTo>
                  <a:pt x="67297" y="13970"/>
                </a:lnTo>
                <a:lnTo>
                  <a:pt x="67297" y="12827"/>
                </a:lnTo>
                <a:lnTo>
                  <a:pt x="68580" y="12827"/>
                </a:lnTo>
                <a:lnTo>
                  <a:pt x="68580" y="11557"/>
                </a:lnTo>
                <a:close/>
              </a:path>
              <a:path w="73025" h="44450">
                <a:moveTo>
                  <a:pt x="69850" y="7747"/>
                </a:moveTo>
                <a:lnTo>
                  <a:pt x="10147" y="7747"/>
                </a:lnTo>
                <a:lnTo>
                  <a:pt x="10147" y="10287"/>
                </a:lnTo>
                <a:lnTo>
                  <a:pt x="8902" y="10287"/>
                </a:lnTo>
                <a:lnTo>
                  <a:pt x="8902" y="11430"/>
                </a:lnTo>
                <a:lnTo>
                  <a:pt x="68580" y="11430"/>
                </a:lnTo>
                <a:lnTo>
                  <a:pt x="68580" y="8890"/>
                </a:lnTo>
                <a:lnTo>
                  <a:pt x="69850" y="8890"/>
                </a:lnTo>
                <a:lnTo>
                  <a:pt x="69850" y="7747"/>
                </a:lnTo>
                <a:close/>
              </a:path>
              <a:path w="73025" h="44450">
                <a:moveTo>
                  <a:pt x="69850" y="5207"/>
                </a:moveTo>
                <a:lnTo>
                  <a:pt x="11430" y="5207"/>
                </a:lnTo>
                <a:lnTo>
                  <a:pt x="11430" y="6477"/>
                </a:lnTo>
                <a:lnTo>
                  <a:pt x="10147" y="6477"/>
                </a:lnTo>
                <a:lnTo>
                  <a:pt x="10147" y="7620"/>
                </a:lnTo>
                <a:lnTo>
                  <a:pt x="69850" y="7620"/>
                </a:lnTo>
                <a:lnTo>
                  <a:pt x="69850" y="5207"/>
                </a:lnTo>
                <a:close/>
              </a:path>
              <a:path w="73025" h="44450">
                <a:moveTo>
                  <a:pt x="71132" y="1397"/>
                </a:moveTo>
                <a:lnTo>
                  <a:pt x="12700" y="1397"/>
                </a:lnTo>
                <a:lnTo>
                  <a:pt x="12700" y="1270"/>
                </a:lnTo>
                <a:lnTo>
                  <a:pt x="11430" y="1270"/>
                </a:lnTo>
                <a:lnTo>
                  <a:pt x="11430" y="5080"/>
                </a:lnTo>
                <a:lnTo>
                  <a:pt x="69850" y="5080"/>
                </a:lnTo>
                <a:lnTo>
                  <a:pt x="71132" y="5207"/>
                </a:lnTo>
                <a:lnTo>
                  <a:pt x="71132" y="1397"/>
                </a:lnTo>
                <a:close/>
              </a:path>
              <a:path w="73025" h="44450">
                <a:moveTo>
                  <a:pt x="72402" y="0"/>
                </a:moveTo>
                <a:lnTo>
                  <a:pt x="12700" y="0"/>
                </a:lnTo>
                <a:lnTo>
                  <a:pt x="12700" y="1270"/>
                </a:lnTo>
                <a:lnTo>
                  <a:pt x="71132" y="1270"/>
                </a:lnTo>
                <a:lnTo>
                  <a:pt x="71132" y="1397"/>
                </a:lnTo>
                <a:lnTo>
                  <a:pt x="72402" y="1397"/>
                </a:lnTo>
                <a:lnTo>
                  <a:pt x="72402" y="0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7230085" y="1177289"/>
            <a:ext cx="83820" cy="8890"/>
          </a:xfrm>
          <a:custGeom>
            <a:avLst/>
            <a:gdLst/>
            <a:ahLst/>
            <a:cxnLst/>
            <a:rect l="l" t="t" r="r" b="b"/>
            <a:pathLst>
              <a:path w="83820" h="8890">
                <a:moveTo>
                  <a:pt x="81292" y="0"/>
                </a:moveTo>
                <a:lnTo>
                  <a:pt x="0" y="0"/>
                </a:lnTo>
                <a:lnTo>
                  <a:pt x="0" y="1270"/>
                </a:lnTo>
                <a:lnTo>
                  <a:pt x="81292" y="1270"/>
                </a:lnTo>
                <a:lnTo>
                  <a:pt x="81292" y="0"/>
                </a:lnTo>
                <a:close/>
              </a:path>
              <a:path w="83820" h="8890">
                <a:moveTo>
                  <a:pt x="82550" y="1270"/>
                </a:moveTo>
                <a:lnTo>
                  <a:pt x="81292" y="1270"/>
                </a:lnTo>
                <a:lnTo>
                  <a:pt x="81292" y="1397"/>
                </a:lnTo>
                <a:lnTo>
                  <a:pt x="0" y="1397"/>
                </a:lnTo>
                <a:lnTo>
                  <a:pt x="0" y="2540"/>
                </a:lnTo>
                <a:lnTo>
                  <a:pt x="1270" y="2540"/>
                </a:lnTo>
                <a:lnTo>
                  <a:pt x="1270" y="5080"/>
                </a:lnTo>
                <a:lnTo>
                  <a:pt x="82550" y="5080"/>
                </a:lnTo>
                <a:lnTo>
                  <a:pt x="82550" y="1270"/>
                </a:lnTo>
                <a:close/>
              </a:path>
              <a:path w="83820" h="8890">
                <a:moveTo>
                  <a:pt x="83820" y="7747"/>
                </a:moveTo>
                <a:lnTo>
                  <a:pt x="2540" y="7747"/>
                </a:lnTo>
                <a:lnTo>
                  <a:pt x="2540" y="8890"/>
                </a:lnTo>
                <a:lnTo>
                  <a:pt x="83820" y="8890"/>
                </a:lnTo>
                <a:lnTo>
                  <a:pt x="83820" y="7747"/>
                </a:lnTo>
                <a:close/>
              </a:path>
              <a:path w="83820" h="8890">
                <a:moveTo>
                  <a:pt x="83820" y="5080"/>
                </a:moveTo>
                <a:lnTo>
                  <a:pt x="82550" y="5080"/>
                </a:lnTo>
                <a:lnTo>
                  <a:pt x="1270" y="5207"/>
                </a:lnTo>
                <a:lnTo>
                  <a:pt x="1270" y="6477"/>
                </a:lnTo>
                <a:lnTo>
                  <a:pt x="2540" y="6477"/>
                </a:lnTo>
                <a:lnTo>
                  <a:pt x="2540" y="7620"/>
                </a:lnTo>
                <a:lnTo>
                  <a:pt x="83820" y="7620"/>
                </a:lnTo>
                <a:lnTo>
                  <a:pt x="83820" y="5080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8017472" y="1177289"/>
            <a:ext cx="61594" cy="8890"/>
          </a:xfrm>
          <a:custGeom>
            <a:avLst/>
            <a:gdLst/>
            <a:ahLst/>
            <a:cxnLst/>
            <a:rect l="l" t="t" r="r" b="b"/>
            <a:pathLst>
              <a:path w="61595" h="8890">
                <a:moveTo>
                  <a:pt x="57150" y="7747"/>
                </a:moveTo>
                <a:lnTo>
                  <a:pt x="0" y="7747"/>
                </a:lnTo>
                <a:lnTo>
                  <a:pt x="0" y="8890"/>
                </a:lnTo>
                <a:lnTo>
                  <a:pt x="57150" y="8890"/>
                </a:lnTo>
                <a:lnTo>
                  <a:pt x="57150" y="7747"/>
                </a:lnTo>
                <a:close/>
              </a:path>
              <a:path w="61595" h="8890">
                <a:moveTo>
                  <a:pt x="58432" y="5207"/>
                </a:moveTo>
                <a:lnTo>
                  <a:pt x="1282" y="5207"/>
                </a:lnTo>
                <a:lnTo>
                  <a:pt x="1282" y="5080"/>
                </a:lnTo>
                <a:lnTo>
                  <a:pt x="0" y="5080"/>
                </a:lnTo>
                <a:lnTo>
                  <a:pt x="0" y="7620"/>
                </a:lnTo>
                <a:lnTo>
                  <a:pt x="57150" y="7620"/>
                </a:lnTo>
                <a:lnTo>
                  <a:pt x="57150" y="7747"/>
                </a:lnTo>
                <a:lnTo>
                  <a:pt x="58432" y="7747"/>
                </a:lnTo>
                <a:lnTo>
                  <a:pt x="58432" y="5207"/>
                </a:lnTo>
                <a:close/>
              </a:path>
              <a:path w="61595" h="8890">
                <a:moveTo>
                  <a:pt x="59702" y="1397"/>
                </a:moveTo>
                <a:lnTo>
                  <a:pt x="1282" y="1397"/>
                </a:lnTo>
                <a:lnTo>
                  <a:pt x="1282" y="5080"/>
                </a:lnTo>
                <a:lnTo>
                  <a:pt x="58432" y="5080"/>
                </a:lnTo>
                <a:lnTo>
                  <a:pt x="58432" y="3937"/>
                </a:lnTo>
                <a:lnTo>
                  <a:pt x="59702" y="3937"/>
                </a:lnTo>
                <a:lnTo>
                  <a:pt x="59702" y="1397"/>
                </a:lnTo>
                <a:close/>
              </a:path>
              <a:path w="61595" h="8890">
                <a:moveTo>
                  <a:pt x="59702" y="127"/>
                </a:moveTo>
                <a:lnTo>
                  <a:pt x="1282" y="127"/>
                </a:lnTo>
                <a:lnTo>
                  <a:pt x="1282" y="1270"/>
                </a:lnTo>
                <a:lnTo>
                  <a:pt x="59702" y="1270"/>
                </a:lnTo>
                <a:lnTo>
                  <a:pt x="59702" y="127"/>
                </a:lnTo>
                <a:close/>
              </a:path>
              <a:path w="61595" h="8890">
                <a:moveTo>
                  <a:pt x="60985" y="0"/>
                </a:moveTo>
                <a:lnTo>
                  <a:pt x="2552" y="0"/>
                </a:lnTo>
                <a:lnTo>
                  <a:pt x="59702" y="127"/>
                </a:lnTo>
                <a:lnTo>
                  <a:pt x="60985" y="127"/>
                </a:lnTo>
                <a:lnTo>
                  <a:pt x="60985" y="0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7232635" y="1186177"/>
            <a:ext cx="87630" cy="19050"/>
          </a:xfrm>
          <a:custGeom>
            <a:avLst/>
            <a:gdLst/>
            <a:ahLst/>
            <a:cxnLst/>
            <a:rect l="l" t="t" r="r" b="b"/>
            <a:pathLst>
              <a:path w="87629" h="19050">
                <a:moveTo>
                  <a:pt x="87624" y="19049"/>
                </a:moveTo>
                <a:lnTo>
                  <a:pt x="6349" y="19049"/>
                </a:lnTo>
                <a:lnTo>
                  <a:pt x="6349" y="17779"/>
                </a:lnTo>
                <a:lnTo>
                  <a:pt x="5074" y="17779"/>
                </a:lnTo>
                <a:lnTo>
                  <a:pt x="5074" y="13969"/>
                </a:lnTo>
                <a:lnTo>
                  <a:pt x="3799" y="13969"/>
                </a:lnTo>
                <a:lnTo>
                  <a:pt x="3799" y="10159"/>
                </a:lnTo>
                <a:lnTo>
                  <a:pt x="2549" y="10159"/>
                </a:lnTo>
                <a:lnTo>
                  <a:pt x="2549" y="6349"/>
                </a:lnTo>
                <a:lnTo>
                  <a:pt x="1274" y="6349"/>
                </a:lnTo>
                <a:lnTo>
                  <a:pt x="1274" y="2539"/>
                </a:lnTo>
                <a:lnTo>
                  <a:pt x="0" y="2539"/>
                </a:lnTo>
                <a:lnTo>
                  <a:pt x="0" y="0"/>
                </a:lnTo>
                <a:lnTo>
                  <a:pt x="82549" y="0"/>
                </a:lnTo>
                <a:lnTo>
                  <a:pt x="82549" y="3809"/>
                </a:lnTo>
                <a:lnTo>
                  <a:pt x="83824" y="3809"/>
                </a:lnTo>
                <a:lnTo>
                  <a:pt x="83824" y="7619"/>
                </a:lnTo>
                <a:lnTo>
                  <a:pt x="85099" y="7619"/>
                </a:lnTo>
                <a:lnTo>
                  <a:pt x="85099" y="11429"/>
                </a:lnTo>
                <a:lnTo>
                  <a:pt x="86349" y="11429"/>
                </a:lnTo>
                <a:lnTo>
                  <a:pt x="86349" y="15239"/>
                </a:lnTo>
                <a:lnTo>
                  <a:pt x="87624" y="15239"/>
                </a:lnTo>
                <a:lnTo>
                  <a:pt x="87624" y="19049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8011122" y="1186179"/>
            <a:ext cx="63500" cy="19050"/>
          </a:xfrm>
          <a:custGeom>
            <a:avLst/>
            <a:gdLst/>
            <a:ahLst/>
            <a:cxnLst/>
            <a:rect l="l" t="t" r="r" b="b"/>
            <a:pathLst>
              <a:path w="63500" h="19050">
                <a:moveTo>
                  <a:pt x="63500" y="0"/>
                </a:moveTo>
                <a:lnTo>
                  <a:pt x="5105" y="0"/>
                </a:lnTo>
                <a:lnTo>
                  <a:pt x="5105" y="3810"/>
                </a:lnTo>
                <a:lnTo>
                  <a:pt x="3835" y="3810"/>
                </a:lnTo>
                <a:lnTo>
                  <a:pt x="3835" y="8890"/>
                </a:lnTo>
                <a:lnTo>
                  <a:pt x="2552" y="8890"/>
                </a:lnTo>
                <a:lnTo>
                  <a:pt x="2552" y="12700"/>
                </a:lnTo>
                <a:lnTo>
                  <a:pt x="1282" y="12700"/>
                </a:lnTo>
                <a:lnTo>
                  <a:pt x="1282" y="17780"/>
                </a:lnTo>
                <a:lnTo>
                  <a:pt x="0" y="17780"/>
                </a:lnTo>
                <a:lnTo>
                  <a:pt x="0" y="19050"/>
                </a:lnTo>
                <a:lnTo>
                  <a:pt x="57150" y="19050"/>
                </a:lnTo>
                <a:lnTo>
                  <a:pt x="57150" y="17780"/>
                </a:lnTo>
                <a:lnTo>
                  <a:pt x="58432" y="17780"/>
                </a:lnTo>
                <a:lnTo>
                  <a:pt x="58432" y="13970"/>
                </a:lnTo>
                <a:lnTo>
                  <a:pt x="59702" y="13970"/>
                </a:lnTo>
                <a:lnTo>
                  <a:pt x="59702" y="10160"/>
                </a:lnTo>
                <a:lnTo>
                  <a:pt x="60985" y="10160"/>
                </a:lnTo>
                <a:lnTo>
                  <a:pt x="60985" y="6350"/>
                </a:lnTo>
                <a:lnTo>
                  <a:pt x="62255" y="6350"/>
                </a:lnTo>
                <a:lnTo>
                  <a:pt x="62255" y="2540"/>
                </a:lnTo>
                <a:lnTo>
                  <a:pt x="63500" y="2540"/>
                </a:lnTo>
                <a:lnTo>
                  <a:pt x="63500" y="0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7238975" y="1205229"/>
            <a:ext cx="86360" cy="15240"/>
          </a:xfrm>
          <a:custGeom>
            <a:avLst/>
            <a:gdLst/>
            <a:ahLst/>
            <a:cxnLst/>
            <a:rect l="l" t="t" r="r" b="b"/>
            <a:pathLst>
              <a:path w="86359" h="15240">
                <a:moveTo>
                  <a:pt x="86360" y="11430"/>
                </a:moveTo>
                <a:lnTo>
                  <a:pt x="85102" y="11430"/>
                </a:lnTo>
                <a:lnTo>
                  <a:pt x="85102" y="7620"/>
                </a:lnTo>
                <a:lnTo>
                  <a:pt x="83832" y="7620"/>
                </a:lnTo>
                <a:lnTo>
                  <a:pt x="83832" y="3810"/>
                </a:lnTo>
                <a:lnTo>
                  <a:pt x="82550" y="3810"/>
                </a:lnTo>
                <a:lnTo>
                  <a:pt x="82550" y="0"/>
                </a:lnTo>
                <a:lnTo>
                  <a:pt x="0" y="0"/>
                </a:lnTo>
                <a:lnTo>
                  <a:pt x="0" y="2540"/>
                </a:lnTo>
                <a:lnTo>
                  <a:pt x="1282" y="2540"/>
                </a:lnTo>
                <a:lnTo>
                  <a:pt x="1282" y="7620"/>
                </a:lnTo>
                <a:lnTo>
                  <a:pt x="2552" y="7620"/>
                </a:lnTo>
                <a:lnTo>
                  <a:pt x="2552" y="11430"/>
                </a:lnTo>
                <a:lnTo>
                  <a:pt x="3810" y="11430"/>
                </a:lnTo>
                <a:lnTo>
                  <a:pt x="3810" y="15240"/>
                </a:lnTo>
                <a:lnTo>
                  <a:pt x="86360" y="15240"/>
                </a:lnTo>
                <a:lnTo>
                  <a:pt x="86360" y="11430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8007325" y="1205229"/>
            <a:ext cx="60960" cy="15240"/>
          </a:xfrm>
          <a:custGeom>
            <a:avLst/>
            <a:gdLst/>
            <a:ahLst/>
            <a:cxnLst/>
            <a:rect l="l" t="t" r="r" b="b"/>
            <a:pathLst>
              <a:path w="60959" h="15240">
                <a:moveTo>
                  <a:pt x="60947" y="0"/>
                </a:moveTo>
                <a:lnTo>
                  <a:pt x="3797" y="0"/>
                </a:lnTo>
                <a:lnTo>
                  <a:pt x="3797" y="2540"/>
                </a:lnTo>
                <a:lnTo>
                  <a:pt x="2552" y="2540"/>
                </a:lnTo>
                <a:lnTo>
                  <a:pt x="2552" y="6350"/>
                </a:lnTo>
                <a:lnTo>
                  <a:pt x="1282" y="6350"/>
                </a:lnTo>
                <a:lnTo>
                  <a:pt x="1282" y="11430"/>
                </a:lnTo>
                <a:lnTo>
                  <a:pt x="0" y="11430"/>
                </a:lnTo>
                <a:lnTo>
                  <a:pt x="0" y="15240"/>
                </a:lnTo>
                <a:lnTo>
                  <a:pt x="55880" y="15240"/>
                </a:lnTo>
                <a:lnTo>
                  <a:pt x="55880" y="13970"/>
                </a:lnTo>
                <a:lnTo>
                  <a:pt x="57150" y="13970"/>
                </a:lnTo>
                <a:lnTo>
                  <a:pt x="57150" y="10160"/>
                </a:lnTo>
                <a:lnTo>
                  <a:pt x="58432" y="10160"/>
                </a:lnTo>
                <a:lnTo>
                  <a:pt x="58432" y="6350"/>
                </a:lnTo>
                <a:lnTo>
                  <a:pt x="59702" y="6350"/>
                </a:lnTo>
                <a:lnTo>
                  <a:pt x="59702" y="2540"/>
                </a:lnTo>
                <a:lnTo>
                  <a:pt x="60947" y="2540"/>
                </a:lnTo>
                <a:lnTo>
                  <a:pt x="60947" y="0"/>
                </a:lnTo>
                <a:close/>
              </a:path>
            </a:pathLst>
          </a:custGeom>
          <a:solidFill>
            <a:srgbClr val="A84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7244054" y="1220469"/>
            <a:ext cx="88900" cy="22860"/>
          </a:xfrm>
          <a:custGeom>
            <a:avLst/>
            <a:gdLst/>
            <a:ahLst/>
            <a:cxnLst/>
            <a:rect l="l" t="t" r="r" b="b"/>
            <a:pathLst>
              <a:path w="88900" h="22859">
                <a:moveTo>
                  <a:pt x="88900" y="19050"/>
                </a:moveTo>
                <a:lnTo>
                  <a:pt x="87630" y="19050"/>
                </a:lnTo>
                <a:lnTo>
                  <a:pt x="87630" y="15240"/>
                </a:lnTo>
                <a:lnTo>
                  <a:pt x="86372" y="15240"/>
                </a:lnTo>
                <a:lnTo>
                  <a:pt x="86372" y="11430"/>
                </a:lnTo>
                <a:lnTo>
                  <a:pt x="85102" y="11430"/>
                </a:lnTo>
                <a:lnTo>
                  <a:pt x="85102" y="7620"/>
                </a:lnTo>
                <a:lnTo>
                  <a:pt x="83820" y="7620"/>
                </a:lnTo>
                <a:lnTo>
                  <a:pt x="83820" y="3810"/>
                </a:lnTo>
                <a:lnTo>
                  <a:pt x="82550" y="3810"/>
                </a:lnTo>
                <a:lnTo>
                  <a:pt x="82550" y="0"/>
                </a:lnTo>
                <a:lnTo>
                  <a:pt x="0" y="0"/>
                </a:lnTo>
                <a:lnTo>
                  <a:pt x="0" y="3810"/>
                </a:lnTo>
                <a:lnTo>
                  <a:pt x="1270" y="3810"/>
                </a:lnTo>
                <a:lnTo>
                  <a:pt x="1270" y="7620"/>
                </a:lnTo>
                <a:lnTo>
                  <a:pt x="2552" y="7620"/>
                </a:lnTo>
                <a:lnTo>
                  <a:pt x="2552" y="11430"/>
                </a:lnTo>
                <a:lnTo>
                  <a:pt x="3822" y="11430"/>
                </a:lnTo>
                <a:lnTo>
                  <a:pt x="3822" y="15240"/>
                </a:lnTo>
                <a:lnTo>
                  <a:pt x="5080" y="15240"/>
                </a:lnTo>
                <a:lnTo>
                  <a:pt x="5080" y="19050"/>
                </a:lnTo>
                <a:lnTo>
                  <a:pt x="6350" y="19050"/>
                </a:lnTo>
                <a:lnTo>
                  <a:pt x="6350" y="22860"/>
                </a:lnTo>
                <a:lnTo>
                  <a:pt x="88900" y="22860"/>
                </a:lnTo>
                <a:lnTo>
                  <a:pt x="88900" y="1905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7994625" y="1220469"/>
            <a:ext cx="68580" cy="43180"/>
          </a:xfrm>
          <a:custGeom>
            <a:avLst/>
            <a:gdLst/>
            <a:ahLst/>
            <a:cxnLst/>
            <a:rect l="l" t="t" r="r" b="b"/>
            <a:pathLst>
              <a:path w="68579" h="43180">
                <a:moveTo>
                  <a:pt x="54597" y="41910"/>
                </a:moveTo>
                <a:lnTo>
                  <a:pt x="0" y="41910"/>
                </a:lnTo>
                <a:lnTo>
                  <a:pt x="0" y="43180"/>
                </a:lnTo>
                <a:lnTo>
                  <a:pt x="54597" y="43180"/>
                </a:lnTo>
                <a:lnTo>
                  <a:pt x="54597" y="41910"/>
                </a:lnTo>
                <a:close/>
              </a:path>
              <a:path w="68579" h="43180">
                <a:moveTo>
                  <a:pt x="55880" y="39370"/>
                </a:moveTo>
                <a:lnTo>
                  <a:pt x="0" y="39370"/>
                </a:lnTo>
                <a:lnTo>
                  <a:pt x="0" y="40640"/>
                </a:lnTo>
                <a:lnTo>
                  <a:pt x="54597" y="40640"/>
                </a:lnTo>
                <a:lnTo>
                  <a:pt x="54597" y="41910"/>
                </a:lnTo>
                <a:lnTo>
                  <a:pt x="55880" y="41910"/>
                </a:lnTo>
                <a:lnTo>
                  <a:pt x="55880" y="39370"/>
                </a:lnTo>
                <a:close/>
              </a:path>
              <a:path w="68579" h="43180">
                <a:moveTo>
                  <a:pt x="68580" y="0"/>
                </a:moveTo>
                <a:lnTo>
                  <a:pt x="11430" y="0"/>
                </a:lnTo>
                <a:lnTo>
                  <a:pt x="11430" y="5080"/>
                </a:lnTo>
                <a:lnTo>
                  <a:pt x="10147" y="5080"/>
                </a:lnTo>
                <a:lnTo>
                  <a:pt x="10147" y="8890"/>
                </a:lnTo>
                <a:lnTo>
                  <a:pt x="8902" y="8890"/>
                </a:lnTo>
                <a:lnTo>
                  <a:pt x="8902" y="12700"/>
                </a:lnTo>
                <a:lnTo>
                  <a:pt x="7632" y="12700"/>
                </a:lnTo>
                <a:lnTo>
                  <a:pt x="7632" y="17780"/>
                </a:lnTo>
                <a:lnTo>
                  <a:pt x="6350" y="17780"/>
                </a:lnTo>
                <a:lnTo>
                  <a:pt x="6350" y="21590"/>
                </a:lnTo>
                <a:lnTo>
                  <a:pt x="5080" y="21590"/>
                </a:lnTo>
                <a:lnTo>
                  <a:pt x="5080" y="22860"/>
                </a:lnTo>
                <a:lnTo>
                  <a:pt x="60947" y="22860"/>
                </a:lnTo>
                <a:lnTo>
                  <a:pt x="60947" y="21590"/>
                </a:lnTo>
                <a:lnTo>
                  <a:pt x="62230" y="21590"/>
                </a:lnTo>
                <a:lnTo>
                  <a:pt x="62230" y="17780"/>
                </a:lnTo>
                <a:lnTo>
                  <a:pt x="63500" y="17780"/>
                </a:lnTo>
                <a:lnTo>
                  <a:pt x="63500" y="13970"/>
                </a:lnTo>
                <a:lnTo>
                  <a:pt x="64782" y="13970"/>
                </a:lnTo>
                <a:lnTo>
                  <a:pt x="64782" y="10160"/>
                </a:lnTo>
                <a:lnTo>
                  <a:pt x="66052" y="10160"/>
                </a:lnTo>
                <a:lnTo>
                  <a:pt x="66052" y="6350"/>
                </a:lnTo>
                <a:lnTo>
                  <a:pt x="67297" y="6350"/>
                </a:lnTo>
                <a:lnTo>
                  <a:pt x="67297" y="2540"/>
                </a:lnTo>
                <a:lnTo>
                  <a:pt x="68580" y="2540"/>
                </a:lnTo>
                <a:lnTo>
                  <a:pt x="68580" y="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7252957" y="1247139"/>
            <a:ext cx="87630" cy="16510"/>
          </a:xfrm>
          <a:custGeom>
            <a:avLst/>
            <a:gdLst/>
            <a:ahLst/>
            <a:cxnLst/>
            <a:rect l="l" t="t" r="r" b="b"/>
            <a:pathLst>
              <a:path w="87629" h="16509">
                <a:moveTo>
                  <a:pt x="85077" y="8890"/>
                </a:moveTo>
                <a:lnTo>
                  <a:pt x="83820" y="8890"/>
                </a:lnTo>
                <a:lnTo>
                  <a:pt x="83820" y="5080"/>
                </a:lnTo>
                <a:lnTo>
                  <a:pt x="82550" y="5080"/>
                </a:lnTo>
                <a:lnTo>
                  <a:pt x="82550" y="0"/>
                </a:lnTo>
                <a:lnTo>
                  <a:pt x="0" y="0"/>
                </a:lnTo>
                <a:lnTo>
                  <a:pt x="0" y="5080"/>
                </a:lnTo>
                <a:lnTo>
                  <a:pt x="1270" y="5080"/>
                </a:lnTo>
                <a:lnTo>
                  <a:pt x="1270" y="8890"/>
                </a:lnTo>
                <a:lnTo>
                  <a:pt x="2527" y="8890"/>
                </a:lnTo>
                <a:lnTo>
                  <a:pt x="2527" y="12700"/>
                </a:lnTo>
                <a:lnTo>
                  <a:pt x="3797" y="12700"/>
                </a:lnTo>
                <a:lnTo>
                  <a:pt x="3797" y="11430"/>
                </a:lnTo>
                <a:lnTo>
                  <a:pt x="85077" y="11430"/>
                </a:lnTo>
                <a:lnTo>
                  <a:pt x="85077" y="8890"/>
                </a:lnTo>
                <a:close/>
              </a:path>
              <a:path w="87629" h="16509">
                <a:moveTo>
                  <a:pt x="86347" y="11430"/>
                </a:moveTo>
                <a:lnTo>
                  <a:pt x="85077" y="11430"/>
                </a:lnTo>
                <a:lnTo>
                  <a:pt x="85077" y="12700"/>
                </a:lnTo>
                <a:lnTo>
                  <a:pt x="3797" y="12700"/>
                </a:lnTo>
                <a:lnTo>
                  <a:pt x="3797" y="13970"/>
                </a:lnTo>
                <a:lnTo>
                  <a:pt x="86347" y="13970"/>
                </a:lnTo>
                <a:lnTo>
                  <a:pt x="86347" y="11430"/>
                </a:lnTo>
                <a:close/>
              </a:path>
              <a:path w="87629" h="16509">
                <a:moveTo>
                  <a:pt x="87617" y="15240"/>
                </a:moveTo>
                <a:lnTo>
                  <a:pt x="5067" y="15240"/>
                </a:lnTo>
                <a:lnTo>
                  <a:pt x="5067" y="16510"/>
                </a:lnTo>
                <a:lnTo>
                  <a:pt x="87617" y="16510"/>
                </a:lnTo>
                <a:lnTo>
                  <a:pt x="87617" y="1524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7995908" y="1244599"/>
            <a:ext cx="59690" cy="13970"/>
          </a:xfrm>
          <a:custGeom>
            <a:avLst/>
            <a:gdLst/>
            <a:ahLst/>
            <a:cxnLst/>
            <a:rect l="l" t="t" r="r" b="b"/>
            <a:pathLst>
              <a:path w="59690" h="13969">
                <a:moveTo>
                  <a:pt x="58420" y="2540"/>
                </a:moveTo>
                <a:lnTo>
                  <a:pt x="2514" y="2540"/>
                </a:lnTo>
                <a:lnTo>
                  <a:pt x="2514" y="7620"/>
                </a:lnTo>
                <a:lnTo>
                  <a:pt x="1270" y="7620"/>
                </a:lnTo>
                <a:lnTo>
                  <a:pt x="1270" y="11430"/>
                </a:lnTo>
                <a:lnTo>
                  <a:pt x="0" y="11430"/>
                </a:lnTo>
                <a:lnTo>
                  <a:pt x="0" y="13970"/>
                </a:lnTo>
                <a:lnTo>
                  <a:pt x="55867" y="13970"/>
                </a:lnTo>
                <a:lnTo>
                  <a:pt x="55867" y="8890"/>
                </a:lnTo>
                <a:lnTo>
                  <a:pt x="57150" y="8890"/>
                </a:lnTo>
                <a:lnTo>
                  <a:pt x="57150" y="5080"/>
                </a:lnTo>
                <a:lnTo>
                  <a:pt x="58420" y="5080"/>
                </a:lnTo>
                <a:lnTo>
                  <a:pt x="58420" y="2540"/>
                </a:lnTo>
                <a:close/>
              </a:path>
              <a:path w="59690" h="13969">
                <a:moveTo>
                  <a:pt x="59664" y="0"/>
                </a:moveTo>
                <a:lnTo>
                  <a:pt x="3797" y="0"/>
                </a:lnTo>
                <a:lnTo>
                  <a:pt x="3797" y="1270"/>
                </a:lnTo>
                <a:lnTo>
                  <a:pt x="58420" y="1270"/>
                </a:lnTo>
                <a:lnTo>
                  <a:pt x="58420" y="2540"/>
                </a:lnTo>
                <a:lnTo>
                  <a:pt x="59664" y="2540"/>
                </a:lnTo>
                <a:lnTo>
                  <a:pt x="59664" y="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7251685" y="1244594"/>
            <a:ext cx="82550" cy="1270"/>
          </a:xfrm>
          <a:custGeom>
            <a:avLst/>
            <a:gdLst/>
            <a:ahLst/>
            <a:cxnLst/>
            <a:rect l="l" t="t" r="r" b="b"/>
            <a:pathLst>
              <a:path w="82550" h="1269">
                <a:moveTo>
                  <a:pt x="82549" y="1272"/>
                </a:moveTo>
                <a:lnTo>
                  <a:pt x="0" y="1272"/>
                </a:lnTo>
                <a:lnTo>
                  <a:pt x="0" y="0"/>
                </a:lnTo>
                <a:lnTo>
                  <a:pt x="82549" y="0"/>
                </a:lnTo>
                <a:lnTo>
                  <a:pt x="82549" y="1272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7272007" y="1304289"/>
            <a:ext cx="82550" cy="3810"/>
          </a:xfrm>
          <a:custGeom>
            <a:avLst/>
            <a:gdLst/>
            <a:ahLst/>
            <a:cxnLst/>
            <a:rect l="l" t="t" r="r" b="b"/>
            <a:pathLst>
              <a:path w="82550" h="3809">
                <a:moveTo>
                  <a:pt x="81267" y="0"/>
                </a:moveTo>
                <a:lnTo>
                  <a:pt x="0" y="0"/>
                </a:lnTo>
                <a:lnTo>
                  <a:pt x="0" y="1270"/>
                </a:lnTo>
                <a:lnTo>
                  <a:pt x="81267" y="1270"/>
                </a:lnTo>
                <a:lnTo>
                  <a:pt x="81267" y="0"/>
                </a:lnTo>
                <a:close/>
              </a:path>
              <a:path w="82550" h="3809">
                <a:moveTo>
                  <a:pt x="82550" y="1270"/>
                </a:moveTo>
                <a:lnTo>
                  <a:pt x="81267" y="1270"/>
                </a:lnTo>
                <a:lnTo>
                  <a:pt x="81267" y="2540"/>
                </a:lnTo>
                <a:lnTo>
                  <a:pt x="0" y="2540"/>
                </a:lnTo>
                <a:lnTo>
                  <a:pt x="0" y="3810"/>
                </a:lnTo>
                <a:lnTo>
                  <a:pt x="82550" y="3810"/>
                </a:lnTo>
                <a:lnTo>
                  <a:pt x="82550" y="127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7980654" y="1297939"/>
            <a:ext cx="57150" cy="10160"/>
          </a:xfrm>
          <a:custGeom>
            <a:avLst/>
            <a:gdLst/>
            <a:ahLst/>
            <a:cxnLst/>
            <a:rect l="l" t="t" r="r" b="b"/>
            <a:pathLst>
              <a:path w="57150" h="10159">
                <a:moveTo>
                  <a:pt x="53352" y="8890"/>
                </a:moveTo>
                <a:lnTo>
                  <a:pt x="0" y="8890"/>
                </a:lnTo>
                <a:lnTo>
                  <a:pt x="0" y="10160"/>
                </a:lnTo>
                <a:lnTo>
                  <a:pt x="53352" y="10160"/>
                </a:lnTo>
                <a:lnTo>
                  <a:pt x="53352" y="8890"/>
                </a:lnTo>
                <a:close/>
              </a:path>
              <a:path w="57150" h="10159">
                <a:moveTo>
                  <a:pt x="54622" y="6350"/>
                </a:moveTo>
                <a:lnTo>
                  <a:pt x="2552" y="6350"/>
                </a:lnTo>
                <a:lnTo>
                  <a:pt x="2552" y="5080"/>
                </a:lnTo>
                <a:lnTo>
                  <a:pt x="1270" y="5080"/>
                </a:lnTo>
                <a:lnTo>
                  <a:pt x="1270" y="7620"/>
                </a:lnTo>
                <a:lnTo>
                  <a:pt x="54622" y="7620"/>
                </a:lnTo>
                <a:lnTo>
                  <a:pt x="54622" y="6350"/>
                </a:lnTo>
                <a:close/>
              </a:path>
              <a:path w="57150" h="10159">
                <a:moveTo>
                  <a:pt x="55867" y="2540"/>
                </a:moveTo>
                <a:lnTo>
                  <a:pt x="2552" y="2540"/>
                </a:lnTo>
                <a:lnTo>
                  <a:pt x="2552" y="5080"/>
                </a:lnTo>
                <a:lnTo>
                  <a:pt x="54622" y="5080"/>
                </a:lnTo>
                <a:lnTo>
                  <a:pt x="54622" y="6350"/>
                </a:lnTo>
                <a:lnTo>
                  <a:pt x="55867" y="6350"/>
                </a:lnTo>
                <a:lnTo>
                  <a:pt x="55867" y="2540"/>
                </a:lnTo>
                <a:close/>
              </a:path>
              <a:path w="57150" h="10159">
                <a:moveTo>
                  <a:pt x="57150" y="0"/>
                </a:moveTo>
                <a:lnTo>
                  <a:pt x="2552" y="0"/>
                </a:lnTo>
                <a:lnTo>
                  <a:pt x="2552" y="1270"/>
                </a:lnTo>
                <a:lnTo>
                  <a:pt x="55867" y="1270"/>
                </a:lnTo>
                <a:lnTo>
                  <a:pt x="55867" y="2540"/>
                </a:lnTo>
                <a:lnTo>
                  <a:pt x="57150" y="2540"/>
                </a:lnTo>
                <a:lnTo>
                  <a:pt x="57150" y="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7265657" y="1285239"/>
            <a:ext cx="86360" cy="17780"/>
          </a:xfrm>
          <a:custGeom>
            <a:avLst/>
            <a:gdLst/>
            <a:ahLst/>
            <a:cxnLst/>
            <a:rect l="l" t="t" r="r" b="b"/>
            <a:pathLst>
              <a:path w="86359" h="17780">
                <a:moveTo>
                  <a:pt x="81267" y="0"/>
                </a:moveTo>
                <a:lnTo>
                  <a:pt x="0" y="0"/>
                </a:lnTo>
                <a:lnTo>
                  <a:pt x="0" y="1270"/>
                </a:lnTo>
                <a:lnTo>
                  <a:pt x="81267" y="1270"/>
                </a:lnTo>
                <a:lnTo>
                  <a:pt x="81267" y="0"/>
                </a:lnTo>
                <a:close/>
              </a:path>
              <a:path w="86359" h="17780">
                <a:moveTo>
                  <a:pt x="82550" y="1270"/>
                </a:moveTo>
                <a:lnTo>
                  <a:pt x="81267" y="1270"/>
                </a:lnTo>
                <a:lnTo>
                  <a:pt x="81267" y="2540"/>
                </a:lnTo>
                <a:lnTo>
                  <a:pt x="0" y="2540"/>
                </a:lnTo>
                <a:lnTo>
                  <a:pt x="0" y="5080"/>
                </a:lnTo>
                <a:lnTo>
                  <a:pt x="82550" y="5080"/>
                </a:lnTo>
                <a:lnTo>
                  <a:pt x="82550" y="1270"/>
                </a:lnTo>
                <a:close/>
              </a:path>
              <a:path w="86359" h="17780">
                <a:moveTo>
                  <a:pt x="83820" y="5080"/>
                </a:moveTo>
                <a:lnTo>
                  <a:pt x="82550" y="5080"/>
                </a:lnTo>
                <a:lnTo>
                  <a:pt x="82550" y="6350"/>
                </a:lnTo>
                <a:lnTo>
                  <a:pt x="1270" y="6350"/>
                </a:lnTo>
                <a:lnTo>
                  <a:pt x="1270" y="8890"/>
                </a:lnTo>
                <a:lnTo>
                  <a:pt x="2527" y="8890"/>
                </a:lnTo>
                <a:lnTo>
                  <a:pt x="2527" y="7620"/>
                </a:lnTo>
                <a:lnTo>
                  <a:pt x="83820" y="7620"/>
                </a:lnTo>
                <a:lnTo>
                  <a:pt x="83820" y="5080"/>
                </a:lnTo>
                <a:close/>
              </a:path>
              <a:path w="86359" h="17780">
                <a:moveTo>
                  <a:pt x="85077" y="8890"/>
                </a:moveTo>
                <a:lnTo>
                  <a:pt x="2527" y="8890"/>
                </a:lnTo>
                <a:lnTo>
                  <a:pt x="2527" y="12700"/>
                </a:lnTo>
                <a:lnTo>
                  <a:pt x="3797" y="12700"/>
                </a:lnTo>
                <a:lnTo>
                  <a:pt x="3797" y="11430"/>
                </a:lnTo>
                <a:lnTo>
                  <a:pt x="85077" y="11430"/>
                </a:lnTo>
                <a:lnTo>
                  <a:pt x="85077" y="8890"/>
                </a:lnTo>
                <a:close/>
              </a:path>
              <a:path w="86359" h="17780">
                <a:moveTo>
                  <a:pt x="86347" y="15240"/>
                </a:moveTo>
                <a:lnTo>
                  <a:pt x="5067" y="15240"/>
                </a:lnTo>
                <a:lnTo>
                  <a:pt x="5067" y="17780"/>
                </a:lnTo>
                <a:lnTo>
                  <a:pt x="86347" y="17780"/>
                </a:lnTo>
                <a:lnTo>
                  <a:pt x="86347" y="15240"/>
                </a:lnTo>
                <a:close/>
              </a:path>
              <a:path w="86359" h="17780">
                <a:moveTo>
                  <a:pt x="86347" y="12700"/>
                </a:moveTo>
                <a:lnTo>
                  <a:pt x="3797" y="12700"/>
                </a:lnTo>
                <a:lnTo>
                  <a:pt x="3797" y="13970"/>
                </a:lnTo>
                <a:lnTo>
                  <a:pt x="86347" y="13970"/>
                </a:lnTo>
                <a:lnTo>
                  <a:pt x="86347" y="1270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7984477" y="1278889"/>
            <a:ext cx="59690" cy="17780"/>
          </a:xfrm>
          <a:custGeom>
            <a:avLst/>
            <a:gdLst/>
            <a:ahLst/>
            <a:cxnLst/>
            <a:rect l="l" t="t" r="r" b="b"/>
            <a:pathLst>
              <a:path w="59690" h="17780">
                <a:moveTo>
                  <a:pt x="54597" y="15240"/>
                </a:moveTo>
                <a:lnTo>
                  <a:pt x="0" y="15240"/>
                </a:lnTo>
                <a:lnTo>
                  <a:pt x="0" y="17780"/>
                </a:lnTo>
                <a:lnTo>
                  <a:pt x="54597" y="17780"/>
                </a:lnTo>
                <a:lnTo>
                  <a:pt x="54597" y="15240"/>
                </a:lnTo>
                <a:close/>
              </a:path>
              <a:path w="59690" h="17780">
                <a:moveTo>
                  <a:pt x="54597" y="12700"/>
                </a:moveTo>
                <a:lnTo>
                  <a:pt x="2527" y="12700"/>
                </a:lnTo>
                <a:lnTo>
                  <a:pt x="2527" y="11430"/>
                </a:lnTo>
                <a:lnTo>
                  <a:pt x="1244" y="11430"/>
                </a:lnTo>
                <a:lnTo>
                  <a:pt x="1244" y="13970"/>
                </a:lnTo>
                <a:lnTo>
                  <a:pt x="54597" y="13970"/>
                </a:lnTo>
                <a:lnTo>
                  <a:pt x="54597" y="12700"/>
                </a:lnTo>
                <a:close/>
              </a:path>
              <a:path w="59690" h="17780">
                <a:moveTo>
                  <a:pt x="55880" y="8890"/>
                </a:moveTo>
                <a:lnTo>
                  <a:pt x="2527" y="8890"/>
                </a:lnTo>
                <a:lnTo>
                  <a:pt x="2527" y="11430"/>
                </a:lnTo>
                <a:lnTo>
                  <a:pt x="55880" y="11430"/>
                </a:lnTo>
                <a:lnTo>
                  <a:pt x="55880" y="8890"/>
                </a:lnTo>
                <a:close/>
              </a:path>
              <a:path w="59690" h="17780">
                <a:moveTo>
                  <a:pt x="57150" y="6350"/>
                </a:moveTo>
                <a:lnTo>
                  <a:pt x="2527" y="6350"/>
                </a:lnTo>
                <a:lnTo>
                  <a:pt x="2527" y="7620"/>
                </a:lnTo>
                <a:lnTo>
                  <a:pt x="57150" y="7620"/>
                </a:lnTo>
                <a:lnTo>
                  <a:pt x="57150" y="6350"/>
                </a:lnTo>
                <a:close/>
              </a:path>
              <a:path w="59690" h="17780">
                <a:moveTo>
                  <a:pt x="58394" y="2540"/>
                </a:moveTo>
                <a:lnTo>
                  <a:pt x="3797" y="2540"/>
                </a:lnTo>
                <a:lnTo>
                  <a:pt x="3797" y="5080"/>
                </a:lnTo>
                <a:lnTo>
                  <a:pt x="57150" y="5080"/>
                </a:lnTo>
                <a:lnTo>
                  <a:pt x="57150" y="6350"/>
                </a:lnTo>
                <a:lnTo>
                  <a:pt x="58394" y="6350"/>
                </a:lnTo>
                <a:lnTo>
                  <a:pt x="58394" y="2540"/>
                </a:lnTo>
                <a:close/>
              </a:path>
              <a:path w="59690" h="17780">
                <a:moveTo>
                  <a:pt x="59677" y="0"/>
                </a:moveTo>
                <a:lnTo>
                  <a:pt x="5080" y="0"/>
                </a:lnTo>
                <a:lnTo>
                  <a:pt x="5080" y="1270"/>
                </a:lnTo>
                <a:lnTo>
                  <a:pt x="58394" y="1270"/>
                </a:lnTo>
                <a:lnTo>
                  <a:pt x="58394" y="2540"/>
                </a:lnTo>
                <a:lnTo>
                  <a:pt x="59677" y="2540"/>
                </a:lnTo>
                <a:lnTo>
                  <a:pt x="59677" y="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7259307" y="1266189"/>
            <a:ext cx="86360" cy="17780"/>
          </a:xfrm>
          <a:custGeom>
            <a:avLst/>
            <a:gdLst/>
            <a:ahLst/>
            <a:cxnLst/>
            <a:rect l="l" t="t" r="r" b="b"/>
            <a:pathLst>
              <a:path w="86359" h="17780">
                <a:moveTo>
                  <a:pt x="82550" y="0"/>
                </a:moveTo>
                <a:lnTo>
                  <a:pt x="0" y="0"/>
                </a:lnTo>
                <a:lnTo>
                  <a:pt x="0" y="5080"/>
                </a:lnTo>
                <a:lnTo>
                  <a:pt x="82550" y="5080"/>
                </a:lnTo>
                <a:lnTo>
                  <a:pt x="82550" y="0"/>
                </a:lnTo>
                <a:close/>
              </a:path>
              <a:path w="86359" h="17780">
                <a:moveTo>
                  <a:pt x="83820" y="5080"/>
                </a:moveTo>
                <a:lnTo>
                  <a:pt x="82550" y="5080"/>
                </a:lnTo>
                <a:lnTo>
                  <a:pt x="82550" y="6350"/>
                </a:lnTo>
                <a:lnTo>
                  <a:pt x="1270" y="6350"/>
                </a:lnTo>
                <a:lnTo>
                  <a:pt x="1270" y="8890"/>
                </a:lnTo>
                <a:lnTo>
                  <a:pt x="2527" y="8890"/>
                </a:lnTo>
                <a:lnTo>
                  <a:pt x="2527" y="7620"/>
                </a:lnTo>
                <a:lnTo>
                  <a:pt x="83820" y="7620"/>
                </a:lnTo>
                <a:lnTo>
                  <a:pt x="83820" y="5080"/>
                </a:lnTo>
                <a:close/>
              </a:path>
              <a:path w="86359" h="17780">
                <a:moveTo>
                  <a:pt x="85077" y="8890"/>
                </a:moveTo>
                <a:lnTo>
                  <a:pt x="2527" y="8890"/>
                </a:lnTo>
                <a:lnTo>
                  <a:pt x="2527" y="12700"/>
                </a:lnTo>
                <a:lnTo>
                  <a:pt x="3797" y="12700"/>
                </a:lnTo>
                <a:lnTo>
                  <a:pt x="3797" y="11430"/>
                </a:lnTo>
                <a:lnTo>
                  <a:pt x="85077" y="11430"/>
                </a:lnTo>
                <a:lnTo>
                  <a:pt x="85077" y="8890"/>
                </a:lnTo>
                <a:close/>
              </a:path>
              <a:path w="86359" h="17780">
                <a:moveTo>
                  <a:pt x="86347" y="15240"/>
                </a:moveTo>
                <a:lnTo>
                  <a:pt x="5067" y="15240"/>
                </a:lnTo>
                <a:lnTo>
                  <a:pt x="5067" y="17780"/>
                </a:lnTo>
                <a:lnTo>
                  <a:pt x="86347" y="17780"/>
                </a:lnTo>
                <a:lnTo>
                  <a:pt x="86347" y="15240"/>
                </a:lnTo>
                <a:close/>
              </a:path>
              <a:path w="86359" h="17780">
                <a:moveTo>
                  <a:pt x="86347" y="12700"/>
                </a:moveTo>
                <a:lnTo>
                  <a:pt x="3797" y="12700"/>
                </a:lnTo>
                <a:lnTo>
                  <a:pt x="3797" y="13970"/>
                </a:lnTo>
                <a:lnTo>
                  <a:pt x="86347" y="13970"/>
                </a:lnTo>
                <a:lnTo>
                  <a:pt x="86347" y="1270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7990827" y="1263649"/>
            <a:ext cx="58419" cy="13970"/>
          </a:xfrm>
          <a:custGeom>
            <a:avLst/>
            <a:gdLst/>
            <a:ahLst/>
            <a:cxnLst/>
            <a:rect l="l" t="t" r="r" b="b"/>
            <a:pathLst>
              <a:path w="58420" h="13969">
                <a:moveTo>
                  <a:pt x="54597" y="11430"/>
                </a:moveTo>
                <a:lnTo>
                  <a:pt x="0" y="11430"/>
                </a:lnTo>
                <a:lnTo>
                  <a:pt x="0" y="13970"/>
                </a:lnTo>
                <a:lnTo>
                  <a:pt x="54597" y="13970"/>
                </a:lnTo>
                <a:lnTo>
                  <a:pt x="54597" y="11430"/>
                </a:lnTo>
                <a:close/>
              </a:path>
              <a:path w="58420" h="13969">
                <a:moveTo>
                  <a:pt x="54597" y="8890"/>
                </a:moveTo>
                <a:lnTo>
                  <a:pt x="0" y="8890"/>
                </a:lnTo>
                <a:lnTo>
                  <a:pt x="0" y="10160"/>
                </a:lnTo>
                <a:lnTo>
                  <a:pt x="54597" y="10160"/>
                </a:lnTo>
                <a:lnTo>
                  <a:pt x="54597" y="8890"/>
                </a:lnTo>
                <a:close/>
              </a:path>
              <a:path w="58420" h="13969">
                <a:moveTo>
                  <a:pt x="57150" y="2540"/>
                </a:moveTo>
                <a:lnTo>
                  <a:pt x="2527" y="2540"/>
                </a:lnTo>
                <a:lnTo>
                  <a:pt x="2527" y="5080"/>
                </a:lnTo>
                <a:lnTo>
                  <a:pt x="1244" y="5080"/>
                </a:lnTo>
                <a:lnTo>
                  <a:pt x="1244" y="7620"/>
                </a:lnTo>
                <a:lnTo>
                  <a:pt x="55880" y="7620"/>
                </a:lnTo>
                <a:lnTo>
                  <a:pt x="55880" y="5080"/>
                </a:lnTo>
                <a:lnTo>
                  <a:pt x="57150" y="5080"/>
                </a:lnTo>
                <a:lnTo>
                  <a:pt x="57150" y="2540"/>
                </a:lnTo>
                <a:close/>
              </a:path>
              <a:path w="58420" h="13969">
                <a:moveTo>
                  <a:pt x="58394" y="0"/>
                </a:moveTo>
                <a:lnTo>
                  <a:pt x="3797" y="0"/>
                </a:lnTo>
                <a:lnTo>
                  <a:pt x="3797" y="1270"/>
                </a:lnTo>
                <a:lnTo>
                  <a:pt x="57150" y="1270"/>
                </a:lnTo>
                <a:lnTo>
                  <a:pt x="57150" y="2540"/>
                </a:lnTo>
                <a:lnTo>
                  <a:pt x="58394" y="2540"/>
                </a:lnTo>
                <a:lnTo>
                  <a:pt x="58394" y="0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7258035" y="1263647"/>
            <a:ext cx="82550" cy="1270"/>
          </a:xfrm>
          <a:custGeom>
            <a:avLst/>
            <a:gdLst/>
            <a:ahLst/>
            <a:cxnLst/>
            <a:rect l="l" t="t" r="r" b="b"/>
            <a:pathLst>
              <a:path w="82550" h="1269">
                <a:moveTo>
                  <a:pt x="82549" y="1269"/>
                </a:moveTo>
                <a:lnTo>
                  <a:pt x="0" y="1269"/>
                </a:lnTo>
                <a:lnTo>
                  <a:pt x="0" y="0"/>
                </a:lnTo>
                <a:lnTo>
                  <a:pt x="82549" y="0"/>
                </a:lnTo>
                <a:lnTo>
                  <a:pt x="82549" y="1269"/>
                </a:lnTo>
                <a:close/>
              </a:path>
            </a:pathLst>
          </a:custGeom>
          <a:solidFill>
            <a:srgbClr val="A74D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7284707" y="1342389"/>
            <a:ext cx="83820" cy="8890"/>
          </a:xfrm>
          <a:custGeom>
            <a:avLst/>
            <a:gdLst/>
            <a:ahLst/>
            <a:cxnLst/>
            <a:rect l="l" t="t" r="r" b="b"/>
            <a:pathLst>
              <a:path w="83820" h="8890">
                <a:moveTo>
                  <a:pt x="81267" y="0"/>
                </a:moveTo>
                <a:lnTo>
                  <a:pt x="0" y="0"/>
                </a:lnTo>
                <a:lnTo>
                  <a:pt x="0" y="1270"/>
                </a:lnTo>
                <a:lnTo>
                  <a:pt x="81267" y="1270"/>
                </a:lnTo>
                <a:lnTo>
                  <a:pt x="81267" y="0"/>
                </a:lnTo>
                <a:close/>
              </a:path>
              <a:path w="83820" h="8890">
                <a:moveTo>
                  <a:pt x="82550" y="1270"/>
                </a:moveTo>
                <a:lnTo>
                  <a:pt x="81267" y="1270"/>
                </a:lnTo>
                <a:lnTo>
                  <a:pt x="81267" y="2540"/>
                </a:lnTo>
                <a:lnTo>
                  <a:pt x="0" y="2540"/>
                </a:lnTo>
                <a:lnTo>
                  <a:pt x="0" y="5080"/>
                </a:lnTo>
                <a:lnTo>
                  <a:pt x="82550" y="5080"/>
                </a:lnTo>
                <a:lnTo>
                  <a:pt x="82550" y="1270"/>
                </a:lnTo>
                <a:close/>
              </a:path>
              <a:path w="83820" h="8890">
                <a:moveTo>
                  <a:pt x="83820" y="5080"/>
                </a:moveTo>
                <a:lnTo>
                  <a:pt x="82550" y="5080"/>
                </a:lnTo>
                <a:lnTo>
                  <a:pt x="82550" y="6350"/>
                </a:lnTo>
                <a:lnTo>
                  <a:pt x="1270" y="6350"/>
                </a:lnTo>
                <a:lnTo>
                  <a:pt x="1270" y="8890"/>
                </a:lnTo>
                <a:lnTo>
                  <a:pt x="2527" y="8890"/>
                </a:lnTo>
                <a:lnTo>
                  <a:pt x="2527" y="7620"/>
                </a:lnTo>
                <a:lnTo>
                  <a:pt x="83820" y="7620"/>
                </a:lnTo>
                <a:lnTo>
                  <a:pt x="83820" y="508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7967954" y="1348739"/>
            <a:ext cx="52069" cy="2540"/>
          </a:xfrm>
          <a:custGeom>
            <a:avLst/>
            <a:gdLst/>
            <a:ahLst/>
            <a:cxnLst/>
            <a:rect l="l" t="t" r="r" b="b"/>
            <a:pathLst>
              <a:path w="52070" h="2540">
                <a:moveTo>
                  <a:pt x="1270" y="1270"/>
                </a:moveTo>
                <a:lnTo>
                  <a:pt x="0" y="127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close/>
              </a:path>
              <a:path w="52070" h="2540">
                <a:moveTo>
                  <a:pt x="52070" y="0"/>
                </a:moveTo>
                <a:lnTo>
                  <a:pt x="1270" y="0"/>
                </a:lnTo>
                <a:lnTo>
                  <a:pt x="1270" y="1270"/>
                </a:lnTo>
                <a:lnTo>
                  <a:pt x="52070" y="1270"/>
                </a:lnTo>
                <a:lnTo>
                  <a:pt x="52070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8964904" y="1322069"/>
            <a:ext cx="72390" cy="29209"/>
          </a:xfrm>
          <a:custGeom>
            <a:avLst/>
            <a:gdLst/>
            <a:ahLst/>
            <a:cxnLst/>
            <a:rect l="l" t="t" r="r" b="b"/>
            <a:pathLst>
              <a:path w="72390" h="29209">
                <a:moveTo>
                  <a:pt x="3822" y="27940"/>
                </a:moveTo>
                <a:lnTo>
                  <a:pt x="0" y="27940"/>
                </a:lnTo>
                <a:lnTo>
                  <a:pt x="0" y="29210"/>
                </a:lnTo>
                <a:lnTo>
                  <a:pt x="3822" y="29210"/>
                </a:lnTo>
                <a:lnTo>
                  <a:pt x="3822" y="27940"/>
                </a:lnTo>
                <a:close/>
              </a:path>
              <a:path w="72390" h="29209">
                <a:moveTo>
                  <a:pt x="25400" y="26670"/>
                </a:moveTo>
                <a:lnTo>
                  <a:pt x="8890" y="26670"/>
                </a:lnTo>
                <a:lnTo>
                  <a:pt x="8890" y="25400"/>
                </a:lnTo>
                <a:lnTo>
                  <a:pt x="6350" y="25400"/>
                </a:lnTo>
                <a:lnTo>
                  <a:pt x="6350" y="26670"/>
                </a:lnTo>
                <a:lnTo>
                  <a:pt x="3822" y="26670"/>
                </a:lnTo>
                <a:lnTo>
                  <a:pt x="3822" y="27940"/>
                </a:lnTo>
                <a:lnTo>
                  <a:pt x="22872" y="27940"/>
                </a:lnTo>
                <a:lnTo>
                  <a:pt x="22872" y="29210"/>
                </a:lnTo>
                <a:lnTo>
                  <a:pt x="25400" y="29210"/>
                </a:lnTo>
                <a:lnTo>
                  <a:pt x="25400" y="26670"/>
                </a:lnTo>
                <a:close/>
              </a:path>
              <a:path w="72390" h="29209">
                <a:moveTo>
                  <a:pt x="31750" y="22860"/>
                </a:moveTo>
                <a:lnTo>
                  <a:pt x="19050" y="22860"/>
                </a:lnTo>
                <a:lnTo>
                  <a:pt x="19050" y="21590"/>
                </a:lnTo>
                <a:lnTo>
                  <a:pt x="15240" y="21590"/>
                </a:lnTo>
                <a:lnTo>
                  <a:pt x="15240" y="22860"/>
                </a:lnTo>
                <a:lnTo>
                  <a:pt x="12700" y="22860"/>
                </a:lnTo>
                <a:lnTo>
                  <a:pt x="12700" y="25400"/>
                </a:lnTo>
                <a:lnTo>
                  <a:pt x="27940" y="25400"/>
                </a:lnTo>
                <a:lnTo>
                  <a:pt x="27940" y="26670"/>
                </a:lnTo>
                <a:lnTo>
                  <a:pt x="30467" y="26670"/>
                </a:lnTo>
                <a:lnTo>
                  <a:pt x="30467" y="25400"/>
                </a:lnTo>
                <a:lnTo>
                  <a:pt x="31750" y="25400"/>
                </a:lnTo>
                <a:lnTo>
                  <a:pt x="31750" y="22860"/>
                </a:lnTo>
                <a:close/>
              </a:path>
              <a:path w="72390" h="29209">
                <a:moveTo>
                  <a:pt x="36817" y="20320"/>
                </a:moveTo>
                <a:lnTo>
                  <a:pt x="24117" y="20320"/>
                </a:lnTo>
                <a:lnTo>
                  <a:pt x="24117" y="19050"/>
                </a:lnTo>
                <a:lnTo>
                  <a:pt x="21590" y="19050"/>
                </a:lnTo>
                <a:lnTo>
                  <a:pt x="21590" y="20320"/>
                </a:lnTo>
                <a:lnTo>
                  <a:pt x="19050" y="20320"/>
                </a:lnTo>
                <a:lnTo>
                  <a:pt x="19050" y="21590"/>
                </a:lnTo>
                <a:lnTo>
                  <a:pt x="34290" y="21590"/>
                </a:lnTo>
                <a:lnTo>
                  <a:pt x="34290" y="22860"/>
                </a:lnTo>
                <a:lnTo>
                  <a:pt x="36817" y="22860"/>
                </a:lnTo>
                <a:lnTo>
                  <a:pt x="36817" y="20320"/>
                </a:lnTo>
                <a:close/>
              </a:path>
              <a:path w="72390" h="29209">
                <a:moveTo>
                  <a:pt x="44450" y="16510"/>
                </a:moveTo>
                <a:lnTo>
                  <a:pt x="34290" y="16510"/>
                </a:lnTo>
                <a:lnTo>
                  <a:pt x="34290" y="15240"/>
                </a:lnTo>
                <a:lnTo>
                  <a:pt x="30467" y="15240"/>
                </a:lnTo>
                <a:lnTo>
                  <a:pt x="30467" y="16510"/>
                </a:lnTo>
                <a:lnTo>
                  <a:pt x="27940" y="16510"/>
                </a:lnTo>
                <a:lnTo>
                  <a:pt x="27940" y="19050"/>
                </a:lnTo>
                <a:lnTo>
                  <a:pt x="39370" y="19050"/>
                </a:lnTo>
                <a:lnTo>
                  <a:pt x="39370" y="20320"/>
                </a:lnTo>
                <a:lnTo>
                  <a:pt x="41922" y="20320"/>
                </a:lnTo>
                <a:lnTo>
                  <a:pt x="41922" y="19050"/>
                </a:lnTo>
                <a:lnTo>
                  <a:pt x="44450" y="19050"/>
                </a:lnTo>
                <a:lnTo>
                  <a:pt x="44450" y="16510"/>
                </a:lnTo>
                <a:close/>
              </a:path>
              <a:path w="72390" h="29209">
                <a:moveTo>
                  <a:pt x="48272" y="13970"/>
                </a:moveTo>
                <a:lnTo>
                  <a:pt x="39370" y="13970"/>
                </a:lnTo>
                <a:lnTo>
                  <a:pt x="39370" y="12700"/>
                </a:lnTo>
                <a:lnTo>
                  <a:pt x="36817" y="12700"/>
                </a:lnTo>
                <a:lnTo>
                  <a:pt x="36817" y="13970"/>
                </a:lnTo>
                <a:lnTo>
                  <a:pt x="34290" y="13970"/>
                </a:lnTo>
                <a:lnTo>
                  <a:pt x="34290" y="15240"/>
                </a:lnTo>
                <a:lnTo>
                  <a:pt x="46990" y="15240"/>
                </a:lnTo>
                <a:lnTo>
                  <a:pt x="46990" y="16510"/>
                </a:lnTo>
                <a:lnTo>
                  <a:pt x="48272" y="16510"/>
                </a:lnTo>
                <a:lnTo>
                  <a:pt x="48272" y="13970"/>
                </a:lnTo>
                <a:close/>
              </a:path>
              <a:path w="72390" h="29209">
                <a:moveTo>
                  <a:pt x="55867" y="10160"/>
                </a:moveTo>
                <a:lnTo>
                  <a:pt x="49517" y="10160"/>
                </a:lnTo>
                <a:lnTo>
                  <a:pt x="49517" y="8890"/>
                </a:lnTo>
                <a:lnTo>
                  <a:pt x="45720" y="8890"/>
                </a:lnTo>
                <a:lnTo>
                  <a:pt x="45720" y="10160"/>
                </a:lnTo>
                <a:lnTo>
                  <a:pt x="43167" y="10160"/>
                </a:lnTo>
                <a:lnTo>
                  <a:pt x="43167" y="12700"/>
                </a:lnTo>
                <a:lnTo>
                  <a:pt x="50800" y="12700"/>
                </a:lnTo>
                <a:lnTo>
                  <a:pt x="50800" y="13970"/>
                </a:lnTo>
                <a:lnTo>
                  <a:pt x="53340" y="13970"/>
                </a:lnTo>
                <a:lnTo>
                  <a:pt x="53340" y="12700"/>
                </a:lnTo>
                <a:lnTo>
                  <a:pt x="55867" y="12700"/>
                </a:lnTo>
                <a:lnTo>
                  <a:pt x="55867" y="10160"/>
                </a:lnTo>
                <a:close/>
              </a:path>
              <a:path w="72390" h="29209">
                <a:moveTo>
                  <a:pt x="60972" y="7620"/>
                </a:moveTo>
                <a:lnTo>
                  <a:pt x="55867" y="7620"/>
                </a:lnTo>
                <a:lnTo>
                  <a:pt x="55867" y="6350"/>
                </a:lnTo>
                <a:lnTo>
                  <a:pt x="52070" y="6350"/>
                </a:lnTo>
                <a:lnTo>
                  <a:pt x="52070" y="7620"/>
                </a:lnTo>
                <a:lnTo>
                  <a:pt x="49517" y="7620"/>
                </a:lnTo>
                <a:lnTo>
                  <a:pt x="49517" y="8890"/>
                </a:lnTo>
                <a:lnTo>
                  <a:pt x="58420" y="8890"/>
                </a:lnTo>
                <a:lnTo>
                  <a:pt x="58420" y="10160"/>
                </a:lnTo>
                <a:lnTo>
                  <a:pt x="60972" y="10160"/>
                </a:lnTo>
                <a:lnTo>
                  <a:pt x="60972" y="7620"/>
                </a:lnTo>
                <a:close/>
              </a:path>
              <a:path w="72390" h="29209">
                <a:moveTo>
                  <a:pt x="67322" y="3810"/>
                </a:moveTo>
                <a:lnTo>
                  <a:pt x="64770" y="3810"/>
                </a:lnTo>
                <a:lnTo>
                  <a:pt x="64770" y="2540"/>
                </a:lnTo>
                <a:lnTo>
                  <a:pt x="60972" y="2540"/>
                </a:lnTo>
                <a:lnTo>
                  <a:pt x="60972" y="3810"/>
                </a:lnTo>
                <a:lnTo>
                  <a:pt x="58420" y="3810"/>
                </a:lnTo>
                <a:lnTo>
                  <a:pt x="58420" y="6350"/>
                </a:lnTo>
                <a:lnTo>
                  <a:pt x="63500" y="6350"/>
                </a:lnTo>
                <a:lnTo>
                  <a:pt x="63500" y="7620"/>
                </a:lnTo>
                <a:lnTo>
                  <a:pt x="66040" y="7620"/>
                </a:lnTo>
                <a:lnTo>
                  <a:pt x="66040" y="6350"/>
                </a:lnTo>
                <a:lnTo>
                  <a:pt x="67322" y="6350"/>
                </a:lnTo>
                <a:lnTo>
                  <a:pt x="67322" y="3810"/>
                </a:lnTo>
                <a:close/>
              </a:path>
              <a:path w="72390" h="29209">
                <a:moveTo>
                  <a:pt x="72390" y="1270"/>
                </a:moveTo>
                <a:lnTo>
                  <a:pt x="71120" y="1270"/>
                </a:lnTo>
                <a:lnTo>
                  <a:pt x="71120" y="0"/>
                </a:lnTo>
                <a:lnTo>
                  <a:pt x="67322" y="0"/>
                </a:lnTo>
                <a:lnTo>
                  <a:pt x="67322" y="1270"/>
                </a:lnTo>
                <a:lnTo>
                  <a:pt x="64770" y="1270"/>
                </a:lnTo>
                <a:lnTo>
                  <a:pt x="64770" y="2540"/>
                </a:lnTo>
                <a:lnTo>
                  <a:pt x="69850" y="2540"/>
                </a:lnTo>
                <a:lnTo>
                  <a:pt x="69850" y="3810"/>
                </a:lnTo>
                <a:lnTo>
                  <a:pt x="72390" y="3810"/>
                </a:lnTo>
                <a:lnTo>
                  <a:pt x="72390" y="127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7970508" y="1336039"/>
            <a:ext cx="54610" cy="11430"/>
          </a:xfrm>
          <a:custGeom>
            <a:avLst/>
            <a:gdLst/>
            <a:ahLst/>
            <a:cxnLst/>
            <a:rect l="l" t="t" r="r" b="b"/>
            <a:pathLst>
              <a:path w="54609" h="11430">
                <a:moveTo>
                  <a:pt x="50800" y="8890"/>
                </a:moveTo>
                <a:lnTo>
                  <a:pt x="0" y="8890"/>
                </a:lnTo>
                <a:lnTo>
                  <a:pt x="0" y="11430"/>
                </a:lnTo>
                <a:lnTo>
                  <a:pt x="50800" y="11430"/>
                </a:lnTo>
                <a:lnTo>
                  <a:pt x="50800" y="8890"/>
                </a:lnTo>
                <a:close/>
              </a:path>
              <a:path w="54609" h="11430">
                <a:moveTo>
                  <a:pt x="52070" y="6350"/>
                </a:moveTo>
                <a:lnTo>
                  <a:pt x="1270" y="6350"/>
                </a:lnTo>
                <a:lnTo>
                  <a:pt x="1270" y="5080"/>
                </a:lnTo>
                <a:lnTo>
                  <a:pt x="0" y="5080"/>
                </a:lnTo>
                <a:lnTo>
                  <a:pt x="0" y="7620"/>
                </a:lnTo>
                <a:lnTo>
                  <a:pt x="52070" y="7620"/>
                </a:lnTo>
                <a:lnTo>
                  <a:pt x="52070" y="6350"/>
                </a:lnTo>
                <a:close/>
              </a:path>
              <a:path w="54609" h="11430">
                <a:moveTo>
                  <a:pt x="53314" y="2540"/>
                </a:moveTo>
                <a:lnTo>
                  <a:pt x="2514" y="2540"/>
                </a:lnTo>
                <a:lnTo>
                  <a:pt x="2514" y="1270"/>
                </a:lnTo>
                <a:lnTo>
                  <a:pt x="1270" y="1270"/>
                </a:lnTo>
                <a:lnTo>
                  <a:pt x="1270" y="5080"/>
                </a:lnTo>
                <a:lnTo>
                  <a:pt x="52070" y="5080"/>
                </a:lnTo>
                <a:lnTo>
                  <a:pt x="52070" y="6350"/>
                </a:lnTo>
                <a:lnTo>
                  <a:pt x="53314" y="6350"/>
                </a:lnTo>
                <a:lnTo>
                  <a:pt x="53314" y="2540"/>
                </a:lnTo>
                <a:close/>
              </a:path>
              <a:path w="54609" h="11430">
                <a:moveTo>
                  <a:pt x="54597" y="0"/>
                </a:moveTo>
                <a:lnTo>
                  <a:pt x="2514" y="0"/>
                </a:lnTo>
                <a:lnTo>
                  <a:pt x="2514" y="1270"/>
                </a:lnTo>
                <a:lnTo>
                  <a:pt x="53314" y="1270"/>
                </a:lnTo>
                <a:lnTo>
                  <a:pt x="53314" y="2540"/>
                </a:lnTo>
                <a:lnTo>
                  <a:pt x="54597" y="2540"/>
                </a:lnTo>
                <a:lnTo>
                  <a:pt x="54597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7278357" y="1323339"/>
            <a:ext cx="86360" cy="17780"/>
          </a:xfrm>
          <a:custGeom>
            <a:avLst/>
            <a:gdLst/>
            <a:ahLst/>
            <a:cxnLst/>
            <a:rect l="l" t="t" r="r" b="b"/>
            <a:pathLst>
              <a:path w="86359" h="17780">
                <a:moveTo>
                  <a:pt x="81267" y="0"/>
                </a:moveTo>
                <a:lnTo>
                  <a:pt x="0" y="0"/>
                </a:lnTo>
                <a:lnTo>
                  <a:pt x="0" y="1270"/>
                </a:lnTo>
                <a:lnTo>
                  <a:pt x="81267" y="1270"/>
                </a:lnTo>
                <a:lnTo>
                  <a:pt x="81267" y="0"/>
                </a:lnTo>
                <a:close/>
              </a:path>
              <a:path w="86359" h="17780">
                <a:moveTo>
                  <a:pt x="82550" y="1270"/>
                </a:moveTo>
                <a:lnTo>
                  <a:pt x="81267" y="1270"/>
                </a:lnTo>
                <a:lnTo>
                  <a:pt x="81267" y="2540"/>
                </a:lnTo>
                <a:lnTo>
                  <a:pt x="0" y="2540"/>
                </a:lnTo>
                <a:lnTo>
                  <a:pt x="0" y="5080"/>
                </a:lnTo>
                <a:lnTo>
                  <a:pt x="82550" y="5080"/>
                </a:lnTo>
                <a:lnTo>
                  <a:pt x="82550" y="1270"/>
                </a:lnTo>
                <a:close/>
              </a:path>
              <a:path w="86359" h="17780">
                <a:moveTo>
                  <a:pt x="83820" y="5080"/>
                </a:moveTo>
                <a:lnTo>
                  <a:pt x="82550" y="5080"/>
                </a:lnTo>
                <a:lnTo>
                  <a:pt x="82550" y="6350"/>
                </a:lnTo>
                <a:lnTo>
                  <a:pt x="1270" y="6350"/>
                </a:lnTo>
                <a:lnTo>
                  <a:pt x="1270" y="8890"/>
                </a:lnTo>
                <a:lnTo>
                  <a:pt x="2527" y="8890"/>
                </a:lnTo>
                <a:lnTo>
                  <a:pt x="2527" y="7620"/>
                </a:lnTo>
                <a:lnTo>
                  <a:pt x="83820" y="7620"/>
                </a:lnTo>
                <a:lnTo>
                  <a:pt x="83820" y="5080"/>
                </a:lnTo>
                <a:close/>
              </a:path>
              <a:path w="86359" h="17780">
                <a:moveTo>
                  <a:pt x="85077" y="8890"/>
                </a:moveTo>
                <a:lnTo>
                  <a:pt x="2527" y="8890"/>
                </a:lnTo>
                <a:lnTo>
                  <a:pt x="2527" y="12700"/>
                </a:lnTo>
                <a:lnTo>
                  <a:pt x="3797" y="12700"/>
                </a:lnTo>
                <a:lnTo>
                  <a:pt x="3797" y="11430"/>
                </a:lnTo>
                <a:lnTo>
                  <a:pt x="85077" y="11430"/>
                </a:lnTo>
                <a:lnTo>
                  <a:pt x="85077" y="8890"/>
                </a:lnTo>
                <a:close/>
              </a:path>
              <a:path w="86359" h="17780">
                <a:moveTo>
                  <a:pt x="86347" y="15240"/>
                </a:moveTo>
                <a:lnTo>
                  <a:pt x="5067" y="15240"/>
                </a:lnTo>
                <a:lnTo>
                  <a:pt x="5067" y="17780"/>
                </a:lnTo>
                <a:lnTo>
                  <a:pt x="86347" y="17780"/>
                </a:lnTo>
                <a:lnTo>
                  <a:pt x="86347" y="15240"/>
                </a:lnTo>
                <a:close/>
              </a:path>
              <a:path w="86359" h="17780">
                <a:moveTo>
                  <a:pt x="86347" y="12700"/>
                </a:moveTo>
                <a:lnTo>
                  <a:pt x="3797" y="12700"/>
                </a:lnTo>
                <a:lnTo>
                  <a:pt x="3797" y="13970"/>
                </a:lnTo>
                <a:lnTo>
                  <a:pt x="86347" y="13970"/>
                </a:lnTo>
                <a:lnTo>
                  <a:pt x="86347" y="1270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7974304" y="1310639"/>
            <a:ext cx="58419" cy="24130"/>
          </a:xfrm>
          <a:custGeom>
            <a:avLst/>
            <a:gdLst/>
            <a:ahLst/>
            <a:cxnLst/>
            <a:rect l="l" t="t" r="r" b="b"/>
            <a:pathLst>
              <a:path w="58420" h="24130">
                <a:moveTo>
                  <a:pt x="52070" y="21590"/>
                </a:moveTo>
                <a:lnTo>
                  <a:pt x="0" y="21590"/>
                </a:lnTo>
                <a:lnTo>
                  <a:pt x="0" y="24130"/>
                </a:lnTo>
                <a:lnTo>
                  <a:pt x="52070" y="24130"/>
                </a:lnTo>
                <a:lnTo>
                  <a:pt x="52070" y="21590"/>
                </a:lnTo>
                <a:close/>
              </a:path>
              <a:path w="58420" h="24130">
                <a:moveTo>
                  <a:pt x="52070" y="19050"/>
                </a:moveTo>
                <a:lnTo>
                  <a:pt x="1270" y="19050"/>
                </a:lnTo>
                <a:lnTo>
                  <a:pt x="1270" y="17780"/>
                </a:lnTo>
                <a:lnTo>
                  <a:pt x="0" y="17780"/>
                </a:lnTo>
                <a:lnTo>
                  <a:pt x="0" y="20320"/>
                </a:lnTo>
                <a:lnTo>
                  <a:pt x="52070" y="20320"/>
                </a:lnTo>
                <a:lnTo>
                  <a:pt x="52070" y="19050"/>
                </a:lnTo>
                <a:close/>
              </a:path>
              <a:path w="58420" h="24130">
                <a:moveTo>
                  <a:pt x="53352" y="15240"/>
                </a:moveTo>
                <a:lnTo>
                  <a:pt x="2552" y="15240"/>
                </a:lnTo>
                <a:lnTo>
                  <a:pt x="2552" y="13970"/>
                </a:lnTo>
                <a:lnTo>
                  <a:pt x="1270" y="13970"/>
                </a:lnTo>
                <a:lnTo>
                  <a:pt x="1270" y="17780"/>
                </a:lnTo>
                <a:lnTo>
                  <a:pt x="53352" y="17780"/>
                </a:lnTo>
                <a:lnTo>
                  <a:pt x="53352" y="15240"/>
                </a:lnTo>
                <a:close/>
              </a:path>
              <a:path w="58420" h="24130">
                <a:moveTo>
                  <a:pt x="54622" y="12700"/>
                </a:moveTo>
                <a:lnTo>
                  <a:pt x="2552" y="12700"/>
                </a:lnTo>
                <a:lnTo>
                  <a:pt x="2552" y="13970"/>
                </a:lnTo>
                <a:lnTo>
                  <a:pt x="54622" y="13970"/>
                </a:lnTo>
                <a:lnTo>
                  <a:pt x="54622" y="12700"/>
                </a:lnTo>
                <a:close/>
              </a:path>
              <a:path w="58420" h="24130">
                <a:moveTo>
                  <a:pt x="55867" y="8890"/>
                </a:moveTo>
                <a:lnTo>
                  <a:pt x="2552" y="8890"/>
                </a:lnTo>
                <a:lnTo>
                  <a:pt x="2552" y="11430"/>
                </a:lnTo>
                <a:lnTo>
                  <a:pt x="54622" y="11430"/>
                </a:lnTo>
                <a:lnTo>
                  <a:pt x="54622" y="12700"/>
                </a:lnTo>
                <a:lnTo>
                  <a:pt x="55867" y="12700"/>
                </a:lnTo>
                <a:lnTo>
                  <a:pt x="55867" y="8890"/>
                </a:lnTo>
                <a:close/>
              </a:path>
              <a:path w="58420" h="24130">
                <a:moveTo>
                  <a:pt x="57150" y="6350"/>
                </a:moveTo>
                <a:lnTo>
                  <a:pt x="5067" y="6350"/>
                </a:lnTo>
                <a:lnTo>
                  <a:pt x="5067" y="5080"/>
                </a:lnTo>
                <a:lnTo>
                  <a:pt x="3822" y="5080"/>
                </a:lnTo>
                <a:lnTo>
                  <a:pt x="3822" y="7620"/>
                </a:lnTo>
                <a:lnTo>
                  <a:pt x="55867" y="7620"/>
                </a:lnTo>
                <a:lnTo>
                  <a:pt x="55867" y="8890"/>
                </a:lnTo>
                <a:lnTo>
                  <a:pt x="57150" y="8890"/>
                </a:lnTo>
                <a:lnTo>
                  <a:pt x="57150" y="6350"/>
                </a:lnTo>
                <a:close/>
              </a:path>
              <a:path w="58420" h="24130">
                <a:moveTo>
                  <a:pt x="58420" y="2540"/>
                </a:moveTo>
                <a:lnTo>
                  <a:pt x="6350" y="2540"/>
                </a:lnTo>
                <a:lnTo>
                  <a:pt x="6350" y="1270"/>
                </a:lnTo>
                <a:lnTo>
                  <a:pt x="5067" y="1270"/>
                </a:lnTo>
                <a:lnTo>
                  <a:pt x="5067" y="5080"/>
                </a:lnTo>
                <a:lnTo>
                  <a:pt x="58420" y="5080"/>
                </a:lnTo>
                <a:lnTo>
                  <a:pt x="58420" y="2540"/>
                </a:lnTo>
                <a:close/>
              </a:path>
              <a:path w="58420" h="24130">
                <a:moveTo>
                  <a:pt x="58420" y="0"/>
                </a:moveTo>
                <a:lnTo>
                  <a:pt x="6350" y="0"/>
                </a:lnTo>
                <a:lnTo>
                  <a:pt x="6350" y="1270"/>
                </a:lnTo>
                <a:lnTo>
                  <a:pt x="58420" y="1270"/>
                </a:lnTo>
                <a:lnTo>
                  <a:pt x="58420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9038577" y="1315719"/>
            <a:ext cx="12700" cy="7620"/>
          </a:xfrm>
          <a:custGeom>
            <a:avLst/>
            <a:gdLst/>
            <a:ahLst/>
            <a:cxnLst/>
            <a:rect l="l" t="t" r="r" b="b"/>
            <a:pathLst>
              <a:path w="12700" h="7619">
                <a:moveTo>
                  <a:pt x="6350" y="2540"/>
                </a:moveTo>
                <a:lnTo>
                  <a:pt x="2527" y="2540"/>
                </a:lnTo>
                <a:lnTo>
                  <a:pt x="2527" y="3810"/>
                </a:lnTo>
                <a:lnTo>
                  <a:pt x="0" y="3810"/>
                </a:lnTo>
                <a:lnTo>
                  <a:pt x="0" y="6350"/>
                </a:lnTo>
                <a:lnTo>
                  <a:pt x="1244" y="6350"/>
                </a:lnTo>
                <a:lnTo>
                  <a:pt x="1244" y="7620"/>
                </a:lnTo>
                <a:lnTo>
                  <a:pt x="3797" y="7620"/>
                </a:lnTo>
                <a:lnTo>
                  <a:pt x="3797" y="6350"/>
                </a:lnTo>
                <a:lnTo>
                  <a:pt x="6350" y="6350"/>
                </a:lnTo>
                <a:lnTo>
                  <a:pt x="6350" y="2540"/>
                </a:lnTo>
                <a:close/>
              </a:path>
              <a:path w="12700" h="7619">
                <a:moveTo>
                  <a:pt x="12700" y="0"/>
                </a:moveTo>
                <a:lnTo>
                  <a:pt x="8877" y="0"/>
                </a:lnTo>
                <a:lnTo>
                  <a:pt x="8877" y="1270"/>
                </a:lnTo>
                <a:lnTo>
                  <a:pt x="6350" y="1270"/>
                </a:lnTo>
                <a:lnTo>
                  <a:pt x="6350" y="2540"/>
                </a:lnTo>
                <a:lnTo>
                  <a:pt x="8877" y="2540"/>
                </a:lnTo>
                <a:lnTo>
                  <a:pt x="8877" y="3810"/>
                </a:lnTo>
                <a:lnTo>
                  <a:pt x="10147" y="3810"/>
                </a:lnTo>
                <a:lnTo>
                  <a:pt x="10147" y="1270"/>
                </a:lnTo>
                <a:lnTo>
                  <a:pt x="12700" y="1270"/>
                </a:lnTo>
                <a:lnTo>
                  <a:pt x="12700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7272007" y="1308099"/>
            <a:ext cx="86360" cy="13970"/>
          </a:xfrm>
          <a:custGeom>
            <a:avLst/>
            <a:gdLst/>
            <a:ahLst/>
            <a:cxnLst/>
            <a:rect l="l" t="t" r="r" b="b"/>
            <a:pathLst>
              <a:path w="86359" h="13969">
                <a:moveTo>
                  <a:pt x="82550" y="0"/>
                </a:moveTo>
                <a:lnTo>
                  <a:pt x="0" y="0"/>
                </a:lnTo>
                <a:lnTo>
                  <a:pt x="0" y="1270"/>
                </a:lnTo>
                <a:lnTo>
                  <a:pt x="82550" y="1270"/>
                </a:lnTo>
                <a:lnTo>
                  <a:pt x="82550" y="0"/>
                </a:lnTo>
                <a:close/>
              </a:path>
              <a:path w="86359" h="13969">
                <a:moveTo>
                  <a:pt x="83820" y="1270"/>
                </a:moveTo>
                <a:lnTo>
                  <a:pt x="82550" y="1270"/>
                </a:lnTo>
                <a:lnTo>
                  <a:pt x="82550" y="2540"/>
                </a:lnTo>
                <a:lnTo>
                  <a:pt x="1270" y="2540"/>
                </a:lnTo>
                <a:lnTo>
                  <a:pt x="1270" y="5080"/>
                </a:lnTo>
                <a:lnTo>
                  <a:pt x="2527" y="5080"/>
                </a:lnTo>
                <a:lnTo>
                  <a:pt x="2527" y="3810"/>
                </a:lnTo>
                <a:lnTo>
                  <a:pt x="83820" y="3810"/>
                </a:lnTo>
                <a:lnTo>
                  <a:pt x="83820" y="1270"/>
                </a:lnTo>
                <a:close/>
              </a:path>
              <a:path w="86359" h="13969">
                <a:moveTo>
                  <a:pt x="85077" y="5080"/>
                </a:moveTo>
                <a:lnTo>
                  <a:pt x="2527" y="5080"/>
                </a:lnTo>
                <a:lnTo>
                  <a:pt x="2527" y="8890"/>
                </a:lnTo>
                <a:lnTo>
                  <a:pt x="3797" y="8890"/>
                </a:lnTo>
                <a:lnTo>
                  <a:pt x="3797" y="7620"/>
                </a:lnTo>
                <a:lnTo>
                  <a:pt x="85077" y="7620"/>
                </a:lnTo>
                <a:lnTo>
                  <a:pt x="85077" y="5080"/>
                </a:lnTo>
                <a:close/>
              </a:path>
              <a:path w="86359" h="13969">
                <a:moveTo>
                  <a:pt x="86347" y="11430"/>
                </a:moveTo>
                <a:lnTo>
                  <a:pt x="5067" y="11430"/>
                </a:lnTo>
                <a:lnTo>
                  <a:pt x="5067" y="13970"/>
                </a:lnTo>
                <a:lnTo>
                  <a:pt x="86347" y="13970"/>
                </a:lnTo>
                <a:lnTo>
                  <a:pt x="86347" y="11430"/>
                </a:lnTo>
                <a:close/>
              </a:path>
              <a:path w="86359" h="13969">
                <a:moveTo>
                  <a:pt x="86347" y="8890"/>
                </a:moveTo>
                <a:lnTo>
                  <a:pt x="3797" y="8890"/>
                </a:lnTo>
                <a:lnTo>
                  <a:pt x="3797" y="10160"/>
                </a:lnTo>
                <a:lnTo>
                  <a:pt x="86347" y="10160"/>
                </a:lnTo>
                <a:lnTo>
                  <a:pt x="86347" y="889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7980658" y="1308097"/>
            <a:ext cx="53975" cy="1270"/>
          </a:xfrm>
          <a:custGeom>
            <a:avLst/>
            <a:gdLst/>
            <a:ahLst/>
            <a:cxnLst/>
            <a:rect l="l" t="t" r="r" b="b"/>
            <a:pathLst>
              <a:path w="53975" h="1269">
                <a:moveTo>
                  <a:pt x="53349" y="1269"/>
                </a:moveTo>
                <a:lnTo>
                  <a:pt x="0" y="1269"/>
                </a:lnTo>
                <a:lnTo>
                  <a:pt x="0" y="0"/>
                </a:lnTo>
                <a:lnTo>
                  <a:pt x="53349" y="0"/>
                </a:lnTo>
                <a:lnTo>
                  <a:pt x="53349" y="1269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9051277" y="1309369"/>
            <a:ext cx="12700" cy="6350"/>
          </a:xfrm>
          <a:custGeom>
            <a:avLst/>
            <a:gdLst/>
            <a:ahLst/>
            <a:cxnLst/>
            <a:rect l="l" t="t" r="r" b="b"/>
            <a:pathLst>
              <a:path w="12700" h="6350">
                <a:moveTo>
                  <a:pt x="2527" y="5080"/>
                </a:moveTo>
                <a:lnTo>
                  <a:pt x="0" y="5080"/>
                </a:lnTo>
                <a:lnTo>
                  <a:pt x="0" y="6350"/>
                </a:lnTo>
                <a:lnTo>
                  <a:pt x="2527" y="6350"/>
                </a:lnTo>
                <a:lnTo>
                  <a:pt x="2527" y="5080"/>
                </a:lnTo>
                <a:close/>
              </a:path>
              <a:path w="12700" h="6350">
                <a:moveTo>
                  <a:pt x="5067" y="3810"/>
                </a:moveTo>
                <a:lnTo>
                  <a:pt x="2527" y="3810"/>
                </a:lnTo>
                <a:lnTo>
                  <a:pt x="2527" y="5080"/>
                </a:lnTo>
                <a:lnTo>
                  <a:pt x="5067" y="5080"/>
                </a:lnTo>
                <a:lnTo>
                  <a:pt x="5067" y="3810"/>
                </a:lnTo>
                <a:close/>
              </a:path>
              <a:path w="12700" h="6350">
                <a:moveTo>
                  <a:pt x="7594" y="2540"/>
                </a:moveTo>
                <a:lnTo>
                  <a:pt x="5067" y="2540"/>
                </a:lnTo>
                <a:lnTo>
                  <a:pt x="5067" y="3810"/>
                </a:lnTo>
                <a:lnTo>
                  <a:pt x="7594" y="3810"/>
                </a:lnTo>
                <a:lnTo>
                  <a:pt x="7594" y="2540"/>
                </a:lnTo>
                <a:close/>
              </a:path>
              <a:path w="12700" h="6350">
                <a:moveTo>
                  <a:pt x="10147" y="1270"/>
                </a:moveTo>
                <a:lnTo>
                  <a:pt x="8877" y="1270"/>
                </a:lnTo>
                <a:lnTo>
                  <a:pt x="8877" y="2540"/>
                </a:lnTo>
                <a:lnTo>
                  <a:pt x="10147" y="2540"/>
                </a:lnTo>
                <a:lnTo>
                  <a:pt x="10147" y="1270"/>
                </a:lnTo>
                <a:close/>
              </a:path>
              <a:path w="12700" h="6350">
                <a:moveTo>
                  <a:pt x="12700" y="0"/>
                </a:moveTo>
                <a:lnTo>
                  <a:pt x="11417" y="0"/>
                </a:lnTo>
                <a:lnTo>
                  <a:pt x="11417" y="1270"/>
                </a:lnTo>
                <a:lnTo>
                  <a:pt x="12700" y="1270"/>
                </a:lnTo>
                <a:lnTo>
                  <a:pt x="12700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7955258" y="1393187"/>
            <a:ext cx="50800" cy="1270"/>
          </a:xfrm>
          <a:custGeom>
            <a:avLst/>
            <a:gdLst/>
            <a:ahLst/>
            <a:cxnLst/>
            <a:rect l="l" t="t" r="r" b="b"/>
            <a:pathLst>
              <a:path w="50800" h="1269">
                <a:moveTo>
                  <a:pt x="50799" y="1269"/>
                </a:moveTo>
                <a:lnTo>
                  <a:pt x="0" y="1269"/>
                </a:lnTo>
                <a:lnTo>
                  <a:pt x="0" y="0"/>
                </a:lnTo>
                <a:lnTo>
                  <a:pt x="50799" y="0"/>
                </a:lnTo>
                <a:lnTo>
                  <a:pt x="50799" y="1269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8860777" y="1351279"/>
            <a:ext cx="124460" cy="43180"/>
          </a:xfrm>
          <a:custGeom>
            <a:avLst/>
            <a:gdLst/>
            <a:ahLst/>
            <a:cxnLst/>
            <a:rect l="l" t="t" r="r" b="b"/>
            <a:pathLst>
              <a:path w="124459" h="43180">
                <a:moveTo>
                  <a:pt x="45694" y="41910"/>
                </a:moveTo>
                <a:lnTo>
                  <a:pt x="6350" y="41910"/>
                </a:lnTo>
                <a:lnTo>
                  <a:pt x="6350" y="40640"/>
                </a:lnTo>
                <a:lnTo>
                  <a:pt x="3797" y="40640"/>
                </a:lnTo>
                <a:lnTo>
                  <a:pt x="3797" y="41910"/>
                </a:lnTo>
                <a:lnTo>
                  <a:pt x="0" y="41910"/>
                </a:lnTo>
                <a:lnTo>
                  <a:pt x="0" y="43180"/>
                </a:lnTo>
                <a:lnTo>
                  <a:pt x="45694" y="43180"/>
                </a:lnTo>
                <a:lnTo>
                  <a:pt x="45694" y="41910"/>
                </a:lnTo>
                <a:close/>
              </a:path>
              <a:path w="124459" h="43180">
                <a:moveTo>
                  <a:pt x="53327" y="38100"/>
                </a:moveTo>
                <a:lnTo>
                  <a:pt x="15227" y="38100"/>
                </a:lnTo>
                <a:lnTo>
                  <a:pt x="15227" y="36830"/>
                </a:lnTo>
                <a:lnTo>
                  <a:pt x="12700" y="36830"/>
                </a:lnTo>
                <a:lnTo>
                  <a:pt x="12700" y="38100"/>
                </a:lnTo>
                <a:lnTo>
                  <a:pt x="8877" y="38100"/>
                </a:lnTo>
                <a:lnTo>
                  <a:pt x="8877" y="40640"/>
                </a:lnTo>
                <a:lnTo>
                  <a:pt x="48247" y="40640"/>
                </a:lnTo>
                <a:lnTo>
                  <a:pt x="48247" y="41910"/>
                </a:lnTo>
                <a:lnTo>
                  <a:pt x="50800" y="41910"/>
                </a:lnTo>
                <a:lnTo>
                  <a:pt x="50800" y="40640"/>
                </a:lnTo>
                <a:lnTo>
                  <a:pt x="53327" y="40640"/>
                </a:lnTo>
                <a:lnTo>
                  <a:pt x="53327" y="38100"/>
                </a:lnTo>
                <a:close/>
              </a:path>
              <a:path w="124459" h="43180">
                <a:moveTo>
                  <a:pt x="58394" y="35560"/>
                </a:moveTo>
                <a:lnTo>
                  <a:pt x="21577" y="35560"/>
                </a:lnTo>
                <a:lnTo>
                  <a:pt x="21577" y="34290"/>
                </a:lnTo>
                <a:lnTo>
                  <a:pt x="19050" y="34290"/>
                </a:lnTo>
                <a:lnTo>
                  <a:pt x="19050" y="35560"/>
                </a:lnTo>
                <a:lnTo>
                  <a:pt x="15227" y="35560"/>
                </a:lnTo>
                <a:lnTo>
                  <a:pt x="15227" y="36830"/>
                </a:lnTo>
                <a:lnTo>
                  <a:pt x="55867" y="36830"/>
                </a:lnTo>
                <a:lnTo>
                  <a:pt x="55867" y="38100"/>
                </a:lnTo>
                <a:lnTo>
                  <a:pt x="58394" y="38100"/>
                </a:lnTo>
                <a:lnTo>
                  <a:pt x="58394" y="35560"/>
                </a:lnTo>
                <a:close/>
              </a:path>
              <a:path w="124459" h="43180">
                <a:moveTo>
                  <a:pt x="64744" y="31750"/>
                </a:moveTo>
                <a:lnTo>
                  <a:pt x="30467" y="31750"/>
                </a:lnTo>
                <a:lnTo>
                  <a:pt x="30467" y="30480"/>
                </a:lnTo>
                <a:lnTo>
                  <a:pt x="27927" y="30480"/>
                </a:lnTo>
                <a:lnTo>
                  <a:pt x="27927" y="31750"/>
                </a:lnTo>
                <a:lnTo>
                  <a:pt x="24130" y="31750"/>
                </a:lnTo>
                <a:lnTo>
                  <a:pt x="24130" y="34290"/>
                </a:lnTo>
                <a:lnTo>
                  <a:pt x="60947" y="34290"/>
                </a:lnTo>
                <a:lnTo>
                  <a:pt x="60947" y="35560"/>
                </a:lnTo>
                <a:lnTo>
                  <a:pt x="63500" y="35560"/>
                </a:lnTo>
                <a:lnTo>
                  <a:pt x="63500" y="34290"/>
                </a:lnTo>
                <a:lnTo>
                  <a:pt x="64744" y="34290"/>
                </a:lnTo>
                <a:lnTo>
                  <a:pt x="64744" y="31750"/>
                </a:lnTo>
                <a:close/>
              </a:path>
              <a:path w="124459" h="43180">
                <a:moveTo>
                  <a:pt x="69850" y="29210"/>
                </a:moveTo>
                <a:lnTo>
                  <a:pt x="36817" y="29210"/>
                </a:lnTo>
                <a:lnTo>
                  <a:pt x="36817" y="27940"/>
                </a:lnTo>
                <a:lnTo>
                  <a:pt x="34277" y="27940"/>
                </a:lnTo>
                <a:lnTo>
                  <a:pt x="34277" y="29210"/>
                </a:lnTo>
                <a:lnTo>
                  <a:pt x="30467" y="29210"/>
                </a:lnTo>
                <a:lnTo>
                  <a:pt x="30467" y="30480"/>
                </a:lnTo>
                <a:lnTo>
                  <a:pt x="67297" y="30480"/>
                </a:lnTo>
                <a:lnTo>
                  <a:pt x="67297" y="31750"/>
                </a:lnTo>
                <a:lnTo>
                  <a:pt x="69850" y="31750"/>
                </a:lnTo>
                <a:lnTo>
                  <a:pt x="69850" y="29210"/>
                </a:lnTo>
                <a:close/>
              </a:path>
              <a:path w="124459" h="43180">
                <a:moveTo>
                  <a:pt x="77444" y="25400"/>
                </a:moveTo>
                <a:lnTo>
                  <a:pt x="45694" y="25400"/>
                </a:lnTo>
                <a:lnTo>
                  <a:pt x="45694" y="24130"/>
                </a:lnTo>
                <a:lnTo>
                  <a:pt x="43167" y="24130"/>
                </a:lnTo>
                <a:lnTo>
                  <a:pt x="43167" y="25400"/>
                </a:lnTo>
                <a:lnTo>
                  <a:pt x="40627" y="25400"/>
                </a:lnTo>
                <a:lnTo>
                  <a:pt x="40627" y="27940"/>
                </a:lnTo>
                <a:lnTo>
                  <a:pt x="72377" y="27940"/>
                </a:lnTo>
                <a:lnTo>
                  <a:pt x="72377" y="29210"/>
                </a:lnTo>
                <a:lnTo>
                  <a:pt x="74917" y="29210"/>
                </a:lnTo>
                <a:lnTo>
                  <a:pt x="74917" y="27940"/>
                </a:lnTo>
                <a:lnTo>
                  <a:pt x="77444" y="27940"/>
                </a:lnTo>
                <a:lnTo>
                  <a:pt x="77444" y="25400"/>
                </a:lnTo>
                <a:close/>
              </a:path>
              <a:path w="124459" h="43180">
                <a:moveTo>
                  <a:pt x="81267" y="22860"/>
                </a:moveTo>
                <a:lnTo>
                  <a:pt x="52044" y="22860"/>
                </a:lnTo>
                <a:lnTo>
                  <a:pt x="52044" y="21590"/>
                </a:lnTo>
                <a:lnTo>
                  <a:pt x="49517" y="21590"/>
                </a:lnTo>
                <a:lnTo>
                  <a:pt x="49517" y="22860"/>
                </a:lnTo>
                <a:lnTo>
                  <a:pt x="45694" y="22860"/>
                </a:lnTo>
                <a:lnTo>
                  <a:pt x="45694" y="24130"/>
                </a:lnTo>
                <a:lnTo>
                  <a:pt x="79997" y="24130"/>
                </a:lnTo>
                <a:lnTo>
                  <a:pt x="79997" y="25400"/>
                </a:lnTo>
                <a:lnTo>
                  <a:pt x="81267" y="25400"/>
                </a:lnTo>
                <a:lnTo>
                  <a:pt x="81267" y="22860"/>
                </a:lnTo>
                <a:close/>
              </a:path>
              <a:path w="124459" h="43180">
                <a:moveTo>
                  <a:pt x="88900" y="19050"/>
                </a:moveTo>
                <a:lnTo>
                  <a:pt x="60947" y="19050"/>
                </a:lnTo>
                <a:lnTo>
                  <a:pt x="60947" y="17780"/>
                </a:lnTo>
                <a:lnTo>
                  <a:pt x="58394" y="17780"/>
                </a:lnTo>
                <a:lnTo>
                  <a:pt x="58394" y="19050"/>
                </a:lnTo>
                <a:lnTo>
                  <a:pt x="55867" y="19050"/>
                </a:lnTo>
                <a:lnTo>
                  <a:pt x="55867" y="21590"/>
                </a:lnTo>
                <a:lnTo>
                  <a:pt x="83794" y="21590"/>
                </a:lnTo>
                <a:lnTo>
                  <a:pt x="83794" y="22860"/>
                </a:lnTo>
                <a:lnTo>
                  <a:pt x="86347" y="22860"/>
                </a:lnTo>
                <a:lnTo>
                  <a:pt x="86347" y="21590"/>
                </a:lnTo>
                <a:lnTo>
                  <a:pt x="88900" y="21590"/>
                </a:lnTo>
                <a:lnTo>
                  <a:pt x="88900" y="19050"/>
                </a:lnTo>
                <a:close/>
              </a:path>
              <a:path w="124459" h="43180">
                <a:moveTo>
                  <a:pt x="93967" y="16510"/>
                </a:moveTo>
                <a:lnTo>
                  <a:pt x="67297" y="16510"/>
                </a:lnTo>
                <a:lnTo>
                  <a:pt x="67297" y="15240"/>
                </a:lnTo>
                <a:lnTo>
                  <a:pt x="64744" y="15240"/>
                </a:lnTo>
                <a:lnTo>
                  <a:pt x="64744" y="16510"/>
                </a:lnTo>
                <a:lnTo>
                  <a:pt x="60947" y="16510"/>
                </a:lnTo>
                <a:lnTo>
                  <a:pt x="60947" y="17780"/>
                </a:lnTo>
                <a:lnTo>
                  <a:pt x="91427" y="17780"/>
                </a:lnTo>
                <a:lnTo>
                  <a:pt x="91427" y="19050"/>
                </a:lnTo>
                <a:lnTo>
                  <a:pt x="93967" y="19050"/>
                </a:lnTo>
                <a:lnTo>
                  <a:pt x="93967" y="16510"/>
                </a:lnTo>
                <a:close/>
              </a:path>
              <a:path w="124459" h="43180">
                <a:moveTo>
                  <a:pt x="100317" y="12700"/>
                </a:moveTo>
                <a:lnTo>
                  <a:pt x="76200" y="12700"/>
                </a:lnTo>
                <a:lnTo>
                  <a:pt x="76200" y="11430"/>
                </a:lnTo>
                <a:lnTo>
                  <a:pt x="73647" y="11430"/>
                </a:lnTo>
                <a:lnTo>
                  <a:pt x="73647" y="12700"/>
                </a:lnTo>
                <a:lnTo>
                  <a:pt x="71094" y="12700"/>
                </a:lnTo>
                <a:lnTo>
                  <a:pt x="71094" y="15240"/>
                </a:lnTo>
                <a:lnTo>
                  <a:pt x="96494" y="15240"/>
                </a:lnTo>
                <a:lnTo>
                  <a:pt x="96494" y="16510"/>
                </a:lnTo>
                <a:lnTo>
                  <a:pt x="99047" y="16510"/>
                </a:lnTo>
                <a:lnTo>
                  <a:pt x="99047" y="15240"/>
                </a:lnTo>
                <a:lnTo>
                  <a:pt x="100317" y="15240"/>
                </a:lnTo>
                <a:lnTo>
                  <a:pt x="100317" y="12700"/>
                </a:lnTo>
                <a:close/>
              </a:path>
              <a:path w="124459" h="43180">
                <a:moveTo>
                  <a:pt x="105397" y="10160"/>
                </a:moveTo>
                <a:lnTo>
                  <a:pt x="82550" y="10160"/>
                </a:lnTo>
                <a:lnTo>
                  <a:pt x="82550" y="8890"/>
                </a:lnTo>
                <a:lnTo>
                  <a:pt x="79997" y="8890"/>
                </a:lnTo>
                <a:lnTo>
                  <a:pt x="79997" y="10160"/>
                </a:lnTo>
                <a:lnTo>
                  <a:pt x="76200" y="10160"/>
                </a:lnTo>
                <a:lnTo>
                  <a:pt x="76200" y="11430"/>
                </a:lnTo>
                <a:lnTo>
                  <a:pt x="102844" y="11430"/>
                </a:lnTo>
                <a:lnTo>
                  <a:pt x="102844" y="12700"/>
                </a:lnTo>
                <a:lnTo>
                  <a:pt x="105397" y="12700"/>
                </a:lnTo>
                <a:lnTo>
                  <a:pt x="105397" y="10160"/>
                </a:lnTo>
                <a:close/>
              </a:path>
              <a:path w="124459" h="43180">
                <a:moveTo>
                  <a:pt x="113017" y="6350"/>
                </a:moveTo>
                <a:lnTo>
                  <a:pt x="92697" y="6350"/>
                </a:lnTo>
                <a:lnTo>
                  <a:pt x="92697" y="5080"/>
                </a:lnTo>
                <a:lnTo>
                  <a:pt x="88900" y="5080"/>
                </a:lnTo>
                <a:lnTo>
                  <a:pt x="88900" y="6350"/>
                </a:lnTo>
                <a:lnTo>
                  <a:pt x="86347" y="6350"/>
                </a:lnTo>
                <a:lnTo>
                  <a:pt x="86347" y="8890"/>
                </a:lnTo>
                <a:lnTo>
                  <a:pt x="107950" y="8890"/>
                </a:lnTo>
                <a:lnTo>
                  <a:pt x="107950" y="10160"/>
                </a:lnTo>
                <a:lnTo>
                  <a:pt x="110477" y="10160"/>
                </a:lnTo>
                <a:lnTo>
                  <a:pt x="110477" y="8890"/>
                </a:lnTo>
                <a:lnTo>
                  <a:pt x="113017" y="8890"/>
                </a:lnTo>
                <a:lnTo>
                  <a:pt x="113017" y="6350"/>
                </a:lnTo>
                <a:close/>
              </a:path>
              <a:path w="124459" h="43180">
                <a:moveTo>
                  <a:pt x="116827" y="3810"/>
                </a:moveTo>
                <a:lnTo>
                  <a:pt x="97777" y="3810"/>
                </a:lnTo>
                <a:lnTo>
                  <a:pt x="97777" y="2540"/>
                </a:lnTo>
                <a:lnTo>
                  <a:pt x="95250" y="2540"/>
                </a:lnTo>
                <a:lnTo>
                  <a:pt x="95250" y="3810"/>
                </a:lnTo>
                <a:lnTo>
                  <a:pt x="92697" y="3810"/>
                </a:lnTo>
                <a:lnTo>
                  <a:pt x="92697" y="5080"/>
                </a:lnTo>
                <a:lnTo>
                  <a:pt x="115544" y="5080"/>
                </a:lnTo>
                <a:lnTo>
                  <a:pt x="115544" y="6350"/>
                </a:lnTo>
                <a:lnTo>
                  <a:pt x="116827" y="6350"/>
                </a:lnTo>
                <a:lnTo>
                  <a:pt x="116827" y="3810"/>
                </a:lnTo>
                <a:close/>
              </a:path>
              <a:path w="124459" h="43180">
                <a:moveTo>
                  <a:pt x="124447" y="0"/>
                </a:moveTo>
                <a:lnTo>
                  <a:pt x="101600" y="0"/>
                </a:lnTo>
                <a:lnTo>
                  <a:pt x="101600" y="2540"/>
                </a:lnTo>
                <a:lnTo>
                  <a:pt x="119367" y="2540"/>
                </a:lnTo>
                <a:lnTo>
                  <a:pt x="119367" y="3810"/>
                </a:lnTo>
                <a:lnTo>
                  <a:pt x="121894" y="3810"/>
                </a:lnTo>
                <a:lnTo>
                  <a:pt x="121894" y="2540"/>
                </a:lnTo>
                <a:lnTo>
                  <a:pt x="124447" y="2540"/>
                </a:lnTo>
                <a:lnTo>
                  <a:pt x="124447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7298677" y="1386839"/>
            <a:ext cx="83820" cy="7620"/>
          </a:xfrm>
          <a:custGeom>
            <a:avLst/>
            <a:gdLst/>
            <a:ahLst/>
            <a:cxnLst/>
            <a:rect l="l" t="t" r="r" b="b"/>
            <a:pathLst>
              <a:path w="83820" h="7619">
                <a:moveTo>
                  <a:pt x="82550" y="2540"/>
                </a:moveTo>
                <a:lnTo>
                  <a:pt x="1257" y="2540"/>
                </a:lnTo>
                <a:lnTo>
                  <a:pt x="1257" y="6350"/>
                </a:lnTo>
                <a:lnTo>
                  <a:pt x="2527" y="6350"/>
                </a:lnTo>
                <a:lnTo>
                  <a:pt x="2527" y="5080"/>
                </a:lnTo>
                <a:lnTo>
                  <a:pt x="82550" y="5080"/>
                </a:lnTo>
                <a:lnTo>
                  <a:pt x="82550" y="2540"/>
                </a:lnTo>
                <a:close/>
              </a:path>
              <a:path w="83820" h="7619">
                <a:moveTo>
                  <a:pt x="82550" y="0"/>
                </a:moveTo>
                <a:lnTo>
                  <a:pt x="0" y="0"/>
                </a:lnTo>
                <a:lnTo>
                  <a:pt x="0" y="2540"/>
                </a:lnTo>
                <a:lnTo>
                  <a:pt x="1257" y="2540"/>
                </a:lnTo>
                <a:lnTo>
                  <a:pt x="1257" y="1270"/>
                </a:lnTo>
                <a:lnTo>
                  <a:pt x="82550" y="1270"/>
                </a:lnTo>
                <a:lnTo>
                  <a:pt x="82550" y="0"/>
                </a:lnTo>
                <a:close/>
              </a:path>
              <a:path w="83820" h="7619">
                <a:moveTo>
                  <a:pt x="83807" y="6350"/>
                </a:moveTo>
                <a:lnTo>
                  <a:pt x="2527" y="6350"/>
                </a:lnTo>
                <a:lnTo>
                  <a:pt x="2527" y="7620"/>
                </a:lnTo>
                <a:lnTo>
                  <a:pt x="83807" y="7620"/>
                </a:lnTo>
                <a:lnTo>
                  <a:pt x="83807" y="635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7956525" y="1386839"/>
            <a:ext cx="50800" cy="5080"/>
          </a:xfrm>
          <a:custGeom>
            <a:avLst/>
            <a:gdLst/>
            <a:ahLst/>
            <a:cxnLst/>
            <a:rect l="l" t="t" r="r" b="b"/>
            <a:pathLst>
              <a:path w="50800" h="5080">
                <a:moveTo>
                  <a:pt x="50800" y="2540"/>
                </a:moveTo>
                <a:lnTo>
                  <a:pt x="0" y="2540"/>
                </a:lnTo>
                <a:lnTo>
                  <a:pt x="0" y="5080"/>
                </a:lnTo>
                <a:lnTo>
                  <a:pt x="50800" y="5080"/>
                </a:lnTo>
                <a:lnTo>
                  <a:pt x="50800" y="2540"/>
                </a:lnTo>
                <a:close/>
              </a:path>
              <a:path w="50800" h="5080">
                <a:moveTo>
                  <a:pt x="50800" y="0"/>
                </a:moveTo>
                <a:lnTo>
                  <a:pt x="1282" y="0"/>
                </a:lnTo>
                <a:lnTo>
                  <a:pt x="1282" y="1270"/>
                </a:lnTo>
                <a:lnTo>
                  <a:pt x="50800" y="1270"/>
                </a:lnTo>
                <a:lnTo>
                  <a:pt x="50800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7297407" y="1380489"/>
            <a:ext cx="82550" cy="5080"/>
          </a:xfrm>
          <a:custGeom>
            <a:avLst/>
            <a:gdLst/>
            <a:ahLst/>
            <a:cxnLst/>
            <a:rect l="l" t="t" r="r" b="b"/>
            <a:pathLst>
              <a:path w="82550" h="5080">
                <a:moveTo>
                  <a:pt x="81267" y="0"/>
                </a:moveTo>
                <a:lnTo>
                  <a:pt x="0" y="0"/>
                </a:lnTo>
                <a:lnTo>
                  <a:pt x="0" y="1270"/>
                </a:lnTo>
                <a:lnTo>
                  <a:pt x="81267" y="1270"/>
                </a:lnTo>
                <a:lnTo>
                  <a:pt x="81267" y="0"/>
                </a:lnTo>
                <a:close/>
              </a:path>
              <a:path w="82550" h="5080">
                <a:moveTo>
                  <a:pt x="82550" y="1270"/>
                </a:moveTo>
                <a:lnTo>
                  <a:pt x="81267" y="1270"/>
                </a:lnTo>
                <a:lnTo>
                  <a:pt x="81267" y="2540"/>
                </a:lnTo>
                <a:lnTo>
                  <a:pt x="0" y="2540"/>
                </a:lnTo>
                <a:lnTo>
                  <a:pt x="0" y="5080"/>
                </a:lnTo>
                <a:lnTo>
                  <a:pt x="82550" y="5080"/>
                </a:lnTo>
                <a:lnTo>
                  <a:pt x="82550" y="127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7959077" y="1374139"/>
            <a:ext cx="53340" cy="11430"/>
          </a:xfrm>
          <a:custGeom>
            <a:avLst/>
            <a:gdLst/>
            <a:ahLst/>
            <a:cxnLst/>
            <a:rect l="l" t="t" r="r" b="b"/>
            <a:pathLst>
              <a:path w="53340" h="11430">
                <a:moveTo>
                  <a:pt x="49530" y="8890"/>
                </a:moveTo>
                <a:lnTo>
                  <a:pt x="0" y="8890"/>
                </a:lnTo>
                <a:lnTo>
                  <a:pt x="0" y="11430"/>
                </a:lnTo>
                <a:lnTo>
                  <a:pt x="49530" y="11430"/>
                </a:lnTo>
                <a:lnTo>
                  <a:pt x="49530" y="8890"/>
                </a:lnTo>
                <a:close/>
              </a:path>
              <a:path w="53340" h="11430">
                <a:moveTo>
                  <a:pt x="50800" y="6350"/>
                </a:moveTo>
                <a:lnTo>
                  <a:pt x="0" y="6350"/>
                </a:lnTo>
                <a:lnTo>
                  <a:pt x="0" y="7620"/>
                </a:lnTo>
                <a:lnTo>
                  <a:pt x="50800" y="7620"/>
                </a:lnTo>
                <a:lnTo>
                  <a:pt x="50800" y="6350"/>
                </a:lnTo>
                <a:close/>
              </a:path>
              <a:path w="53340" h="11430">
                <a:moveTo>
                  <a:pt x="52044" y="2540"/>
                </a:moveTo>
                <a:lnTo>
                  <a:pt x="1244" y="2540"/>
                </a:lnTo>
                <a:lnTo>
                  <a:pt x="1244" y="5080"/>
                </a:lnTo>
                <a:lnTo>
                  <a:pt x="50800" y="5080"/>
                </a:lnTo>
                <a:lnTo>
                  <a:pt x="50800" y="6350"/>
                </a:lnTo>
                <a:lnTo>
                  <a:pt x="52044" y="6350"/>
                </a:lnTo>
                <a:lnTo>
                  <a:pt x="52044" y="2540"/>
                </a:lnTo>
                <a:close/>
              </a:path>
              <a:path w="53340" h="11430">
                <a:moveTo>
                  <a:pt x="53327" y="0"/>
                </a:moveTo>
                <a:lnTo>
                  <a:pt x="2527" y="0"/>
                </a:lnTo>
                <a:lnTo>
                  <a:pt x="2527" y="1270"/>
                </a:lnTo>
                <a:lnTo>
                  <a:pt x="52044" y="1270"/>
                </a:lnTo>
                <a:lnTo>
                  <a:pt x="52044" y="2540"/>
                </a:lnTo>
                <a:lnTo>
                  <a:pt x="53327" y="2540"/>
                </a:lnTo>
                <a:lnTo>
                  <a:pt x="53327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7291057" y="1361439"/>
            <a:ext cx="86360" cy="17780"/>
          </a:xfrm>
          <a:custGeom>
            <a:avLst/>
            <a:gdLst/>
            <a:ahLst/>
            <a:cxnLst/>
            <a:rect l="l" t="t" r="r" b="b"/>
            <a:pathLst>
              <a:path w="86359" h="17780">
                <a:moveTo>
                  <a:pt x="81267" y="0"/>
                </a:moveTo>
                <a:lnTo>
                  <a:pt x="0" y="0"/>
                </a:lnTo>
                <a:lnTo>
                  <a:pt x="0" y="1270"/>
                </a:lnTo>
                <a:lnTo>
                  <a:pt x="81267" y="1270"/>
                </a:lnTo>
                <a:lnTo>
                  <a:pt x="81267" y="0"/>
                </a:lnTo>
                <a:close/>
              </a:path>
              <a:path w="86359" h="17780">
                <a:moveTo>
                  <a:pt x="82550" y="1270"/>
                </a:moveTo>
                <a:lnTo>
                  <a:pt x="81267" y="1270"/>
                </a:lnTo>
                <a:lnTo>
                  <a:pt x="81267" y="2540"/>
                </a:lnTo>
                <a:lnTo>
                  <a:pt x="0" y="2540"/>
                </a:lnTo>
                <a:lnTo>
                  <a:pt x="0" y="5080"/>
                </a:lnTo>
                <a:lnTo>
                  <a:pt x="82550" y="5080"/>
                </a:lnTo>
                <a:lnTo>
                  <a:pt x="82550" y="1270"/>
                </a:lnTo>
                <a:close/>
              </a:path>
              <a:path w="86359" h="17780">
                <a:moveTo>
                  <a:pt x="83820" y="5080"/>
                </a:moveTo>
                <a:lnTo>
                  <a:pt x="82550" y="5080"/>
                </a:lnTo>
                <a:lnTo>
                  <a:pt x="82550" y="6350"/>
                </a:lnTo>
                <a:lnTo>
                  <a:pt x="1270" y="6350"/>
                </a:lnTo>
                <a:lnTo>
                  <a:pt x="1270" y="8890"/>
                </a:lnTo>
                <a:lnTo>
                  <a:pt x="2527" y="8890"/>
                </a:lnTo>
                <a:lnTo>
                  <a:pt x="2527" y="7620"/>
                </a:lnTo>
                <a:lnTo>
                  <a:pt x="83820" y="7620"/>
                </a:lnTo>
                <a:lnTo>
                  <a:pt x="83820" y="5080"/>
                </a:lnTo>
                <a:close/>
              </a:path>
              <a:path w="86359" h="17780">
                <a:moveTo>
                  <a:pt x="85077" y="8890"/>
                </a:moveTo>
                <a:lnTo>
                  <a:pt x="2527" y="8890"/>
                </a:lnTo>
                <a:lnTo>
                  <a:pt x="2527" y="12700"/>
                </a:lnTo>
                <a:lnTo>
                  <a:pt x="3797" y="12700"/>
                </a:lnTo>
                <a:lnTo>
                  <a:pt x="3797" y="11430"/>
                </a:lnTo>
                <a:lnTo>
                  <a:pt x="85077" y="11430"/>
                </a:lnTo>
                <a:lnTo>
                  <a:pt x="85077" y="8890"/>
                </a:lnTo>
                <a:close/>
              </a:path>
              <a:path w="86359" h="17780">
                <a:moveTo>
                  <a:pt x="86347" y="15240"/>
                </a:moveTo>
                <a:lnTo>
                  <a:pt x="5067" y="15240"/>
                </a:lnTo>
                <a:lnTo>
                  <a:pt x="5067" y="17780"/>
                </a:lnTo>
                <a:lnTo>
                  <a:pt x="86347" y="17780"/>
                </a:lnTo>
                <a:lnTo>
                  <a:pt x="86347" y="15240"/>
                </a:lnTo>
                <a:close/>
              </a:path>
              <a:path w="86359" h="17780">
                <a:moveTo>
                  <a:pt x="86347" y="12700"/>
                </a:moveTo>
                <a:lnTo>
                  <a:pt x="3797" y="12700"/>
                </a:lnTo>
                <a:lnTo>
                  <a:pt x="3797" y="13970"/>
                </a:lnTo>
                <a:lnTo>
                  <a:pt x="86347" y="13970"/>
                </a:lnTo>
                <a:lnTo>
                  <a:pt x="86347" y="1270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7962875" y="1355089"/>
            <a:ext cx="55880" cy="17780"/>
          </a:xfrm>
          <a:custGeom>
            <a:avLst/>
            <a:gdLst/>
            <a:ahLst/>
            <a:cxnLst/>
            <a:rect l="l" t="t" r="r" b="b"/>
            <a:pathLst>
              <a:path w="55879" h="17780">
                <a:moveTo>
                  <a:pt x="50800" y="15240"/>
                </a:moveTo>
                <a:lnTo>
                  <a:pt x="0" y="15240"/>
                </a:lnTo>
                <a:lnTo>
                  <a:pt x="0" y="17780"/>
                </a:lnTo>
                <a:lnTo>
                  <a:pt x="50800" y="17780"/>
                </a:lnTo>
                <a:lnTo>
                  <a:pt x="50800" y="15240"/>
                </a:lnTo>
                <a:close/>
              </a:path>
              <a:path w="55879" h="17780">
                <a:moveTo>
                  <a:pt x="50800" y="12700"/>
                </a:moveTo>
                <a:lnTo>
                  <a:pt x="0" y="12700"/>
                </a:lnTo>
                <a:lnTo>
                  <a:pt x="0" y="13970"/>
                </a:lnTo>
                <a:lnTo>
                  <a:pt x="50800" y="13970"/>
                </a:lnTo>
                <a:lnTo>
                  <a:pt x="50800" y="12700"/>
                </a:lnTo>
                <a:close/>
              </a:path>
              <a:path w="55879" h="17780">
                <a:moveTo>
                  <a:pt x="52082" y="8890"/>
                </a:moveTo>
                <a:lnTo>
                  <a:pt x="2552" y="8890"/>
                </a:lnTo>
                <a:lnTo>
                  <a:pt x="2552" y="7620"/>
                </a:lnTo>
                <a:lnTo>
                  <a:pt x="1282" y="7620"/>
                </a:lnTo>
                <a:lnTo>
                  <a:pt x="1282" y="11430"/>
                </a:lnTo>
                <a:lnTo>
                  <a:pt x="52082" y="11430"/>
                </a:lnTo>
                <a:lnTo>
                  <a:pt x="52082" y="8890"/>
                </a:lnTo>
                <a:close/>
              </a:path>
              <a:path w="55879" h="17780">
                <a:moveTo>
                  <a:pt x="53352" y="6350"/>
                </a:moveTo>
                <a:lnTo>
                  <a:pt x="2552" y="6350"/>
                </a:lnTo>
                <a:lnTo>
                  <a:pt x="2552" y="7620"/>
                </a:lnTo>
                <a:lnTo>
                  <a:pt x="53352" y="7620"/>
                </a:lnTo>
                <a:lnTo>
                  <a:pt x="53352" y="6350"/>
                </a:lnTo>
                <a:close/>
              </a:path>
              <a:path w="55879" h="17780">
                <a:moveTo>
                  <a:pt x="54597" y="2540"/>
                </a:moveTo>
                <a:lnTo>
                  <a:pt x="3797" y="2540"/>
                </a:lnTo>
                <a:lnTo>
                  <a:pt x="3797" y="5080"/>
                </a:lnTo>
                <a:lnTo>
                  <a:pt x="53352" y="5080"/>
                </a:lnTo>
                <a:lnTo>
                  <a:pt x="53352" y="6350"/>
                </a:lnTo>
                <a:lnTo>
                  <a:pt x="54597" y="6350"/>
                </a:lnTo>
                <a:lnTo>
                  <a:pt x="54597" y="2540"/>
                </a:lnTo>
                <a:close/>
              </a:path>
              <a:path w="55879" h="17780">
                <a:moveTo>
                  <a:pt x="55880" y="0"/>
                </a:moveTo>
                <a:lnTo>
                  <a:pt x="3797" y="0"/>
                </a:lnTo>
                <a:lnTo>
                  <a:pt x="3797" y="1270"/>
                </a:lnTo>
                <a:lnTo>
                  <a:pt x="54597" y="1270"/>
                </a:lnTo>
                <a:lnTo>
                  <a:pt x="54597" y="2540"/>
                </a:lnTo>
                <a:lnTo>
                  <a:pt x="55880" y="2540"/>
                </a:lnTo>
                <a:lnTo>
                  <a:pt x="55880" y="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7287235" y="1351279"/>
            <a:ext cx="83820" cy="8890"/>
          </a:xfrm>
          <a:custGeom>
            <a:avLst/>
            <a:gdLst/>
            <a:ahLst/>
            <a:cxnLst/>
            <a:rect l="l" t="t" r="r" b="b"/>
            <a:pathLst>
              <a:path w="83820" h="8890">
                <a:moveTo>
                  <a:pt x="82550" y="0"/>
                </a:moveTo>
                <a:lnTo>
                  <a:pt x="0" y="0"/>
                </a:lnTo>
                <a:lnTo>
                  <a:pt x="0" y="3810"/>
                </a:lnTo>
                <a:lnTo>
                  <a:pt x="1270" y="3810"/>
                </a:lnTo>
                <a:lnTo>
                  <a:pt x="1270" y="2540"/>
                </a:lnTo>
                <a:lnTo>
                  <a:pt x="82550" y="2540"/>
                </a:lnTo>
                <a:lnTo>
                  <a:pt x="82550" y="0"/>
                </a:lnTo>
                <a:close/>
              </a:path>
              <a:path w="83820" h="8890">
                <a:moveTo>
                  <a:pt x="83820" y="6350"/>
                </a:moveTo>
                <a:lnTo>
                  <a:pt x="2540" y="6350"/>
                </a:lnTo>
                <a:lnTo>
                  <a:pt x="2540" y="8890"/>
                </a:lnTo>
                <a:lnTo>
                  <a:pt x="83820" y="8890"/>
                </a:lnTo>
                <a:lnTo>
                  <a:pt x="83820" y="6350"/>
                </a:lnTo>
                <a:close/>
              </a:path>
              <a:path w="83820" h="8890">
                <a:moveTo>
                  <a:pt x="83820" y="3810"/>
                </a:moveTo>
                <a:lnTo>
                  <a:pt x="1270" y="3810"/>
                </a:lnTo>
                <a:lnTo>
                  <a:pt x="1270" y="5080"/>
                </a:lnTo>
                <a:lnTo>
                  <a:pt x="83820" y="5080"/>
                </a:lnTo>
                <a:lnTo>
                  <a:pt x="83820" y="3810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7967958" y="1351277"/>
            <a:ext cx="52069" cy="2540"/>
          </a:xfrm>
          <a:custGeom>
            <a:avLst/>
            <a:gdLst/>
            <a:ahLst/>
            <a:cxnLst/>
            <a:rect l="l" t="t" r="r" b="b"/>
            <a:pathLst>
              <a:path w="52070" h="2540">
                <a:moveTo>
                  <a:pt x="52074" y="2539"/>
                </a:moveTo>
                <a:lnTo>
                  <a:pt x="0" y="2539"/>
                </a:lnTo>
                <a:lnTo>
                  <a:pt x="0" y="0"/>
                </a:lnTo>
                <a:lnTo>
                  <a:pt x="52074" y="0"/>
                </a:lnTo>
                <a:lnTo>
                  <a:pt x="52074" y="2539"/>
                </a:lnTo>
                <a:close/>
              </a:path>
            </a:pathLst>
          </a:custGeom>
          <a:solidFill>
            <a:srgbClr val="A54B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8756632" y="1436367"/>
            <a:ext cx="3810" cy="1270"/>
          </a:xfrm>
          <a:custGeom>
            <a:avLst/>
            <a:gdLst/>
            <a:ahLst/>
            <a:cxnLst/>
            <a:rect l="l" t="t" r="r" b="b"/>
            <a:pathLst>
              <a:path w="3809" h="1269">
                <a:moveTo>
                  <a:pt x="3799" y="1269"/>
                </a:moveTo>
                <a:lnTo>
                  <a:pt x="0" y="1269"/>
                </a:lnTo>
                <a:lnTo>
                  <a:pt x="0" y="0"/>
                </a:lnTo>
                <a:lnTo>
                  <a:pt x="3799" y="0"/>
                </a:lnTo>
                <a:lnTo>
                  <a:pt x="3799" y="1269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8762975" y="1394459"/>
            <a:ext cx="143510" cy="43180"/>
          </a:xfrm>
          <a:custGeom>
            <a:avLst/>
            <a:gdLst/>
            <a:ahLst/>
            <a:cxnLst/>
            <a:rect l="l" t="t" r="r" b="b"/>
            <a:pathLst>
              <a:path w="143509" h="43180">
                <a:moveTo>
                  <a:pt x="68580" y="39370"/>
                </a:moveTo>
                <a:lnTo>
                  <a:pt x="6350" y="39370"/>
                </a:lnTo>
                <a:lnTo>
                  <a:pt x="6350" y="38100"/>
                </a:lnTo>
                <a:lnTo>
                  <a:pt x="2552" y="38100"/>
                </a:lnTo>
                <a:lnTo>
                  <a:pt x="2552" y="39370"/>
                </a:lnTo>
                <a:lnTo>
                  <a:pt x="0" y="39370"/>
                </a:lnTo>
                <a:lnTo>
                  <a:pt x="0" y="41910"/>
                </a:lnTo>
                <a:lnTo>
                  <a:pt x="63500" y="41910"/>
                </a:lnTo>
                <a:lnTo>
                  <a:pt x="63500" y="43180"/>
                </a:lnTo>
                <a:lnTo>
                  <a:pt x="66052" y="43180"/>
                </a:lnTo>
                <a:lnTo>
                  <a:pt x="66052" y="41910"/>
                </a:lnTo>
                <a:lnTo>
                  <a:pt x="68580" y="41910"/>
                </a:lnTo>
                <a:lnTo>
                  <a:pt x="68580" y="39370"/>
                </a:lnTo>
                <a:close/>
              </a:path>
              <a:path w="143509" h="43180">
                <a:moveTo>
                  <a:pt x="72402" y="36830"/>
                </a:moveTo>
                <a:lnTo>
                  <a:pt x="12700" y="36830"/>
                </a:lnTo>
                <a:lnTo>
                  <a:pt x="12700" y="35560"/>
                </a:lnTo>
                <a:lnTo>
                  <a:pt x="8902" y="35560"/>
                </a:lnTo>
                <a:lnTo>
                  <a:pt x="8902" y="36830"/>
                </a:lnTo>
                <a:lnTo>
                  <a:pt x="6350" y="36830"/>
                </a:lnTo>
                <a:lnTo>
                  <a:pt x="6350" y="38100"/>
                </a:lnTo>
                <a:lnTo>
                  <a:pt x="71132" y="38100"/>
                </a:lnTo>
                <a:lnTo>
                  <a:pt x="71132" y="39370"/>
                </a:lnTo>
                <a:lnTo>
                  <a:pt x="72402" y="39370"/>
                </a:lnTo>
                <a:lnTo>
                  <a:pt x="72402" y="36830"/>
                </a:lnTo>
                <a:close/>
              </a:path>
              <a:path w="143509" h="43180">
                <a:moveTo>
                  <a:pt x="79997" y="33020"/>
                </a:moveTo>
                <a:lnTo>
                  <a:pt x="21602" y="33020"/>
                </a:lnTo>
                <a:lnTo>
                  <a:pt x="21602" y="31750"/>
                </a:lnTo>
                <a:lnTo>
                  <a:pt x="19050" y="31750"/>
                </a:lnTo>
                <a:lnTo>
                  <a:pt x="19050" y="33020"/>
                </a:lnTo>
                <a:lnTo>
                  <a:pt x="15252" y="33020"/>
                </a:lnTo>
                <a:lnTo>
                  <a:pt x="15252" y="35560"/>
                </a:lnTo>
                <a:lnTo>
                  <a:pt x="74930" y="35560"/>
                </a:lnTo>
                <a:lnTo>
                  <a:pt x="74930" y="36830"/>
                </a:lnTo>
                <a:lnTo>
                  <a:pt x="77482" y="36830"/>
                </a:lnTo>
                <a:lnTo>
                  <a:pt x="77482" y="35560"/>
                </a:lnTo>
                <a:lnTo>
                  <a:pt x="79997" y="35560"/>
                </a:lnTo>
                <a:lnTo>
                  <a:pt x="79997" y="33020"/>
                </a:lnTo>
                <a:close/>
              </a:path>
              <a:path w="143509" h="43180">
                <a:moveTo>
                  <a:pt x="85102" y="30480"/>
                </a:moveTo>
                <a:lnTo>
                  <a:pt x="27952" y="30480"/>
                </a:lnTo>
                <a:lnTo>
                  <a:pt x="27952" y="29210"/>
                </a:lnTo>
                <a:lnTo>
                  <a:pt x="24130" y="29210"/>
                </a:lnTo>
                <a:lnTo>
                  <a:pt x="24130" y="30480"/>
                </a:lnTo>
                <a:lnTo>
                  <a:pt x="21602" y="30480"/>
                </a:lnTo>
                <a:lnTo>
                  <a:pt x="21602" y="31750"/>
                </a:lnTo>
                <a:lnTo>
                  <a:pt x="82550" y="31750"/>
                </a:lnTo>
                <a:lnTo>
                  <a:pt x="82550" y="33020"/>
                </a:lnTo>
                <a:lnTo>
                  <a:pt x="85102" y="33020"/>
                </a:lnTo>
                <a:lnTo>
                  <a:pt x="85102" y="30480"/>
                </a:lnTo>
                <a:close/>
              </a:path>
              <a:path w="143509" h="43180">
                <a:moveTo>
                  <a:pt x="91452" y="26670"/>
                </a:moveTo>
                <a:lnTo>
                  <a:pt x="36830" y="26670"/>
                </a:lnTo>
                <a:lnTo>
                  <a:pt x="36830" y="25400"/>
                </a:lnTo>
                <a:lnTo>
                  <a:pt x="34302" y="25400"/>
                </a:lnTo>
                <a:lnTo>
                  <a:pt x="34302" y="26670"/>
                </a:lnTo>
                <a:lnTo>
                  <a:pt x="30480" y="26670"/>
                </a:lnTo>
                <a:lnTo>
                  <a:pt x="30480" y="29210"/>
                </a:lnTo>
                <a:lnTo>
                  <a:pt x="87630" y="29210"/>
                </a:lnTo>
                <a:lnTo>
                  <a:pt x="87630" y="30480"/>
                </a:lnTo>
                <a:lnTo>
                  <a:pt x="90182" y="30480"/>
                </a:lnTo>
                <a:lnTo>
                  <a:pt x="90182" y="29210"/>
                </a:lnTo>
                <a:lnTo>
                  <a:pt x="91452" y="29210"/>
                </a:lnTo>
                <a:lnTo>
                  <a:pt x="91452" y="26670"/>
                </a:lnTo>
                <a:close/>
              </a:path>
              <a:path w="143509" h="43180">
                <a:moveTo>
                  <a:pt x="96532" y="24130"/>
                </a:moveTo>
                <a:lnTo>
                  <a:pt x="43180" y="24130"/>
                </a:lnTo>
                <a:lnTo>
                  <a:pt x="43180" y="22860"/>
                </a:lnTo>
                <a:lnTo>
                  <a:pt x="39382" y="22860"/>
                </a:lnTo>
                <a:lnTo>
                  <a:pt x="39382" y="24130"/>
                </a:lnTo>
                <a:lnTo>
                  <a:pt x="36830" y="24130"/>
                </a:lnTo>
                <a:lnTo>
                  <a:pt x="36830" y="25400"/>
                </a:lnTo>
                <a:lnTo>
                  <a:pt x="93980" y="25400"/>
                </a:lnTo>
                <a:lnTo>
                  <a:pt x="93980" y="26670"/>
                </a:lnTo>
                <a:lnTo>
                  <a:pt x="96532" y="26670"/>
                </a:lnTo>
                <a:lnTo>
                  <a:pt x="96532" y="24130"/>
                </a:lnTo>
                <a:close/>
              </a:path>
              <a:path w="143509" h="43180">
                <a:moveTo>
                  <a:pt x="104152" y="20320"/>
                </a:moveTo>
                <a:lnTo>
                  <a:pt x="52082" y="20320"/>
                </a:lnTo>
                <a:lnTo>
                  <a:pt x="52082" y="19050"/>
                </a:lnTo>
                <a:lnTo>
                  <a:pt x="49530" y="19050"/>
                </a:lnTo>
                <a:lnTo>
                  <a:pt x="49530" y="20320"/>
                </a:lnTo>
                <a:lnTo>
                  <a:pt x="45732" y="20320"/>
                </a:lnTo>
                <a:lnTo>
                  <a:pt x="45732" y="22860"/>
                </a:lnTo>
                <a:lnTo>
                  <a:pt x="99047" y="22860"/>
                </a:lnTo>
                <a:lnTo>
                  <a:pt x="99047" y="24130"/>
                </a:lnTo>
                <a:lnTo>
                  <a:pt x="101600" y="24130"/>
                </a:lnTo>
                <a:lnTo>
                  <a:pt x="101600" y="22860"/>
                </a:lnTo>
                <a:lnTo>
                  <a:pt x="104152" y="22860"/>
                </a:lnTo>
                <a:lnTo>
                  <a:pt x="104152" y="20320"/>
                </a:lnTo>
                <a:close/>
              </a:path>
              <a:path w="143509" h="43180">
                <a:moveTo>
                  <a:pt x="107950" y="17780"/>
                </a:moveTo>
                <a:lnTo>
                  <a:pt x="58432" y="17780"/>
                </a:lnTo>
                <a:lnTo>
                  <a:pt x="58432" y="16510"/>
                </a:lnTo>
                <a:lnTo>
                  <a:pt x="54597" y="16510"/>
                </a:lnTo>
                <a:lnTo>
                  <a:pt x="54597" y="17780"/>
                </a:lnTo>
                <a:lnTo>
                  <a:pt x="52082" y="17780"/>
                </a:lnTo>
                <a:lnTo>
                  <a:pt x="52082" y="19050"/>
                </a:lnTo>
                <a:lnTo>
                  <a:pt x="106680" y="19050"/>
                </a:lnTo>
                <a:lnTo>
                  <a:pt x="106680" y="20320"/>
                </a:lnTo>
                <a:lnTo>
                  <a:pt x="107950" y="20320"/>
                </a:lnTo>
                <a:lnTo>
                  <a:pt x="107950" y="17780"/>
                </a:lnTo>
                <a:close/>
              </a:path>
              <a:path w="143509" h="43180">
                <a:moveTo>
                  <a:pt x="115582" y="13970"/>
                </a:moveTo>
                <a:lnTo>
                  <a:pt x="67297" y="13970"/>
                </a:lnTo>
                <a:lnTo>
                  <a:pt x="67297" y="12700"/>
                </a:lnTo>
                <a:lnTo>
                  <a:pt x="64782" y="12700"/>
                </a:lnTo>
                <a:lnTo>
                  <a:pt x="64782" y="13970"/>
                </a:lnTo>
                <a:lnTo>
                  <a:pt x="60947" y="13970"/>
                </a:lnTo>
                <a:lnTo>
                  <a:pt x="60947" y="16510"/>
                </a:lnTo>
                <a:lnTo>
                  <a:pt x="110502" y="16510"/>
                </a:lnTo>
                <a:lnTo>
                  <a:pt x="110502" y="17780"/>
                </a:lnTo>
                <a:lnTo>
                  <a:pt x="113030" y="17780"/>
                </a:lnTo>
                <a:lnTo>
                  <a:pt x="113030" y="16510"/>
                </a:lnTo>
                <a:lnTo>
                  <a:pt x="115582" y="16510"/>
                </a:lnTo>
                <a:lnTo>
                  <a:pt x="115582" y="13970"/>
                </a:lnTo>
                <a:close/>
              </a:path>
              <a:path w="143509" h="43180">
                <a:moveTo>
                  <a:pt x="120650" y="11430"/>
                </a:moveTo>
                <a:lnTo>
                  <a:pt x="73647" y="11430"/>
                </a:lnTo>
                <a:lnTo>
                  <a:pt x="73647" y="10160"/>
                </a:lnTo>
                <a:lnTo>
                  <a:pt x="69850" y="10160"/>
                </a:lnTo>
                <a:lnTo>
                  <a:pt x="69850" y="11430"/>
                </a:lnTo>
                <a:lnTo>
                  <a:pt x="67297" y="11430"/>
                </a:lnTo>
                <a:lnTo>
                  <a:pt x="67297" y="12700"/>
                </a:lnTo>
                <a:lnTo>
                  <a:pt x="118097" y="12700"/>
                </a:lnTo>
                <a:lnTo>
                  <a:pt x="118097" y="13970"/>
                </a:lnTo>
                <a:lnTo>
                  <a:pt x="120650" y="13970"/>
                </a:lnTo>
                <a:lnTo>
                  <a:pt x="120650" y="11430"/>
                </a:lnTo>
                <a:close/>
              </a:path>
              <a:path w="143509" h="43180">
                <a:moveTo>
                  <a:pt x="127000" y="7620"/>
                </a:moveTo>
                <a:lnTo>
                  <a:pt x="82550" y="7620"/>
                </a:lnTo>
                <a:lnTo>
                  <a:pt x="82550" y="6350"/>
                </a:lnTo>
                <a:lnTo>
                  <a:pt x="79997" y="6350"/>
                </a:lnTo>
                <a:lnTo>
                  <a:pt x="79997" y="7620"/>
                </a:lnTo>
                <a:lnTo>
                  <a:pt x="76200" y="7620"/>
                </a:lnTo>
                <a:lnTo>
                  <a:pt x="76200" y="10160"/>
                </a:lnTo>
                <a:lnTo>
                  <a:pt x="123202" y="10160"/>
                </a:lnTo>
                <a:lnTo>
                  <a:pt x="123202" y="11430"/>
                </a:lnTo>
                <a:lnTo>
                  <a:pt x="125730" y="11430"/>
                </a:lnTo>
                <a:lnTo>
                  <a:pt x="125730" y="10160"/>
                </a:lnTo>
                <a:lnTo>
                  <a:pt x="127000" y="10160"/>
                </a:lnTo>
                <a:lnTo>
                  <a:pt x="127000" y="7620"/>
                </a:lnTo>
                <a:close/>
              </a:path>
              <a:path w="143509" h="43180">
                <a:moveTo>
                  <a:pt x="132080" y="5080"/>
                </a:moveTo>
                <a:lnTo>
                  <a:pt x="88900" y="5080"/>
                </a:lnTo>
                <a:lnTo>
                  <a:pt x="88900" y="3810"/>
                </a:lnTo>
                <a:lnTo>
                  <a:pt x="86347" y="3810"/>
                </a:lnTo>
                <a:lnTo>
                  <a:pt x="86347" y="5080"/>
                </a:lnTo>
                <a:lnTo>
                  <a:pt x="82550" y="5080"/>
                </a:lnTo>
                <a:lnTo>
                  <a:pt x="82550" y="6350"/>
                </a:lnTo>
                <a:lnTo>
                  <a:pt x="129552" y="6350"/>
                </a:lnTo>
                <a:lnTo>
                  <a:pt x="129552" y="7620"/>
                </a:lnTo>
                <a:lnTo>
                  <a:pt x="132080" y="7620"/>
                </a:lnTo>
                <a:lnTo>
                  <a:pt x="132080" y="5080"/>
                </a:lnTo>
                <a:close/>
              </a:path>
              <a:path w="143509" h="43180">
                <a:moveTo>
                  <a:pt x="139700" y="1270"/>
                </a:moveTo>
                <a:lnTo>
                  <a:pt x="97802" y="1270"/>
                </a:lnTo>
                <a:lnTo>
                  <a:pt x="97802" y="0"/>
                </a:lnTo>
                <a:lnTo>
                  <a:pt x="95250" y="0"/>
                </a:lnTo>
                <a:lnTo>
                  <a:pt x="95250" y="1270"/>
                </a:lnTo>
                <a:lnTo>
                  <a:pt x="91452" y="1270"/>
                </a:lnTo>
                <a:lnTo>
                  <a:pt x="91452" y="3810"/>
                </a:lnTo>
                <a:lnTo>
                  <a:pt x="134620" y="3810"/>
                </a:lnTo>
                <a:lnTo>
                  <a:pt x="134620" y="5080"/>
                </a:lnTo>
                <a:lnTo>
                  <a:pt x="137147" y="5080"/>
                </a:lnTo>
                <a:lnTo>
                  <a:pt x="137147" y="3810"/>
                </a:lnTo>
                <a:lnTo>
                  <a:pt x="139700" y="3810"/>
                </a:lnTo>
                <a:lnTo>
                  <a:pt x="139700" y="1270"/>
                </a:lnTo>
                <a:close/>
              </a:path>
              <a:path w="143509" h="43180">
                <a:moveTo>
                  <a:pt x="143497" y="0"/>
                </a:moveTo>
                <a:lnTo>
                  <a:pt x="142252" y="0"/>
                </a:lnTo>
                <a:lnTo>
                  <a:pt x="142252" y="1270"/>
                </a:lnTo>
                <a:lnTo>
                  <a:pt x="143497" y="1270"/>
                </a:lnTo>
                <a:lnTo>
                  <a:pt x="143497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7313904" y="1431289"/>
            <a:ext cx="83820" cy="6350"/>
          </a:xfrm>
          <a:custGeom>
            <a:avLst/>
            <a:gdLst/>
            <a:ahLst/>
            <a:cxnLst/>
            <a:rect l="l" t="t" r="r" b="b"/>
            <a:pathLst>
              <a:path w="83820" h="6350">
                <a:moveTo>
                  <a:pt x="81280" y="0"/>
                </a:moveTo>
                <a:lnTo>
                  <a:pt x="0" y="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81280" y="1270"/>
                </a:lnTo>
                <a:lnTo>
                  <a:pt x="81280" y="0"/>
                </a:lnTo>
                <a:close/>
              </a:path>
              <a:path w="83820" h="6350">
                <a:moveTo>
                  <a:pt x="82550" y="1270"/>
                </a:moveTo>
                <a:lnTo>
                  <a:pt x="81280" y="1270"/>
                </a:lnTo>
                <a:lnTo>
                  <a:pt x="81280" y="2540"/>
                </a:lnTo>
                <a:lnTo>
                  <a:pt x="1270" y="2540"/>
                </a:lnTo>
                <a:lnTo>
                  <a:pt x="1270" y="6350"/>
                </a:lnTo>
                <a:lnTo>
                  <a:pt x="2552" y="6350"/>
                </a:lnTo>
                <a:lnTo>
                  <a:pt x="2552" y="5080"/>
                </a:lnTo>
                <a:lnTo>
                  <a:pt x="82550" y="5080"/>
                </a:lnTo>
                <a:lnTo>
                  <a:pt x="82550" y="1270"/>
                </a:lnTo>
                <a:close/>
              </a:path>
              <a:path w="83820" h="6350">
                <a:moveTo>
                  <a:pt x="83820" y="5080"/>
                </a:moveTo>
                <a:lnTo>
                  <a:pt x="82550" y="5080"/>
                </a:lnTo>
                <a:lnTo>
                  <a:pt x="82550" y="6350"/>
                </a:lnTo>
                <a:lnTo>
                  <a:pt x="83820" y="6350"/>
                </a:lnTo>
                <a:lnTo>
                  <a:pt x="83820" y="508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7931125" y="1427479"/>
            <a:ext cx="63500" cy="10160"/>
          </a:xfrm>
          <a:custGeom>
            <a:avLst/>
            <a:gdLst/>
            <a:ahLst/>
            <a:cxnLst/>
            <a:rect l="l" t="t" r="r" b="b"/>
            <a:pathLst>
              <a:path w="63500" h="10159">
                <a:moveTo>
                  <a:pt x="1282" y="8890"/>
                </a:moveTo>
                <a:lnTo>
                  <a:pt x="0" y="8890"/>
                </a:lnTo>
                <a:lnTo>
                  <a:pt x="0" y="10160"/>
                </a:lnTo>
                <a:lnTo>
                  <a:pt x="1282" y="10160"/>
                </a:lnTo>
                <a:lnTo>
                  <a:pt x="1282" y="8890"/>
                </a:lnTo>
                <a:close/>
              </a:path>
              <a:path w="63500" h="10159">
                <a:moveTo>
                  <a:pt x="60947" y="6350"/>
                </a:moveTo>
                <a:lnTo>
                  <a:pt x="2552" y="6350"/>
                </a:lnTo>
                <a:lnTo>
                  <a:pt x="2552" y="8890"/>
                </a:lnTo>
                <a:lnTo>
                  <a:pt x="59702" y="8890"/>
                </a:lnTo>
                <a:lnTo>
                  <a:pt x="59702" y="10160"/>
                </a:lnTo>
                <a:lnTo>
                  <a:pt x="60947" y="10160"/>
                </a:lnTo>
                <a:lnTo>
                  <a:pt x="60947" y="6350"/>
                </a:lnTo>
                <a:close/>
              </a:path>
              <a:path w="63500" h="10159">
                <a:moveTo>
                  <a:pt x="62230" y="3810"/>
                </a:moveTo>
                <a:lnTo>
                  <a:pt x="6350" y="3810"/>
                </a:lnTo>
                <a:lnTo>
                  <a:pt x="6350" y="2540"/>
                </a:lnTo>
                <a:lnTo>
                  <a:pt x="5080" y="2540"/>
                </a:lnTo>
                <a:lnTo>
                  <a:pt x="5080" y="3810"/>
                </a:lnTo>
                <a:lnTo>
                  <a:pt x="3797" y="3810"/>
                </a:lnTo>
                <a:lnTo>
                  <a:pt x="3797" y="5080"/>
                </a:lnTo>
                <a:lnTo>
                  <a:pt x="60947" y="5080"/>
                </a:lnTo>
                <a:lnTo>
                  <a:pt x="60947" y="6350"/>
                </a:lnTo>
                <a:lnTo>
                  <a:pt x="62230" y="6350"/>
                </a:lnTo>
                <a:lnTo>
                  <a:pt x="62230" y="3810"/>
                </a:lnTo>
                <a:close/>
              </a:path>
              <a:path w="63500" h="10159">
                <a:moveTo>
                  <a:pt x="63500" y="0"/>
                </a:moveTo>
                <a:lnTo>
                  <a:pt x="7632" y="0"/>
                </a:lnTo>
                <a:lnTo>
                  <a:pt x="7632" y="2540"/>
                </a:lnTo>
                <a:lnTo>
                  <a:pt x="63500" y="2540"/>
                </a:lnTo>
                <a:lnTo>
                  <a:pt x="63500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7312635" y="1424939"/>
            <a:ext cx="81915" cy="5080"/>
          </a:xfrm>
          <a:custGeom>
            <a:avLst/>
            <a:gdLst/>
            <a:ahLst/>
            <a:cxnLst/>
            <a:rect l="l" t="t" r="r" b="b"/>
            <a:pathLst>
              <a:path w="81915" h="5080">
                <a:moveTo>
                  <a:pt x="81292" y="2540"/>
                </a:moveTo>
                <a:lnTo>
                  <a:pt x="0" y="2540"/>
                </a:lnTo>
                <a:lnTo>
                  <a:pt x="0" y="5080"/>
                </a:lnTo>
                <a:lnTo>
                  <a:pt x="81292" y="5080"/>
                </a:lnTo>
                <a:lnTo>
                  <a:pt x="81292" y="2540"/>
                </a:lnTo>
                <a:close/>
              </a:path>
              <a:path w="81915" h="5080">
                <a:moveTo>
                  <a:pt x="81292" y="0"/>
                </a:moveTo>
                <a:lnTo>
                  <a:pt x="0" y="0"/>
                </a:lnTo>
                <a:lnTo>
                  <a:pt x="0" y="1270"/>
                </a:lnTo>
                <a:lnTo>
                  <a:pt x="81292" y="1270"/>
                </a:lnTo>
                <a:lnTo>
                  <a:pt x="81292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7940027" y="1408429"/>
            <a:ext cx="60960" cy="17780"/>
          </a:xfrm>
          <a:custGeom>
            <a:avLst/>
            <a:gdLst/>
            <a:ahLst/>
            <a:cxnLst/>
            <a:rect l="l" t="t" r="r" b="b"/>
            <a:pathLst>
              <a:path w="60959" h="17780">
                <a:moveTo>
                  <a:pt x="54597" y="16510"/>
                </a:moveTo>
                <a:lnTo>
                  <a:pt x="2527" y="16510"/>
                </a:lnTo>
                <a:lnTo>
                  <a:pt x="2527" y="15240"/>
                </a:lnTo>
                <a:lnTo>
                  <a:pt x="1244" y="15240"/>
                </a:lnTo>
                <a:lnTo>
                  <a:pt x="1244" y="16510"/>
                </a:lnTo>
                <a:lnTo>
                  <a:pt x="0" y="16510"/>
                </a:lnTo>
                <a:lnTo>
                  <a:pt x="0" y="17780"/>
                </a:lnTo>
                <a:lnTo>
                  <a:pt x="54597" y="17780"/>
                </a:lnTo>
                <a:lnTo>
                  <a:pt x="54597" y="16510"/>
                </a:lnTo>
                <a:close/>
              </a:path>
              <a:path w="60959" h="17780">
                <a:moveTo>
                  <a:pt x="55880" y="12700"/>
                </a:moveTo>
                <a:lnTo>
                  <a:pt x="5080" y="12700"/>
                </a:lnTo>
                <a:lnTo>
                  <a:pt x="5080" y="11430"/>
                </a:lnTo>
                <a:lnTo>
                  <a:pt x="3797" y="11430"/>
                </a:lnTo>
                <a:lnTo>
                  <a:pt x="3797" y="15240"/>
                </a:lnTo>
                <a:lnTo>
                  <a:pt x="55880" y="15240"/>
                </a:lnTo>
                <a:lnTo>
                  <a:pt x="55880" y="12700"/>
                </a:lnTo>
                <a:close/>
              </a:path>
              <a:path w="60959" h="17780">
                <a:moveTo>
                  <a:pt x="57150" y="10160"/>
                </a:moveTo>
                <a:lnTo>
                  <a:pt x="7594" y="10160"/>
                </a:lnTo>
                <a:lnTo>
                  <a:pt x="7594" y="8890"/>
                </a:lnTo>
                <a:lnTo>
                  <a:pt x="6350" y="8890"/>
                </a:lnTo>
                <a:lnTo>
                  <a:pt x="6350" y="10160"/>
                </a:lnTo>
                <a:lnTo>
                  <a:pt x="5080" y="10160"/>
                </a:lnTo>
                <a:lnTo>
                  <a:pt x="5080" y="11430"/>
                </a:lnTo>
                <a:lnTo>
                  <a:pt x="57150" y="11430"/>
                </a:lnTo>
                <a:lnTo>
                  <a:pt x="57150" y="10160"/>
                </a:lnTo>
                <a:close/>
              </a:path>
              <a:path w="60959" h="17780">
                <a:moveTo>
                  <a:pt x="58394" y="6350"/>
                </a:moveTo>
                <a:lnTo>
                  <a:pt x="10147" y="6350"/>
                </a:lnTo>
                <a:lnTo>
                  <a:pt x="10147" y="5080"/>
                </a:lnTo>
                <a:lnTo>
                  <a:pt x="8877" y="5080"/>
                </a:lnTo>
                <a:lnTo>
                  <a:pt x="8877" y="6350"/>
                </a:lnTo>
                <a:lnTo>
                  <a:pt x="7594" y="6350"/>
                </a:lnTo>
                <a:lnTo>
                  <a:pt x="7594" y="8890"/>
                </a:lnTo>
                <a:lnTo>
                  <a:pt x="57150" y="8890"/>
                </a:lnTo>
                <a:lnTo>
                  <a:pt x="57150" y="10160"/>
                </a:lnTo>
                <a:lnTo>
                  <a:pt x="58394" y="10160"/>
                </a:lnTo>
                <a:lnTo>
                  <a:pt x="58394" y="6350"/>
                </a:lnTo>
                <a:close/>
              </a:path>
              <a:path w="60959" h="17780">
                <a:moveTo>
                  <a:pt x="59677" y="3810"/>
                </a:moveTo>
                <a:lnTo>
                  <a:pt x="11430" y="3810"/>
                </a:lnTo>
                <a:lnTo>
                  <a:pt x="11430" y="2540"/>
                </a:lnTo>
                <a:lnTo>
                  <a:pt x="10147" y="2540"/>
                </a:lnTo>
                <a:lnTo>
                  <a:pt x="10147" y="5080"/>
                </a:lnTo>
                <a:lnTo>
                  <a:pt x="58394" y="5080"/>
                </a:lnTo>
                <a:lnTo>
                  <a:pt x="58394" y="6350"/>
                </a:lnTo>
                <a:lnTo>
                  <a:pt x="59677" y="6350"/>
                </a:lnTo>
                <a:lnTo>
                  <a:pt x="59677" y="3810"/>
                </a:lnTo>
                <a:close/>
              </a:path>
              <a:path w="60959" h="17780">
                <a:moveTo>
                  <a:pt x="60947" y="0"/>
                </a:moveTo>
                <a:lnTo>
                  <a:pt x="11430" y="0"/>
                </a:lnTo>
                <a:lnTo>
                  <a:pt x="11430" y="2540"/>
                </a:lnTo>
                <a:lnTo>
                  <a:pt x="60947" y="2540"/>
                </a:lnTo>
                <a:lnTo>
                  <a:pt x="60947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7305027" y="1405889"/>
            <a:ext cx="87630" cy="17780"/>
          </a:xfrm>
          <a:custGeom>
            <a:avLst/>
            <a:gdLst/>
            <a:ahLst/>
            <a:cxnLst/>
            <a:rect l="l" t="t" r="r" b="b"/>
            <a:pathLst>
              <a:path w="87629" h="17780">
                <a:moveTo>
                  <a:pt x="82550" y="2540"/>
                </a:moveTo>
                <a:lnTo>
                  <a:pt x="1257" y="2540"/>
                </a:lnTo>
                <a:lnTo>
                  <a:pt x="1257" y="5080"/>
                </a:lnTo>
                <a:lnTo>
                  <a:pt x="82550" y="5080"/>
                </a:lnTo>
                <a:lnTo>
                  <a:pt x="82550" y="2540"/>
                </a:lnTo>
                <a:close/>
              </a:path>
              <a:path w="87629" h="17780">
                <a:moveTo>
                  <a:pt x="82550" y="0"/>
                </a:moveTo>
                <a:lnTo>
                  <a:pt x="0" y="0"/>
                </a:lnTo>
                <a:lnTo>
                  <a:pt x="0" y="2540"/>
                </a:lnTo>
                <a:lnTo>
                  <a:pt x="1257" y="2540"/>
                </a:lnTo>
                <a:lnTo>
                  <a:pt x="1257" y="1270"/>
                </a:lnTo>
                <a:lnTo>
                  <a:pt x="82550" y="1270"/>
                </a:lnTo>
                <a:lnTo>
                  <a:pt x="82550" y="0"/>
                </a:lnTo>
                <a:close/>
              </a:path>
              <a:path w="87629" h="17780">
                <a:moveTo>
                  <a:pt x="83807" y="6350"/>
                </a:moveTo>
                <a:lnTo>
                  <a:pt x="2527" y="6350"/>
                </a:lnTo>
                <a:lnTo>
                  <a:pt x="2527" y="8890"/>
                </a:lnTo>
                <a:lnTo>
                  <a:pt x="3797" y="8890"/>
                </a:lnTo>
                <a:lnTo>
                  <a:pt x="3797" y="7620"/>
                </a:lnTo>
                <a:lnTo>
                  <a:pt x="83807" y="7620"/>
                </a:lnTo>
                <a:lnTo>
                  <a:pt x="83807" y="6350"/>
                </a:lnTo>
                <a:close/>
              </a:path>
              <a:path w="87629" h="17780">
                <a:moveTo>
                  <a:pt x="85077" y="7620"/>
                </a:moveTo>
                <a:lnTo>
                  <a:pt x="83807" y="7620"/>
                </a:lnTo>
                <a:lnTo>
                  <a:pt x="83807" y="8890"/>
                </a:lnTo>
                <a:lnTo>
                  <a:pt x="3797" y="8890"/>
                </a:lnTo>
                <a:lnTo>
                  <a:pt x="3797" y="12700"/>
                </a:lnTo>
                <a:lnTo>
                  <a:pt x="5080" y="12700"/>
                </a:lnTo>
                <a:lnTo>
                  <a:pt x="5080" y="11430"/>
                </a:lnTo>
                <a:lnTo>
                  <a:pt x="85077" y="11430"/>
                </a:lnTo>
                <a:lnTo>
                  <a:pt x="85077" y="7620"/>
                </a:lnTo>
                <a:close/>
              </a:path>
              <a:path w="87629" h="17780">
                <a:moveTo>
                  <a:pt x="86347" y="11430"/>
                </a:moveTo>
                <a:lnTo>
                  <a:pt x="85077" y="11430"/>
                </a:lnTo>
                <a:lnTo>
                  <a:pt x="85077" y="12700"/>
                </a:lnTo>
                <a:lnTo>
                  <a:pt x="5080" y="12700"/>
                </a:lnTo>
                <a:lnTo>
                  <a:pt x="5080" y="13970"/>
                </a:lnTo>
                <a:lnTo>
                  <a:pt x="86347" y="13970"/>
                </a:lnTo>
                <a:lnTo>
                  <a:pt x="86347" y="11430"/>
                </a:lnTo>
                <a:close/>
              </a:path>
              <a:path w="87629" h="17780">
                <a:moveTo>
                  <a:pt x="87630" y="15240"/>
                </a:moveTo>
                <a:lnTo>
                  <a:pt x="6350" y="15240"/>
                </a:lnTo>
                <a:lnTo>
                  <a:pt x="6350" y="17780"/>
                </a:lnTo>
                <a:lnTo>
                  <a:pt x="87630" y="17780"/>
                </a:lnTo>
                <a:lnTo>
                  <a:pt x="87630" y="1524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7951458" y="1405887"/>
            <a:ext cx="49530" cy="1270"/>
          </a:xfrm>
          <a:custGeom>
            <a:avLst/>
            <a:gdLst/>
            <a:ahLst/>
            <a:cxnLst/>
            <a:rect l="l" t="t" r="r" b="b"/>
            <a:pathLst>
              <a:path w="49529" h="1269">
                <a:moveTo>
                  <a:pt x="49524" y="1269"/>
                </a:moveTo>
                <a:lnTo>
                  <a:pt x="0" y="1269"/>
                </a:lnTo>
                <a:lnTo>
                  <a:pt x="0" y="0"/>
                </a:lnTo>
                <a:lnTo>
                  <a:pt x="49524" y="0"/>
                </a:lnTo>
                <a:lnTo>
                  <a:pt x="49524" y="1269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7303760" y="1402077"/>
            <a:ext cx="82550" cy="2540"/>
          </a:xfrm>
          <a:custGeom>
            <a:avLst/>
            <a:gdLst/>
            <a:ahLst/>
            <a:cxnLst/>
            <a:rect l="l" t="t" r="r" b="b"/>
            <a:pathLst>
              <a:path w="82550" h="2540">
                <a:moveTo>
                  <a:pt x="82549" y="2539"/>
                </a:moveTo>
                <a:lnTo>
                  <a:pt x="0" y="2539"/>
                </a:lnTo>
                <a:lnTo>
                  <a:pt x="0" y="0"/>
                </a:lnTo>
                <a:lnTo>
                  <a:pt x="82549" y="0"/>
                </a:lnTo>
                <a:lnTo>
                  <a:pt x="82549" y="2539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7952733" y="1402077"/>
            <a:ext cx="49530" cy="2540"/>
          </a:xfrm>
          <a:custGeom>
            <a:avLst/>
            <a:gdLst/>
            <a:ahLst/>
            <a:cxnLst/>
            <a:rect l="l" t="t" r="r" b="b"/>
            <a:pathLst>
              <a:path w="49529" h="2540">
                <a:moveTo>
                  <a:pt x="49524" y="2539"/>
                </a:moveTo>
                <a:lnTo>
                  <a:pt x="0" y="2539"/>
                </a:lnTo>
                <a:lnTo>
                  <a:pt x="0" y="0"/>
                </a:lnTo>
                <a:lnTo>
                  <a:pt x="49524" y="0"/>
                </a:lnTo>
                <a:lnTo>
                  <a:pt x="49524" y="2539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7302475" y="1394459"/>
            <a:ext cx="82550" cy="6350"/>
          </a:xfrm>
          <a:custGeom>
            <a:avLst/>
            <a:gdLst/>
            <a:ahLst/>
            <a:cxnLst/>
            <a:rect l="l" t="t" r="r" b="b"/>
            <a:pathLst>
              <a:path w="82550" h="6350">
                <a:moveTo>
                  <a:pt x="81280" y="0"/>
                </a:moveTo>
                <a:lnTo>
                  <a:pt x="80010" y="0"/>
                </a:lnTo>
                <a:lnTo>
                  <a:pt x="80010" y="1270"/>
                </a:lnTo>
                <a:lnTo>
                  <a:pt x="0" y="1270"/>
                </a:lnTo>
                <a:lnTo>
                  <a:pt x="0" y="3810"/>
                </a:lnTo>
                <a:lnTo>
                  <a:pt x="81280" y="3810"/>
                </a:lnTo>
                <a:lnTo>
                  <a:pt x="81280" y="0"/>
                </a:lnTo>
                <a:close/>
              </a:path>
              <a:path w="82550" h="6350">
                <a:moveTo>
                  <a:pt x="82550" y="3810"/>
                </a:moveTo>
                <a:lnTo>
                  <a:pt x="81280" y="3810"/>
                </a:lnTo>
                <a:lnTo>
                  <a:pt x="81280" y="5080"/>
                </a:lnTo>
                <a:lnTo>
                  <a:pt x="1282" y="5080"/>
                </a:lnTo>
                <a:lnTo>
                  <a:pt x="1282" y="6350"/>
                </a:lnTo>
                <a:lnTo>
                  <a:pt x="82550" y="6350"/>
                </a:lnTo>
                <a:lnTo>
                  <a:pt x="82550" y="381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7953972" y="1394459"/>
            <a:ext cx="52705" cy="6350"/>
          </a:xfrm>
          <a:custGeom>
            <a:avLst/>
            <a:gdLst/>
            <a:ahLst/>
            <a:cxnLst/>
            <a:rect l="l" t="t" r="r" b="b"/>
            <a:pathLst>
              <a:path w="52704" h="6350">
                <a:moveTo>
                  <a:pt x="49555" y="5080"/>
                </a:moveTo>
                <a:lnTo>
                  <a:pt x="1282" y="5080"/>
                </a:lnTo>
                <a:lnTo>
                  <a:pt x="1282" y="3810"/>
                </a:lnTo>
                <a:lnTo>
                  <a:pt x="0" y="3810"/>
                </a:lnTo>
                <a:lnTo>
                  <a:pt x="0" y="6350"/>
                </a:lnTo>
                <a:lnTo>
                  <a:pt x="49555" y="6350"/>
                </a:lnTo>
                <a:lnTo>
                  <a:pt x="49555" y="5080"/>
                </a:lnTo>
                <a:close/>
              </a:path>
              <a:path w="52704" h="6350">
                <a:moveTo>
                  <a:pt x="50800" y="1270"/>
                </a:moveTo>
                <a:lnTo>
                  <a:pt x="1282" y="1270"/>
                </a:lnTo>
                <a:lnTo>
                  <a:pt x="1282" y="3810"/>
                </a:lnTo>
                <a:lnTo>
                  <a:pt x="49555" y="3810"/>
                </a:lnTo>
                <a:lnTo>
                  <a:pt x="49555" y="5080"/>
                </a:lnTo>
                <a:lnTo>
                  <a:pt x="50800" y="5080"/>
                </a:lnTo>
                <a:lnTo>
                  <a:pt x="50800" y="1270"/>
                </a:lnTo>
                <a:close/>
              </a:path>
              <a:path w="52704" h="6350">
                <a:moveTo>
                  <a:pt x="52082" y="0"/>
                </a:moveTo>
                <a:lnTo>
                  <a:pt x="50800" y="0"/>
                </a:lnTo>
                <a:lnTo>
                  <a:pt x="50800" y="1270"/>
                </a:lnTo>
                <a:lnTo>
                  <a:pt x="52082" y="1270"/>
                </a:lnTo>
                <a:lnTo>
                  <a:pt x="52082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7896822" y="1478279"/>
            <a:ext cx="69215" cy="3810"/>
          </a:xfrm>
          <a:custGeom>
            <a:avLst/>
            <a:gdLst/>
            <a:ahLst/>
            <a:cxnLst/>
            <a:rect l="l" t="t" r="r" b="b"/>
            <a:pathLst>
              <a:path w="69215" h="3809">
                <a:moveTo>
                  <a:pt x="1282" y="2540"/>
                </a:moveTo>
                <a:lnTo>
                  <a:pt x="0" y="2540"/>
                </a:lnTo>
                <a:lnTo>
                  <a:pt x="0" y="3810"/>
                </a:lnTo>
                <a:lnTo>
                  <a:pt x="1282" y="3810"/>
                </a:lnTo>
                <a:lnTo>
                  <a:pt x="1282" y="2540"/>
                </a:lnTo>
                <a:close/>
              </a:path>
              <a:path w="69215" h="3809">
                <a:moveTo>
                  <a:pt x="68605" y="0"/>
                </a:moveTo>
                <a:lnTo>
                  <a:pt x="2552" y="0"/>
                </a:lnTo>
                <a:lnTo>
                  <a:pt x="2552" y="2540"/>
                </a:lnTo>
                <a:lnTo>
                  <a:pt x="68605" y="2540"/>
                </a:lnTo>
                <a:lnTo>
                  <a:pt x="68605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8605507" y="1480816"/>
            <a:ext cx="5080" cy="1270"/>
          </a:xfrm>
          <a:custGeom>
            <a:avLst/>
            <a:gdLst/>
            <a:ahLst/>
            <a:cxnLst/>
            <a:rect l="l" t="t" r="r" b="b"/>
            <a:pathLst>
              <a:path w="5079" h="1269">
                <a:moveTo>
                  <a:pt x="5074" y="1269"/>
                </a:moveTo>
                <a:lnTo>
                  <a:pt x="0" y="1269"/>
                </a:lnTo>
                <a:lnTo>
                  <a:pt x="0" y="0"/>
                </a:lnTo>
                <a:lnTo>
                  <a:pt x="5074" y="0"/>
                </a:lnTo>
                <a:lnTo>
                  <a:pt x="5074" y="1269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8614372" y="1437639"/>
            <a:ext cx="209550" cy="44450"/>
          </a:xfrm>
          <a:custGeom>
            <a:avLst/>
            <a:gdLst/>
            <a:ahLst/>
            <a:cxnLst/>
            <a:rect l="l" t="t" r="r" b="b"/>
            <a:pathLst>
              <a:path w="209550" h="44450">
                <a:moveTo>
                  <a:pt x="20332" y="36830"/>
                </a:moveTo>
                <a:lnTo>
                  <a:pt x="15252" y="36830"/>
                </a:lnTo>
                <a:lnTo>
                  <a:pt x="15252" y="38100"/>
                </a:lnTo>
                <a:lnTo>
                  <a:pt x="20332" y="38100"/>
                </a:lnTo>
                <a:lnTo>
                  <a:pt x="20332" y="36830"/>
                </a:lnTo>
                <a:close/>
              </a:path>
              <a:path w="209550" h="44450">
                <a:moveTo>
                  <a:pt x="45732" y="30480"/>
                </a:moveTo>
                <a:lnTo>
                  <a:pt x="40652" y="30480"/>
                </a:lnTo>
                <a:lnTo>
                  <a:pt x="40652" y="31750"/>
                </a:lnTo>
                <a:lnTo>
                  <a:pt x="45732" y="31750"/>
                </a:lnTo>
                <a:lnTo>
                  <a:pt x="45732" y="30480"/>
                </a:lnTo>
                <a:close/>
              </a:path>
              <a:path w="209550" h="44450">
                <a:moveTo>
                  <a:pt x="69850" y="24130"/>
                </a:moveTo>
                <a:lnTo>
                  <a:pt x="64782" y="24130"/>
                </a:lnTo>
                <a:lnTo>
                  <a:pt x="64782" y="25400"/>
                </a:lnTo>
                <a:lnTo>
                  <a:pt x="69850" y="25400"/>
                </a:lnTo>
                <a:lnTo>
                  <a:pt x="69850" y="24130"/>
                </a:lnTo>
                <a:close/>
              </a:path>
              <a:path w="209550" h="44450">
                <a:moveTo>
                  <a:pt x="138455" y="38112"/>
                </a:moveTo>
                <a:lnTo>
                  <a:pt x="10185" y="38112"/>
                </a:lnTo>
                <a:lnTo>
                  <a:pt x="10185" y="39370"/>
                </a:lnTo>
                <a:lnTo>
                  <a:pt x="5105" y="39370"/>
                </a:lnTo>
                <a:lnTo>
                  <a:pt x="5105" y="40640"/>
                </a:lnTo>
                <a:lnTo>
                  <a:pt x="0" y="40640"/>
                </a:lnTo>
                <a:lnTo>
                  <a:pt x="0" y="43180"/>
                </a:lnTo>
                <a:lnTo>
                  <a:pt x="129552" y="43180"/>
                </a:lnTo>
                <a:lnTo>
                  <a:pt x="129552" y="44450"/>
                </a:lnTo>
                <a:lnTo>
                  <a:pt x="132105" y="44450"/>
                </a:lnTo>
                <a:lnTo>
                  <a:pt x="132105" y="43180"/>
                </a:lnTo>
                <a:lnTo>
                  <a:pt x="133350" y="43180"/>
                </a:lnTo>
                <a:lnTo>
                  <a:pt x="133350" y="40640"/>
                </a:lnTo>
                <a:lnTo>
                  <a:pt x="10185" y="40640"/>
                </a:lnTo>
                <a:lnTo>
                  <a:pt x="10185" y="39382"/>
                </a:lnTo>
                <a:lnTo>
                  <a:pt x="135902" y="39382"/>
                </a:lnTo>
                <a:lnTo>
                  <a:pt x="135902" y="40652"/>
                </a:lnTo>
                <a:lnTo>
                  <a:pt x="138455" y="40652"/>
                </a:lnTo>
                <a:lnTo>
                  <a:pt x="138455" y="39382"/>
                </a:lnTo>
                <a:lnTo>
                  <a:pt x="138455" y="38112"/>
                </a:lnTo>
                <a:close/>
              </a:path>
              <a:path w="209550" h="44450">
                <a:moveTo>
                  <a:pt x="149885" y="31762"/>
                </a:moveTo>
                <a:lnTo>
                  <a:pt x="35585" y="31762"/>
                </a:lnTo>
                <a:lnTo>
                  <a:pt x="35585" y="33020"/>
                </a:lnTo>
                <a:lnTo>
                  <a:pt x="30505" y="33020"/>
                </a:lnTo>
                <a:lnTo>
                  <a:pt x="30505" y="34290"/>
                </a:lnTo>
                <a:lnTo>
                  <a:pt x="25400" y="34290"/>
                </a:lnTo>
                <a:lnTo>
                  <a:pt x="25400" y="36830"/>
                </a:lnTo>
                <a:lnTo>
                  <a:pt x="140982" y="36830"/>
                </a:lnTo>
                <a:lnTo>
                  <a:pt x="140982" y="38100"/>
                </a:lnTo>
                <a:lnTo>
                  <a:pt x="143535" y="38100"/>
                </a:lnTo>
                <a:lnTo>
                  <a:pt x="143535" y="36830"/>
                </a:lnTo>
                <a:lnTo>
                  <a:pt x="146050" y="36830"/>
                </a:lnTo>
                <a:lnTo>
                  <a:pt x="146050" y="34290"/>
                </a:lnTo>
                <a:lnTo>
                  <a:pt x="35585" y="34290"/>
                </a:lnTo>
                <a:lnTo>
                  <a:pt x="35585" y="33032"/>
                </a:lnTo>
                <a:lnTo>
                  <a:pt x="148602" y="33032"/>
                </a:lnTo>
                <a:lnTo>
                  <a:pt x="148602" y="34302"/>
                </a:lnTo>
                <a:lnTo>
                  <a:pt x="149885" y="34302"/>
                </a:lnTo>
                <a:lnTo>
                  <a:pt x="149885" y="33032"/>
                </a:lnTo>
                <a:lnTo>
                  <a:pt x="149885" y="31762"/>
                </a:lnTo>
                <a:close/>
              </a:path>
              <a:path w="209550" h="44450">
                <a:moveTo>
                  <a:pt x="162585" y="25412"/>
                </a:moveTo>
                <a:lnTo>
                  <a:pt x="59702" y="25412"/>
                </a:lnTo>
                <a:lnTo>
                  <a:pt x="59702" y="26670"/>
                </a:lnTo>
                <a:lnTo>
                  <a:pt x="54635" y="26670"/>
                </a:lnTo>
                <a:lnTo>
                  <a:pt x="54635" y="27940"/>
                </a:lnTo>
                <a:lnTo>
                  <a:pt x="50800" y="27940"/>
                </a:lnTo>
                <a:lnTo>
                  <a:pt x="50800" y="30480"/>
                </a:lnTo>
                <a:lnTo>
                  <a:pt x="152400" y="30480"/>
                </a:lnTo>
                <a:lnTo>
                  <a:pt x="152400" y="31750"/>
                </a:lnTo>
                <a:lnTo>
                  <a:pt x="154952" y="31750"/>
                </a:lnTo>
                <a:lnTo>
                  <a:pt x="154952" y="30480"/>
                </a:lnTo>
                <a:lnTo>
                  <a:pt x="157505" y="30480"/>
                </a:lnTo>
                <a:lnTo>
                  <a:pt x="157505" y="27940"/>
                </a:lnTo>
                <a:lnTo>
                  <a:pt x="59702" y="27940"/>
                </a:lnTo>
                <a:lnTo>
                  <a:pt x="59702" y="26682"/>
                </a:lnTo>
                <a:lnTo>
                  <a:pt x="160032" y="26682"/>
                </a:lnTo>
                <a:lnTo>
                  <a:pt x="160032" y="27952"/>
                </a:lnTo>
                <a:lnTo>
                  <a:pt x="162585" y="27952"/>
                </a:lnTo>
                <a:lnTo>
                  <a:pt x="162585" y="26682"/>
                </a:lnTo>
                <a:lnTo>
                  <a:pt x="162585" y="25412"/>
                </a:lnTo>
                <a:close/>
              </a:path>
              <a:path w="209550" h="44450">
                <a:moveTo>
                  <a:pt x="168935" y="21590"/>
                </a:moveTo>
                <a:lnTo>
                  <a:pt x="85102" y="21590"/>
                </a:lnTo>
                <a:lnTo>
                  <a:pt x="85102" y="20320"/>
                </a:lnTo>
                <a:lnTo>
                  <a:pt x="80035" y="20320"/>
                </a:lnTo>
                <a:lnTo>
                  <a:pt x="80035" y="21590"/>
                </a:lnTo>
                <a:lnTo>
                  <a:pt x="74955" y="21590"/>
                </a:lnTo>
                <a:lnTo>
                  <a:pt x="74955" y="24130"/>
                </a:lnTo>
                <a:lnTo>
                  <a:pt x="165100" y="24130"/>
                </a:lnTo>
                <a:lnTo>
                  <a:pt x="165100" y="25400"/>
                </a:lnTo>
                <a:lnTo>
                  <a:pt x="167652" y="25400"/>
                </a:lnTo>
                <a:lnTo>
                  <a:pt x="167652" y="24130"/>
                </a:lnTo>
                <a:lnTo>
                  <a:pt x="168935" y="24130"/>
                </a:lnTo>
                <a:lnTo>
                  <a:pt x="168935" y="21590"/>
                </a:lnTo>
                <a:close/>
              </a:path>
              <a:path w="209550" h="44450">
                <a:moveTo>
                  <a:pt x="174002" y="19050"/>
                </a:moveTo>
                <a:lnTo>
                  <a:pt x="95250" y="19050"/>
                </a:lnTo>
                <a:lnTo>
                  <a:pt x="95250" y="17780"/>
                </a:lnTo>
                <a:lnTo>
                  <a:pt x="90182" y="17780"/>
                </a:lnTo>
                <a:lnTo>
                  <a:pt x="90182" y="19050"/>
                </a:lnTo>
                <a:lnTo>
                  <a:pt x="85102" y="19050"/>
                </a:lnTo>
                <a:lnTo>
                  <a:pt x="85102" y="20320"/>
                </a:lnTo>
                <a:lnTo>
                  <a:pt x="171450" y="20320"/>
                </a:lnTo>
                <a:lnTo>
                  <a:pt x="171450" y="21590"/>
                </a:lnTo>
                <a:lnTo>
                  <a:pt x="174002" y="21590"/>
                </a:lnTo>
                <a:lnTo>
                  <a:pt x="174002" y="19050"/>
                </a:lnTo>
                <a:close/>
              </a:path>
              <a:path w="209550" h="44450">
                <a:moveTo>
                  <a:pt x="181635" y="15240"/>
                </a:moveTo>
                <a:lnTo>
                  <a:pt x="107950" y="15240"/>
                </a:lnTo>
                <a:lnTo>
                  <a:pt x="107950" y="13970"/>
                </a:lnTo>
                <a:lnTo>
                  <a:pt x="105435" y="13970"/>
                </a:lnTo>
                <a:lnTo>
                  <a:pt x="105435" y="15240"/>
                </a:lnTo>
                <a:lnTo>
                  <a:pt x="100355" y="15240"/>
                </a:lnTo>
                <a:lnTo>
                  <a:pt x="100355" y="17780"/>
                </a:lnTo>
                <a:lnTo>
                  <a:pt x="176555" y="17780"/>
                </a:lnTo>
                <a:lnTo>
                  <a:pt x="176555" y="19050"/>
                </a:lnTo>
                <a:lnTo>
                  <a:pt x="179082" y="19050"/>
                </a:lnTo>
                <a:lnTo>
                  <a:pt x="179082" y="17780"/>
                </a:lnTo>
                <a:lnTo>
                  <a:pt x="181635" y="17780"/>
                </a:lnTo>
                <a:lnTo>
                  <a:pt x="181635" y="15240"/>
                </a:lnTo>
                <a:close/>
              </a:path>
              <a:path w="209550" h="44450">
                <a:moveTo>
                  <a:pt x="185432" y="12700"/>
                </a:moveTo>
                <a:lnTo>
                  <a:pt x="115582" y="12700"/>
                </a:lnTo>
                <a:lnTo>
                  <a:pt x="115582" y="11430"/>
                </a:lnTo>
                <a:lnTo>
                  <a:pt x="111785" y="11430"/>
                </a:lnTo>
                <a:lnTo>
                  <a:pt x="111785" y="12700"/>
                </a:lnTo>
                <a:lnTo>
                  <a:pt x="107950" y="12700"/>
                </a:lnTo>
                <a:lnTo>
                  <a:pt x="107950" y="13970"/>
                </a:lnTo>
                <a:lnTo>
                  <a:pt x="184150" y="13970"/>
                </a:lnTo>
                <a:lnTo>
                  <a:pt x="184150" y="15240"/>
                </a:lnTo>
                <a:lnTo>
                  <a:pt x="185432" y="15240"/>
                </a:lnTo>
                <a:lnTo>
                  <a:pt x="185432" y="12700"/>
                </a:lnTo>
                <a:close/>
              </a:path>
              <a:path w="209550" h="44450">
                <a:moveTo>
                  <a:pt x="193052" y="8890"/>
                </a:moveTo>
                <a:lnTo>
                  <a:pt x="124485" y="8890"/>
                </a:lnTo>
                <a:lnTo>
                  <a:pt x="124485" y="7620"/>
                </a:lnTo>
                <a:lnTo>
                  <a:pt x="120650" y="7620"/>
                </a:lnTo>
                <a:lnTo>
                  <a:pt x="120650" y="8890"/>
                </a:lnTo>
                <a:lnTo>
                  <a:pt x="118135" y="8890"/>
                </a:lnTo>
                <a:lnTo>
                  <a:pt x="118135" y="11430"/>
                </a:lnTo>
                <a:lnTo>
                  <a:pt x="187985" y="11430"/>
                </a:lnTo>
                <a:lnTo>
                  <a:pt x="187985" y="12700"/>
                </a:lnTo>
                <a:lnTo>
                  <a:pt x="190500" y="12700"/>
                </a:lnTo>
                <a:lnTo>
                  <a:pt x="190500" y="11430"/>
                </a:lnTo>
                <a:lnTo>
                  <a:pt x="193052" y="11430"/>
                </a:lnTo>
                <a:lnTo>
                  <a:pt x="193052" y="8890"/>
                </a:lnTo>
                <a:close/>
              </a:path>
              <a:path w="209550" h="44450">
                <a:moveTo>
                  <a:pt x="198132" y="6350"/>
                </a:moveTo>
                <a:lnTo>
                  <a:pt x="130835" y="6350"/>
                </a:lnTo>
                <a:lnTo>
                  <a:pt x="130835" y="5080"/>
                </a:lnTo>
                <a:lnTo>
                  <a:pt x="127000" y="5080"/>
                </a:lnTo>
                <a:lnTo>
                  <a:pt x="127000" y="6350"/>
                </a:lnTo>
                <a:lnTo>
                  <a:pt x="124485" y="6350"/>
                </a:lnTo>
                <a:lnTo>
                  <a:pt x="124485" y="7620"/>
                </a:lnTo>
                <a:lnTo>
                  <a:pt x="195605" y="7620"/>
                </a:lnTo>
                <a:lnTo>
                  <a:pt x="195605" y="8890"/>
                </a:lnTo>
                <a:lnTo>
                  <a:pt x="198132" y="8890"/>
                </a:lnTo>
                <a:lnTo>
                  <a:pt x="198132" y="6350"/>
                </a:lnTo>
                <a:close/>
              </a:path>
              <a:path w="209550" h="44450">
                <a:moveTo>
                  <a:pt x="204482" y="2540"/>
                </a:moveTo>
                <a:lnTo>
                  <a:pt x="139700" y="2540"/>
                </a:lnTo>
                <a:lnTo>
                  <a:pt x="139700" y="1270"/>
                </a:lnTo>
                <a:lnTo>
                  <a:pt x="135902" y="1270"/>
                </a:lnTo>
                <a:lnTo>
                  <a:pt x="135902" y="2540"/>
                </a:lnTo>
                <a:lnTo>
                  <a:pt x="133350" y="2540"/>
                </a:lnTo>
                <a:lnTo>
                  <a:pt x="133350" y="5080"/>
                </a:lnTo>
                <a:lnTo>
                  <a:pt x="200685" y="5080"/>
                </a:lnTo>
                <a:lnTo>
                  <a:pt x="200685" y="6350"/>
                </a:lnTo>
                <a:lnTo>
                  <a:pt x="203200" y="6350"/>
                </a:lnTo>
                <a:lnTo>
                  <a:pt x="203200" y="5080"/>
                </a:lnTo>
                <a:lnTo>
                  <a:pt x="204482" y="5080"/>
                </a:lnTo>
                <a:lnTo>
                  <a:pt x="204482" y="2540"/>
                </a:lnTo>
                <a:close/>
              </a:path>
              <a:path w="209550" h="44450">
                <a:moveTo>
                  <a:pt x="209550" y="0"/>
                </a:moveTo>
                <a:lnTo>
                  <a:pt x="139700" y="0"/>
                </a:lnTo>
                <a:lnTo>
                  <a:pt x="139700" y="1270"/>
                </a:lnTo>
                <a:lnTo>
                  <a:pt x="207035" y="1270"/>
                </a:lnTo>
                <a:lnTo>
                  <a:pt x="207035" y="2540"/>
                </a:lnTo>
                <a:lnTo>
                  <a:pt x="209550" y="2540"/>
                </a:lnTo>
                <a:lnTo>
                  <a:pt x="209550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7325335" y="1465579"/>
            <a:ext cx="90170" cy="15240"/>
          </a:xfrm>
          <a:custGeom>
            <a:avLst/>
            <a:gdLst/>
            <a:ahLst/>
            <a:cxnLst/>
            <a:rect l="l" t="t" r="r" b="b"/>
            <a:pathLst>
              <a:path w="90170" h="15240">
                <a:moveTo>
                  <a:pt x="85090" y="0"/>
                </a:moveTo>
                <a:lnTo>
                  <a:pt x="0" y="0"/>
                </a:lnTo>
                <a:lnTo>
                  <a:pt x="0" y="2540"/>
                </a:lnTo>
                <a:lnTo>
                  <a:pt x="85090" y="2540"/>
                </a:lnTo>
                <a:lnTo>
                  <a:pt x="85090" y="0"/>
                </a:lnTo>
                <a:close/>
              </a:path>
              <a:path w="90170" h="15240">
                <a:moveTo>
                  <a:pt x="86372" y="2540"/>
                </a:moveTo>
                <a:lnTo>
                  <a:pt x="85090" y="2540"/>
                </a:lnTo>
                <a:lnTo>
                  <a:pt x="85090" y="3810"/>
                </a:lnTo>
                <a:lnTo>
                  <a:pt x="1270" y="3810"/>
                </a:lnTo>
                <a:lnTo>
                  <a:pt x="1270" y="6350"/>
                </a:lnTo>
                <a:lnTo>
                  <a:pt x="2540" y="6350"/>
                </a:lnTo>
                <a:lnTo>
                  <a:pt x="2540" y="5080"/>
                </a:lnTo>
                <a:lnTo>
                  <a:pt x="86372" y="5080"/>
                </a:lnTo>
                <a:lnTo>
                  <a:pt x="86372" y="2540"/>
                </a:lnTo>
                <a:close/>
              </a:path>
              <a:path w="90170" h="15240">
                <a:moveTo>
                  <a:pt x="87642" y="5080"/>
                </a:moveTo>
                <a:lnTo>
                  <a:pt x="86372" y="5080"/>
                </a:lnTo>
                <a:lnTo>
                  <a:pt x="86372" y="6350"/>
                </a:lnTo>
                <a:lnTo>
                  <a:pt x="2540" y="6350"/>
                </a:lnTo>
                <a:lnTo>
                  <a:pt x="2540" y="10160"/>
                </a:lnTo>
                <a:lnTo>
                  <a:pt x="3822" y="10160"/>
                </a:lnTo>
                <a:lnTo>
                  <a:pt x="3822" y="8890"/>
                </a:lnTo>
                <a:lnTo>
                  <a:pt x="87642" y="8890"/>
                </a:lnTo>
                <a:lnTo>
                  <a:pt x="87642" y="5080"/>
                </a:lnTo>
                <a:close/>
              </a:path>
              <a:path w="90170" h="15240">
                <a:moveTo>
                  <a:pt x="90170" y="12700"/>
                </a:moveTo>
                <a:lnTo>
                  <a:pt x="5092" y="12700"/>
                </a:lnTo>
                <a:lnTo>
                  <a:pt x="5092" y="15240"/>
                </a:lnTo>
                <a:lnTo>
                  <a:pt x="90170" y="15240"/>
                </a:lnTo>
                <a:lnTo>
                  <a:pt x="90170" y="12700"/>
                </a:lnTo>
                <a:close/>
              </a:path>
              <a:path w="90170" h="15240">
                <a:moveTo>
                  <a:pt x="90170" y="10160"/>
                </a:moveTo>
                <a:lnTo>
                  <a:pt x="3822" y="10160"/>
                </a:lnTo>
                <a:lnTo>
                  <a:pt x="3822" y="11430"/>
                </a:lnTo>
                <a:lnTo>
                  <a:pt x="90170" y="11430"/>
                </a:lnTo>
                <a:lnTo>
                  <a:pt x="90170" y="1016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7900658" y="1437639"/>
            <a:ext cx="90170" cy="39370"/>
          </a:xfrm>
          <a:custGeom>
            <a:avLst/>
            <a:gdLst/>
            <a:ahLst/>
            <a:cxnLst/>
            <a:rect l="l" t="t" r="r" b="b"/>
            <a:pathLst>
              <a:path w="90170" h="39369">
                <a:moveTo>
                  <a:pt x="66014" y="38100"/>
                </a:moveTo>
                <a:lnTo>
                  <a:pt x="2514" y="38100"/>
                </a:lnTo>
                <a:lnTo>
                  <a:pt x="2514" y="36830"/>
                </a:lnTo>
                <a:lnTo>
                  <a:pt x="1270" y="36830"/>
                </a:lnTo>
                <a:lnTo>
                  <a:pt x="1270" y="38100"/>
                </a:lnTo>
                <a:lnTo>
                  <a:pt x="0" y="38100"/>
                </a:lnTo>
                <a:lnTo>
                  <a:pt x="0" y="39370"/>
                </a:lnTo>
                <a:lnTo>
                  <a:pt x="66014" y="39370"/>
                </a:lnTo>
                <a:lnTo>
                  <a:pt x="66014" y="38100"/>
                </a:lnTo>
                <a:close/>
              </a:path>
              <a:path w="90170" h="39369">
                <a:moveTo>
                  <a:pt x="68567" y="34290"/>
                </a:moveTo>
                <a:lnTo>
                  <a:pt x="3797" y="34290"/>
                </a:lnTo>
                <a:lnTo>
                  <a:pt x="3797" y="36830"/>
                </a:lnTo>
                <a:lnTo>
                  <a:pt x="67297" y="36830"/>
                </a:lnTo>
                <a:lnTo>
                  <a:pt x="67297" y="38100"/>
                </a:lnTo>
                <a:lnTo>
                  <a:pt x="68567" y="38100"/>
                </a:lnTo>
                <a:lnTo>
                  <a:pt x="68567" y="34290"/>
                </a:lnTo>
                <a:close/>
              </a:path>
              <a:path w="90170" h="39369">
                <a:moveTo>
                  <a:pt x="71120" y="31750"/>
                </a:moveTo>
                <a:lnTo>
                  <a:pt x="7620" y="31750"/>
                </a:lnTo>
                <a:lnTo>
                  <a:pt x="7620" y="30480"/>
                </a:lnTo>
                <a:lnTo>
                  <a:pt x="6350" y="30480"/>
                </a:lnTo>
                <a:lnTo>
                  <a:pt x="6350" y="31750"/>
                </a:lnTo>
                <a:lnTo>
                  <a:pt x="5067" y="31750"/>
                </a:lnTo>
                <a:lnTo>
                  <a:pt x="5067" y="33020"/>
                </a:lnTo>
                <a:lnTo>
                  <a:pt x="69850" y="33020"/>
                </a:lnTo>
                <a:lnTo>
                  <a:pt x="69850" y="34290"/>
                </a:lnTo>
                <a:lnTo>
                  <a:pt x="71120" y="34290"/>
                </a:lnTo>
                <a:lnTo>
                  <a:pt x="71120" y="31750"/>
                </a:lnTo>
                <a:close/>
              </a:path>
              <a:path w="90170" h="39369">
                <a:moveTo>
                  <a:pt x="72364" y="27940"/>
                </a:moveTo>
                <a:lnTo>
                  <a:pt x="10147" y="27940"/>
                </a:lnTo>
                <a:lnTo>
                  <a:pt x="10147" y="26670"/>
                </a:lnTo>
                <a:lnTo>
                  <a:pt x="8864" y="26670"/>
                </a:lnTo>
                <a:lnTo>
                  <a:pt x="8864" y="30480"/>
                </a:lnTo>
                <a:lnTo>
                  <a:pt x="71120" y="30480"/>
                </a:lnTo>
                <a:lnTo>
                  <a:pt x="71120" y="31750"/>
                </a:lnTo>
                <a:lnTo>
                  <a:pt x="72364" y="31750"/>
                </a:lnTo>
                <a:lnTo>
                  <a:pt x="72364" y="27940"/>
                </a:lnTo>
                <a:close/>
              </a:path>
              <a:path w="90170" h="39369">
                <a:moveTo>
                  <a:pt x="74917" y="25400"/>
                </a:moveTo>
                <a:lnTo>
                  <a:pt x="12700" y="25400"/>
                </a:lnTo>
                <a:lnTo>
                  <a:pt x="12700" y="24130"/>
                </a:lnTo>
                <a:lnTo>
                  <a:pt x="11417" y="24130"/>
                </a:lnTo>
                <a:lnTo>
                  <a:pt x="11417" y="25400"/>
                </a:lnTo>
                <a:lnTo>
                  <a:pt x="10147" y="25400"/>
                </a:lnTo>
                <a:lnTo>
                  <a:pt x="10147" y="26670"/>
                </a:lnTo>
                <a:lnTo>
                  <a:pt x="73647" y="26670"/>
                </a:lnTo>
                <a:lnTo>
                  <a:pt x="73647" y="27940"/>
                </a:lnTo>
                <a:lnTo>
                  <a:pt x="74917" y="27940"/>
                </a:lnTo>
                <a:lnTo>
                  <a:pt x="74917" y="25400"/>
                </a:lnTo>
                <a:close/>
              </a:path>
              <a:path w="90170" h="39369">
                <a:moveTo>
                  <a:pt x="77470" y="21590"/>
                </a:moveTo>
                <a:lnTo>
                  <a:pt x="15214" y="21590"/>
                </a:lnTo>
                <a:lnTo>
                  <a:pt x="15214" y="20320"/>
                </a:lnTo>
                <a:lnTo>
                  <a:pt x="13970" y="20320"/>
                </a:lnTo>
                <a:lnTo>
                  <a:pt x="13970" y="24130"/>
                </a:lnTo>
                <a:lnTo>
                  <a:pt x="74917" y="24130"/>
                </a:lnTo>
                <a:lnTo>
                  <a:pt x="74917" y="25400"/>
                </a:lnTo>
                <a:lnTo>
                  <a:pt x="76200" y="25400"/>
                </a:lnTo>
                <a:lnTo>
                  <a:pt x="76200" y="24130"/>
                </a:lnTo>
                <a:lnTo>
                  <a:pt x="77470" y="24130"/>
                </a:lnTo>
                <a:lnTo>
                  <a:pt x="77470" y="21590"/>
                </a:lnTo>
                <a:close/>
              </a:path>
              <a:path w="90170" h="39369">
                <a:moveTo>
                  <a:pt x="78714" y="19050"/>
                </a:moveTo>
                <a:lnTo>
                  <a:pt x="17767" y="19050"/>
                </a:lnTo>
                <a:lnTo>
                  <a:pt x="17767" y="17780"/>
                </a:lnTo>
                <a:lnTo>
                  <a:pt x="16497" y="17780"/>
                </a:lnTo>
                <a:lnTo>
                  <a:pt x="16497" y="19050"/>
                </a:lnTo>
                <a:lnTo>
                  <a:pt x="15214" y="19050"/>
                </a:lnTo>
                <a:lnTo>
                  <a:pt x="15214" y="20320"/>
                </a:lnTo>
                <a:lnTo>
                  <a:pt x="77470" y="20320"/>
                </a:lnTo>
                <a:lnTo>
                  <a:pt x="77470" y="21590"/>
                </a:lnTo>
                <a:lnTo>
                  <a:pt x="78714" y="21590"/>
                </a:lnTo>
                <a:lnTo>
                  <a:pt x="78714" y="19050"/>
                </a:lnTo>
                <a:close/>
              </a:path>
              <a:path w="90170" h="39369">
                <a:moveTo>
                  <a:pt x="81267" y="15240"/>
                </a:moveTo>
                <a:lnTo>
                  <a:pt x="20320" y="15240"/>
                </a:lnTo>
                <a:lnTo>
                  <a:pt x="20320" y="13970"/>
                </a:lnTo>
                <a:lnTo>
                  <a:pt x="19050" y="13970"/>
                </a:lnTo>
                <a:lnTo>
                  <a:pt x="19050" y="15240"/>
                </a:lnTo>
                <a:lnTo>
                  <a:pt x="17767" y="15240"/>
                </a:lnTo>
                <a:lnTo>
                  <a:pt x="17767" y="17780"/>
                </a:lnTo>
                <a:lnTo>
                  <a:pt x="81267" y="17780"/>
                </a:lnTo>
                <a:lnTo>
                  <a:pt x="81267" y="15240"/>
                </a:lnTo>
                <a:close/>
              </a:path>
              <a:path w="90170" h="39369">
                <a:moveTo>
                  <a:pt x="82550" y="12700"/>
                </a:moveTo>
                <a:lnTo>
                  <a:pt x="20320" y="12700"/>
                </a:lnTo>
                <a:lnTo>
                  <a:pt x="20320" y="13970"/>
                </a:lnTo>
                <a:lnTo>
                  <a:pt x="82550" y="13970"/>
                </a:lnTo>
                <a:lnTo>
                  <a:pt x="82550" y="12700"/>
                </a:lnTo>
                <a:close/>
              </a:path>
              <a:path w="90170" h="39369">
                <a:moveTo>
                  <a:pt x="85064" y="8890"/>
                </a:moveTo>
                <a:lnTo>
                  <a:pt x="25400" y="8890"/>
                </a:lnTo>
                <a:lnTo>
                  <a:pt x="25400" y="7620"/>
                </a:lnTo>
                <a:lnTo>
                  <a:pt x="24117" y="7620"/>
                </a:lnTo>
                <a:lnTo>
                  <a:pt x="24117" y="8890"/>
                </a:lnTo>
                <a:lnTo>
                  <a:pt x="22847" y="8890"/>
                </a:lnTo>
                <a:lnTo>
                  <a:pt x="22847" y="11430"/>
                </a:lnTo>
                <a:lnTo>
                  <a:pt x="83820" y="11430"/>
                </a:lnTo>
                <a:lnTo>
                  <a:pt x="83820" y="12700"/>
                </a:lnTo>
                <a:lnTo>
                  <a:pt x="85064" y="12700"/>
                </a:lnTo>
                <a:lnTo>
                  <a:pt x="85064" y="8890"/>
                </a:lnTo>
                <a:close/>
              </a:path>
              <a:path w="90170" h="39369">
                <a:moveTo>
                  <a:pt x="87617" y="6350"/>
                </a:moveTo>
                <a:lnTo>
                  <a:pt x="25400" y="6350"/>
                </a:lnTo>
                <a:lnTo>
                  <a:pt x="25400" y="7620"/>
                </a:lnTo>
                <a:lnTo>
                  <a:pt x="86347" y="7620"/>
                </a:lnTo>
                <a:lnTo>
                  <a:pt x="86347" y="8890"/>
                </a:lnTo>
                <a:lnTo>
                  <a:pt x="87617" y="8890"/>
                </a:lnTo>
                <a:lnTo>
                  <a:pt x="87617" y="6350"/>
                </a:lnTo>
                <a:close/>
              </a:path>
              <a:path w="90170" h="39369">
                <a:moveTo>
                  <a:pt x="88900" y="2540"/>
                </a:moveTo>
                <a:lnTo>
                  <a:pt x="30467" y="2540"/>
                </a:lnTo>
                <a:lnTo>
                  <a:pt x="30467" y="1270"/>
                </a:lnTo>
                <a:lnTo>
                  <a:pt x="29197" y="1270"/>
                </a:lnTo>
                <a:lnTo>
                  <a:pt x="29197" y="2540"/>
                </a:lnTo>
                <a:lnTo>
                  <a:pt x="27914" y="2540"/>
                </a:lnTo>
                <a:lnTo>
                  <a:pt x="27914" y="5080"/>
                </a:lnTo>
                <a:lnTo>
                  <a:pt x="87617" y="5080"/>
                </a:lnTo>
                <a:lnTo>
                  <a:pt x="87617" y="6350"/>
                </a:lnTo>
                <a:lnTo>
                  <a:pt x="88900" y="6350"/>
                </a:lnTo>
                <a:lnTo>
                  <a:pt x="88900" y="2540"/>
                </a:lnTo>
                <a:close/>
              </a:path>
              <a:path w="90170" h="39369">
                <a:moveTo>
                  <a:pt x="90170" y="0"/>
                </a:moveTo>
                <a:lnTo>
                  <a:pt x="30467" y="0"/>
                </a:lnTo>
                <a:lnTo>
                  <a:pt x="30467" y="1270"/>
                </a:lnTo>
                <a:lnTo>
                  <a:pt x="90170" y="1270"/>
                </a:lnTo>
                <a:lnTo>
                  <a:pt x="90170" y="0"/>
                </a:lnTo>
                <a:close/>
              </a:path>
            </a:pathLst>
          </a:custGeom>
          <a:solidFill>
            <a:srgbClr val="A54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5" name="object 475"/>
          <p:cNvGrpSpPr/>
          <p:nvPr/>
        </p:nvGrpSpPr>
        <p:grpSpPr>
          <a:xfrm>
            <a:off x="7316460" y="1437637"/>
            <a:ext cx="120650" cy="87630"/>
            <a:chOff x="7316460" y="1437637"/>
            <a:chExt cx="120650" cy="87630"/>
          </a:xfrm>
        </p:grpSpPr>
        <p:sp>
          <p:nvSpPr>
            <p:cNvPr id="476" name="object 476"/>
            <p:cNvSpPr/>
            <p:nvPr/>
          </p:nvSpPr>
          <p:spPr>
            <a:xfrm>
              <a:off x="7316457" y="1437639"/>
              <a:ext cx="92710" cy="26670"/>
            </a:xfrm>
            <a:custGeom>
              <a:avLst/>
              <a:gdLst/>
              <a:ahLst/>
              <a:cxnLst/>
              <a:rect l="l" t="t" r="r" b="b"/>
              <a:pathLst>
                <a:path w="92709" h="26669">
                  <a:moveTo>
                    <a:pt x="8126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81267" y="1270"/>
                  </a:lnTo>
                  <a:lnTo>
                    <a:pt x="81267" y="0"/>
                  </a:lnTo>
                  <a:close/>
                </a:path>
                <a:path w="92709" h="26669">
                  <a:moveTo>
                    <a:pt x="82550" y="2540"/>
                  </a:moveTo>
                  <a:lnTo>
                    <a:pt x="1270" y="2540"/>
                  </a:lnTo>
                  <a:lnTo>
                    <a:pt x="1270" y="5080"/>
                  </a:lnTo>
                  <a:lnTo>
                    <a:pt x="82550" y="5080"/>
                  </a:lnTo>
                  <a:lnTo>
                    <a:pt x="82550" y="2540"/>
                  </a:lnTo>
                  <a:close/>
                </a:path>
                <a:path w="92709" h="26669">
                  <a:moveTo>
                    <a:pt x="83820" y="6350"/>
                  </a:moveTo>
                  <a:lnTo>
                    <a:pt x="2527" y="6350"/>
                  </a:lnTo>
                  <a:lnTo>
                    <a:pt x="2527" y="7620"/>
                  </a:lnTo>
                  <a:lnTo>
                    <a:pt x="83820" y="7620"/>
                  </a:lnTo>
                  <a:lnTo>
                    <a:pt x="83820" y="6350"/>
                  </a:lnTo>
                  <a:close/>
                </a:path>
                <a:path w="92709" h="26669">
                  <a:moveTo>
                    <a:pt x="85077" y="8890"/>
                  </a:moveTo>
                  <a:lnTo>
                    <a:pt x="2527" y="8890"/>
                  </a:lnTo>
                  <a:lnTo>
                    <a:pt x="2527" y="11430"/>
                  </a:lnTo>
                  <a:lnTo>
                    <a:pt x="85077" y="11430"/>
                  </a:lnTo>
                  <a:lnTo>
                    <a:pt x="85077" y="8890"/>
                  </a:lnTo>
                  <a:close/>
                </a:path>
                <a:path w="92709" h="26669">
                  <a:moveTo>
                    <a:pt x="86347" y="11430"/>
                  </a:moveTo>
                  <a:lnTo>
                    <a:pt x="85077" y="11430"/>
                  </a:lnTo>
                  <a:lnTo>
                    <a:pt x="85077" y="12700"/>
                  </a:lnTo>
                  <a:lnTo>
                    <a:pt x="3797" y="12700"/>
                  </a:lnTo>
                  <a:lnTo>
                    <a:pt x="3797" y="15240"/>
                  </a:lnTo>
                  <a:lnTo>
                    <a:pt x="5067" y="15240"/>
                  </a:lnTo>
                  <a:lnTo>
                    <a:pt x="5067" y="13970"/>
                  </a:lnTo>
                  <a:lnTo>
                    <a:pt x="86347" y="13970"/>
                  </a:lnTo>
                  <a:lnTo>
                    <a:pt x="86347" y="11430"/>
                  </a:lnTo>
                  <a:close/>
                </a:path>
                <a:path w="92709" h="26669">
                  <a:moveTo>
                    <a:pt x="87617" y="13970"/>
                  </a:moveTo>
                  <a:lnTo>
                    <a:pt x="86347" y="13970"/>
                  </a:lnTo>
                  <a:lnTo>
                    <a:pt x="86347" y="15240"/>
                  </a:lnTo>
                  <a:lnTo>
                    <a:pt x="5067" y="15240"/>
                  </a:lnTo>
                  <a:lnTo>
                    <a:pt x="5067" y="19050"/>
                  </a:lnTo>
                  <a:lnTo>
                    <a:pt x="6350" y="19050"/>
                  </a:lnTo>
                  <a:lnTo>
                    <a:pt x="6350" y="17780"/>
                  </a:lnTo>
                  <a:lnTo>
                    <a:pt x="87617" y="17780"/>
                  </a:lnTo>
                  <a:lnTo>
                    <a:pt x="87617" y="13970"/>
                  </a:lnTo>
                  <a:close/>
                </a:path>
                <a:path w="92709" h="26669">
                  <a:moveTo>
                    <a:pt x="90170" y="19050"/>
                  </a:moveTo>
                  <a:lnTo>
                    <a:pt x="6350" y="19050"/>
                  </a:lnTo>
                  <a:lnTo>
                    <a:pt x="6350" y="20320"/>
                  </a:lnTo>
                  <a:lnTo>
                    <a:pt x="90170" y="20320"/>
                  </a:lnTo>
                  <a:lnTo>
                    <a:pt x="90170" y="19050"/>
                  </a:lnTo>
                  <a:close/>
                </a:path>
                <a:path w="92709" h="26669">
                  <a:moveTo>
                    <a:pt x="91427" y="21590"/>
                  </a:moveTo>
                  <a:lnTo>
                    <a:pt x="7620" y="21590"/>
                  </a:lnTo>
                  <a:lnTo>
                    <a:pt x="7620" y="24130"/>
                  </a:lnTo>
                  <a:lnTo>
                    <a:pt x="91427" y="24130"/>
                  </a:lnTo>
                  <a:lnTo>
                    <a:pt x="91427" y="21590"/>
                  </a:lnTo>
                  <a:close/>
                </a:path>
                <a:path w="92709" h="26669">
                  <a:moveTo>
                    <a:pt x="92697" y="25400"/>
                  </a:moveTo>
                  <a:lnTo>
                    <a:pt x="8877" y="25400"/>
                  </a:lnTo>
                  <a:lnTo>
                    <a:pt x="8877" y="26670"/>
                  </a:lnTo>
                  <a:lnTo>
                    <a:pt x="92697" y="26670"/>
                  </a:lnTo>
                  <a:lnTo>
                    <a:pt x="92697" y="25400"/>
                  </a:lnTo>
                  <a:close/>
                </a:path>
              </a:pathLst>
            </a:custGeom>
            <a:solidFill>
              <a:srgbClr val="A549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7338035" y="1503679"/>
              <a:ext cx="99695" cy="21590"/>
            </a:xfrm>
            <a:custGeom>
              <a:avLst/>
              <a:gdLst/>
              <a:ahLst/>
              <a:cxnLst/>
              <a:rect l="l" t="t" r="r" b="b"/>
              <a:pathLst>
                <a:path w="99695" h="21590">
                  <a:moveTo>
                    <a:pt x="90170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90170" y="2540"/>
                  </a:lnTo>
                  <a:lnTo>
                    <a:pt x="90170" y="0"/>
                  </a:lnTo>
                  <a:close/>
                </a:path>
                <a:path w="99695" h="21590">
                  <a:moveTo>
                    <a:pt x="91440" y="2552"/>
                  </a:moveTo>
                  <a:lnTo>
                    <a:pt x="90170" y="2552"/>
                  </a:lnTo>
                  <a:lnTo>
                    <a:pt x="90170" y="3822"/>
                  </a:lnTo>
                  <a:lnTo>
                    <a:pt x="1270" y="3822"/>
                  </a:lnTo>
                  <a:lnTo>
                    <a:pt x="1270" y="5092"/>
                  </a:lnTo>
                  <a:lnTo>
                    <a:pt x="1270" y="6362"/>
                  </a:lnTo>
                  <a:lnTo>
                    <a:pt x="2540" y="6362"/>
                  </a:lnTo>
                  <a:lnTo>
                    <a:pt x="2540" y="5092"/>
                  </a:lnTo>
                  <a:lnTo>
                    <a:pt x="91440" y="5092"/>
                  </a:lnTo>
                  <a:lnTo>
                    <a:pt x="91440" y="3822"/>
                  </a:lnTo>
                  <a:lnTo>
                    <a:pt x="91440" y="2552"/>
                  </a:lnTo>
                  <a:close/>
                </a:path>
                <a:path w="99695" h="21590">
                  <a:moveTo>
                    <a:pt x="93992" y="10160"/>
                  </a:moveTo>
                  <a:lnTo>
                    <a:pt x="3822" y="10160"/>
                  </a:lnTo>
                  <a:lnTo>
                    <a:pt x="3822" y="8902"/>
                  </a:lnTo>
                  <a:lnTo>
                    <a:pt x="92722" y="8902"/>
                  </a:lnTo>
                  <a:lnTo>
                    <a:pt x="92722" y="6362"/>
                  </a:lnTo>
                  <a:lnTo>
                    <a:pt x="92722" y="5092"/>
                  </a:lnTo>
                  <a:lnTo>
                    <a:pt x="91440" y="5092"/>
                  </a:lnTo>
                  <a:lnTo>
                    <a:pt x="91440" y="6362"/>
                  </a:lnTo>
                  <a:lnTo>
                    <a:pt x="2540" y="6362"/>
                  </a:lnTo>
                  <a:lnTo>
                    <a:pt x="2540" y="8902"/>
                  </a:lnTo>
                  <a:lnTo>
                    <a:pt x="2540" y="10172"/>
                  </a:lnTo>
                  <a:lnTo>
                    <a:pt x="3822" y="10172"/>
                  </a:lnTo>
                  <a:lnTo>
                    <a:pt x="3822" y="11430"/>
                  </a:lnTo>
                  <a:lnTo>
                    <a:pt x="93992" y="11430"/>
                  </a:lnTo>
                  <a:lnTo>
                    <a:pt x="93992" y="10160"/>
                  </a:lnTo>
                  <a:close/>
                </a:path>
                <a:path w="99695" h="21590">
                  <a:moveTo>
                    <a:pt x="95250" y="11442"/>
                  </a:moveTo>
                  <a:lnTo>
                    <a:pt x="93992" y="11442"/>
                  </a:lnTo>
                  <a:lnTo>
                    <a:pt x="93992" y="12712"/>
                  </a:lnTo>
                  <a:lnTo>
                    <a:pt x="5092" y="12712"/>
                  </a:lnTo>
                  <a:lnTo>
                    <a:pt x="5092" y="15252"/>
                  </a:lnTo>
                  <a:lnTo>
                    <a:pt x="95250" y="15252"/>
                  </a:lnTo>
                  <a:lnTo>
                    <a:pt x="95250" y="12712"/>
                  </a:lnTo>
                  <a:lnTo>
                    <a:pt x="95250" y="11442"/>
                  </a:lnTo>
                  <a:close/>
                </a:path>
                <a:path w="99695" h="21590">
                  <a:moveTo>
                    <a:pt x="97790" y="16510"/>
                  </a:moveTo>
                  <a:lnTo>
                    <a:pt x="6350" y="16510"/>
                  </a:lnTo>
                  <a:lnTo>
                    <a:pt x="6350" y="17780"/>
                  </a:lnTo>
                  <a:lnTo>
                    <a:pt x="97790" y="17780"/>
                  </a:lnTo>
                  <a:lnTo>
                    <a:pt x="97790" y="16510"/>
                  </a:lnTo>
                  <a:close/>
                </a:path>
                <a:path w="99695" h="21590">
                  <a:moveTo>
                    <a:pt x="99072" y="21590"/>
                  </a:moveTo>
                  <a:lnTo>
                    <a:pt x="99047" y="19050"/>
                  </a:lnTo>
                  <a:lnTo>
                    <a:pt x="6350" y="19050"/>
                  </a:lnTo>
                  <a:lnTo>
                    <a:pt x="6350" y="21590"/>
                  </a:lnTo>
                  <a:lnTo>
                    <a:pt x="99072" y="21590"/>
                  </a:lnTo>
                  <a:close/>
                </a:path>
              </a:pathLst>
            </a:custGeom>
            <a:solidFill>
              <a:srgbClr val="A348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8" name="object 478"/>
          <p:cNvSpPr/>
          <p:nvPr/>
        </p:nvSpPr>
        <p:spPr>
          <a:xfrm>
            <a:off x="7865072" y="1501139"/>
            <a:ext cx="85725" cy="24130"/>
          </a:xfrm>
          <a:custGeom>
            <a:avLst/>
            <a:gdLst/>
            <a:ahLst/>
            <a:cxnLst/>
            <a:rect l="l" t="t" r="r" b="b"/>
            <a:pathLst>
              <a:path w="85725" h="24130">
                <a:moveTo>
                  <a:pt x="71132" y="21590"/>
                </a:moveTo>
                <a:lnTo>
                  <a:pt x="2552" y="21590"/>
                </a:lnTo>
                <a:lnTo>
                  <a:pt x="2552" y="20320"/>
                </a:lnTo>
                <a:lnTo>
                  <a:pt x="1282" y="20320"/>
                </a:lnTo>
                <a:lnTo>
                  <a:pt x="1282" y="21590"/>
                </a:lnTo>
                <a:lnTo>
                  <a:pt x="0" y="21590"/>
                </a:lnTo>
                <a:lnTo>
                  <a:pt x="0" y="24130"/>
                </a:lnTo>
                <a:lnTo>
                  <a:pt x="71132" y="24130"/>
                </a:lnTo>
                <a:lnTo>
                  <a:pt x="71132" y="21590"/>
                </a:lnTo>
                <a:close/>
              </a:path>
              <a:path w="85725" h="24130">
                <a:moveTo>
                  <a:pt x="72402" y="19050"/>
                </a:moveTo>
                <a:lnTo>
                  <a:pt x="3835" y="19050"/>
                </a:lnTo>
                <a:lnTo>
                  <a:pt x="3835" y="17780"/>
                </a:lnTo>
                <a:lnTo>
                  <a:pt x="2552" y="17780"/>
                </a:lnTo>
                <a:lnTo>
                  <a:pt x="2552" y="20320"/>
                </a:lnTo>
                <a:lnTo>
                  <a:pt x="71132" y="20320"/>
                </a:lnTo>
                <a:lnTo>
                  <a:pt x="71132" y="21590"/>
                </a:lnTo>
                <a:lnTo>
                  <a:pt x="72402" y="21590"/>
                </a:lnTo>
                <a:lnTo>
                  <a:pt x="72402" y="19050"/>
                </a:lnTo>
                <a:close/>
              </a:path>
              <a:path w="85725" h="24130">
                <a:moveTo>
                  <a:pt x="74955" y="15240"/>
                </a:moveTo>
                <a:lnTo>
                  <a:pt x="5105" y="15240"/>
                </a:lnTo>
                <a:lnTo>
                  <a:pt x="5105" y="17780"/>
                </a:lnTo>
                <a:lnTo>
                  <a:pt x="74955" y="17780"/>
                </a:lnTo>
                <a:lnTo>
                  <a:pt x="74955" y="15240"/>
                </a:lnTo>
                <a:close/>
              </a:path>
              <a:path w="85725" h="24130">
                <a:moveTo>
                  <a:pt x="76200" y="12700"/>
                </a:moveTo>
                <a:lnTo>
                  <a:pt x="8902" y="12700"/>
                </a:lnTo>
                <a:lnTo>
                  <a:pt x="8902" y="11430"/>
                </a:lnTo>
                <a:lnTo>
                  <a:pt x="7632" y="11430"/>
                </a:lnTo>
                <a:lnTo>
                  <a:pt x="7632" y="12700"/>
                </a:lnTo>
                <a:lnTo>
                  <a:pt x="6350" y="12700"/>
                </a:lnTo>
                <a:lnTo>
                  <a:pt x="6350" y="13970"/>
                </a:lnTo>
                <a:lnTo>
                  <a:pt x="76200" y="13970"/>
                </a:lnTo>
                <a:lnTo>
                  <a:pt x="76200" y="12700"/>
                </a:lnTo>
                <a:close/>
              </a:path>
              <a:path w="85725" h="24130">
                <a:moveTo>
                  <a:pt x="78752" y="8890"/>
                </a:moveTo>
                <a:lnTo>
                  <a:pt x="11455" y="8890"/>
                </a:lnTo>
                <a:lnTo>
                  <a:pt x="11455" y="7620"/>
                </a:lnTo>
                <a:lnTo>
                  <a:pt x="10185" y="7620"/>
                </a:lnTo>
                <a:lnTo>
                  <a:pt x="10185" y="11430"/>
                </a:lnTo>
                <a:lnTo>
                  <a:pt x="77482" y="11430"/>
                </a:lnTo>
                <a:lnTo>
                  <a:pt x="77482" y="12700"/>
                </a:lnTo>
                <a:lnTo>
                  <a:pt x="78752" y="12700"/>
                </a:lnTo>
                <a:lnTo>
                  <a:pt x="78752" y="8890"/>
                </a:lnTo>
                <a:close/>
              </a:path>
              <a:path w="85725" h="24130">
                <a:moveTo>
                  <a:pt x="81305" y="6350"/>
                </a:moveTo>
                <a:lnTo>
                  <a:pt x="13982" y="6350"/>
                </a:lnTo>
                <a:lnTo>
                  <a:pt x="13982" y="5080"/>
                </a:lnTo>
                <a:lnTo>
                  <a:pt x="12700" y="5080"/>
                </a:lnTo>
                <a:lnTo>
                  <a:pt x="12700" y="6350"/>
                </a:lnTo>
                <a:lnTo>
                  <a:pt x="11455" y="6350"/>
                </a:lnTo>
                <a:lnTo>
                  <a:pt x="11455" y="7620"/>
                </a:lnTo>
                <a:lnTo>
                  <a:pt x="80035" y="7620"/>
                </a:lnTo>
                <a:lnTo>
                  <a:pt x="80035" y="8890"/>
                </a:lnTo>
                <a:lnTo>
                  <a:pt x="81305" y="8890"/>
                </a:lnTo>
                <a:lnTo>
                  <a:pt x="81305" y="6350"/>
                </a:lnTo>
                <a:close/>
              </a:path>
              <a:path w="85725" h="24130">
                <a:moveTo>
                  <a:pt x="83832" y="2540"/>
                </a:moveTo>
                <a:lnTo>
                  <a:pt x="16535" y="2540"/>
                </a:lnTo>
                <a:lnTo>
                  <a:pt x="16535" y="1270"/>
                </a:lnTo>
                <a:lnTo>
                  <a:pt x="15252" y="1270"/>
                </a:lnTo>
                <a:lnTo>
                  <a:pt x="15252" y="5080"/>
                </a:lnTo>
                <a:lnTo>
                  <a:pt x="81280" y="5080"/>
                </a:lnTo>
                <a:lnTo>
                  <a:pt x="81305" y="6350"/>
                </a:lnTo>
                <a:lnTo>
                  <a:pt x="82550" y="6350"/>
                </a:lnTo>
                <a:lnTo>
                  <a:pt x="82550" y="5080"/>
                </a:lnTo>
                <a:lnTo>
                  <a:pt x="83832" y="5080"/>
                </a:lnTo>
                <a:lnTo>
                  <a:pt x="83832" y="2540"/>
                </a:lnTo>
                <a:close/>
              </a:path>
              <a:path w="85725" h="24130">
                <a:moveTo>
                  <a:pt x="85102" y="0"/>
                </a:moveTo>
                <a:lnTo>
                  <a:pt x="16535" y="0"/>
                </a:lnTo>
                <a:lnTo>
                  <a:pt x="16535" y="1270"/>
                </a:lnTo>
                <a:lnTo>
                  <a:pt x="83832" y="1270"/>
                </a:lnTo>
                <a:lnTo>
                  <a:pt x="83832" y="2540"/>
                </a:lnTo>
                <a:lnTo>
                  <a:pt x="85102" y="2540"/>
                </a:lnTo>
                <a:lnTo>
                  <a:pt x="85102" y="0"/>
                </a:lnTo>
                <a:close/>
              </a:path>
            </a:pathLst>
          </a:custGeom>
          <a:solidFill>
            <a:srgbClr val="A348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8441677" y="1482102"/>
            <a:ext cx="299720" cy="43180"/>
          </a:xfrm>
          <a:custGeom>
            <a:avLst/>
            <a:gdLst/>
            <a:ahLst/>
            <a:cxnLst/>
            <a:rect l="l" t="t" r="r" b="b"/>
            <a:pathLst>
              <a:path w="299720" h="43180">
                <a:moveTo>
                  <a:pt x="215900" y="40640"/>
                </a:moveTo>
                <a:lnTo>
                  <a:pt x="10147" y="40640"/>
                </a:lnTo>
                <a:lnTo>
                  <a:pt x="10147" y="39370"/>
                </a:lnTo>
                <a:lnTo>
                  <a:pt x="5080" y="39370"/>
                </a:lnTo>
                <a:lnTo>
                  <a:pt x="5080" y="40640"/>
                </a:lnTo>
                <a:lnTo>
                  <a:pt x="0" y="40640"/>
                </a:lnTo>
                <a:lnTo>
                  <a:pt x="0" y="43180"/>
                </a:lnTo>
                <a:lnTo>
                  <a:pt x="215900" y="43180"/>
                </a:lnTo>
                <a:lnTo>
                  <a:pt x="215900" y="40640"/>
                </a:lnTo>
                <a:close/>
              </a:path>
              <a:path w="299720" h="43180">
                <a:moveTo>
                  <a:pt x="223494" y="38100"/>
                </a:moveTo>
                <a:lnTo>
                  <a:pt x="19050" y="38100"/>
                </a:lnTo>
                <a:lnTo>
                  <a:pt x="19050" y="36830"/>
                </a:lnTo>
                <a:lnTo>
                  <a:pt x="13944" y="36830"/>
                </a:lnTo>
                <a:lnTo>
                  <a:pt x="13944" y="38100"/>
                </a:lnTo>
                <a:lnTo>
                  <a:pt x="10147" y="38100"/>
                </a:lnTo>
                <a:lnTo>
                  <a:pt x="10147" y="39370"/>
                </a:lnTo>
                <a:lnTo>
                  <a:pt x="219697" y="39370"/>
                </a:lnTo>
                <a:lnTo>
                  <a:pt x="219697" y="40640"/>
                </a:lnTo>
                <a:lnTo>
                  <a:pt x="223494" y="40640"/>
                </a:lnTo>
                <a:lnTo>
                  <a:pt x="223494" y="39370"/>
                </a:lnTo>
                <a:lnTo>
                  <a:pt x="223494" y="38100"/>
                </a:lnTo>
                <a:close/>
              </a:path>
              <a:path w="299720" h="43180">
                <a:moveTo>
                  <a:pt x="234950" y="34290"/>
                </a:moveTo>
                <a:lnTo>
                  <a:pt x="34277" y="34290"/>
                </a:lnTo>
                <a:lnTo>
                  <a:pt x="34277" y="33020"/>
                </a:lnTo>
                <a:lnTo>
                  <a:pt x="29197" y="33020"/>
                </a:lnTo>
                <a:lnTo>
                  <a:pt x="29197" y="34290"/>
                </a:lnTo>
                <a:lnTo>
                  <a:pt x="24130" y="34290"/>
                </a:lnTo>
                <a:lnTo>
                  <a:pt x="24130" y="36830"/>
                </a:lnTo>
                <a:lnTo>
                  <a:pt x="228574" y="36830"/>
                </a:lnTo>
                <a:lnTo>
                  <a:pt x="228574" y="38100"/>
                </a:lnTo>
                <a:lnTo>
                  <a:pt x="233680" y="38100"/>
                </a:lnTo>
                <a:lnTo>
                  <a:pt x="233680" y="36830"/>
                </a:lnTo>
                <a:lnTo>
                  <a:pt x="234950" y="36830"/>
                </a:lnTo>
                <a:lnTo>
                  <a:pt x="234950" y="34290"/>
                </a:lnTo>
                <a:close/>
              </a:path>
              <a:path w="299720" h="43180">
                <a:moveTo>
                  <a:pt x="240030" y="31750"/>
                </a:moveTo>
                <a:lnTo>
                  <a:pt x="44450" y="31750"/>
                </a:lnTo>
                <a:lnTo>
                  <a:pt x="44450" y="30480"/>
                </a:lnTo>
                <a:lnTo>
                  <a:pt x="39344" y="30480"/>
                </a:lnTo>
                <a:lnTo>
                  <a:pt x="39344" y="31750"/>
                </a:lnTo>
                <a:lnTo>
                  <a:pt x="34277" y="31750"/>
                </a:lnTo>
                <a:lnTo>
                  <a:pt x="34277" y="33020"/>
                </a:lnTo>
                <a:lnTo>
                  <a:pt x="237477" y="33020"/>
                </a:lnTo>
                <a:lnTo>
                  <a:pt x="237477" y="34290"/>
                </a:lnTo>
                <a:lnTo>
                  <a:pt x="240030" y="34290"/>
                </a:lnTo>
                <a:lnTo>
                  <a:pt x="240030" y="33020"/>
                </a:lnTo>
                <a:lnTo>
                  <a:pt x="240030" y="31750"/>
                </a:lnTo>
                <a:close/>
              </a:path>
              <a:path w="299720" h="43180">
                <a:moveTo>
                  <a:pt x="247650" y="27940"/>
                </a:moveTo>
                <a:lnTo>
                  <a:pt x="59677" y="27940"/>
                </a:lnTo>
                <a:lnTo>
                  <a:pt x="59677" y="26670"/>
                </a:lnTo>
                <a:lnTo>
                  <a:pt x="54597" y="26670"/>
                </a:lnTo>
                <a:lnTo>
                  <a:pt x="54597" y="27940"/>
                </a:lnTo>
                <a:lnTo>
                  <a:pt x="49530" y="27940"/>
                </a:lnTo>
                <a:lnTo>
                  <a:pt x="49530" y="30480"/>
                </a:lnTo>
                <a:lnTo>
                  <a:pt x="242544" y="30480"/>
                </a:lnTo>
                <a:lnTo>
                  <a:pt x="242544" y="31750"/>
                </a:lnTo>
                <a:lnTo>
                  <a:pt x="245097" y="31750"/>
                </a:lnTo>
                <a:lnTo>
                  <a:pt x="245097" y="30480"/>
                </a:lnTo>
                <a:lnTo>
                  <a:pt x="247650" y="30480"/>
                </a:lnTo>
                <a:lnTo>
                  <a:pt x="247650" y="27940"/>
                </a:lnTo>
                <a:close/>
              </a:path>
              <a:path w="299720" h="43180">
                <a:moveTo>
                  <a:pt x="251447" y="25400"/>
                </a:moveTo>
                <a:lnTo>
                  <a:pt x="68580" y="25400"/>
                </a:lnTo>
                <a:lnTo>
                  <a:pt x="68580" y="24130"/>
                </a:lnTo>
                <a:lnTo>
                  <a:pt x="63500" y="24130"/>
                </a:lnTo>
                <a:lnTo>
                  <a:pt x="63500" y="25400"/>
                </a:lnTo>
                <a:lnTo>
                  <a:pt x="59677" y="25400"/>
                </a:lnTo>
                <a:lnTo>
                  <a:pt x="59677" y="26670"/>
                </a:lnTo>
                <a:lnTo>
                  <a:pt x="250177" y="26670"/>
                </a:lnTo>
                <a:lnTo>
                  <a:pt x="250177" y="27940"/>
                </a:lnTo>
                <a:lnTo>
                  <a:pt x="251447" y="27940"/>
                </a:lnTo>
                <a:lnTo>
                  <a:pt x="251447" y="26670"/>
                </a:lnTo>
                <a:lnTo>
                  <a:pt x="251447" y="25400"/>
                </a:lnTo>
                <a:close/>
              </a:path>
              <a:path w="299720" h="43180">
                <a:moveTo>
                  <a:pt x="259080" y="21590"/>
                </a:moveTo>
                <a:lnTo>
                  <a:pt x="83794" y="21590"/>
                </a:lnTo>
                <a:lnTo>
                  <a:pt x="83794" y="20320"/>
                </a:lnTo>
                <a:lnTo>
                  <a:pt x="78727" y="20320"/>
                </a:lnTo>
                <a:lnTo>
                  <a:pt x="78727" y="21590"/>
                </a:lnTo>
                <a:lnTo>
                  <a:pt x="73647" y="21590"/>
                </a:lnTo>
                <a:lnTo>
                  <a:pt x="73647" y="24130"/>
                </a:lnTo>
                <a:lnTo>
                  <a:pt x="254000" y="24130"/>
                </a:lnTo>
                <a:lnTo>
                  <a:pt x="254000" y="25400"/>
                </a:lnTo>
                <a:lnTo>
                  <a:pt x="256527" y="25400"/>
                </a:lnTo>
                <a:lnTo>
                  <a:pt x="256527" y="24130"/>
                </a:lnTo>
                <a:lnTo>
                  <a:pt x="259080" y="24130"/>
                </a:lnTo>
                <a:lnTo>
                  <a:pt x="259080" y="21590"/>
                </a:lnTo>
                <a:close/>
              </a:path>
              <a:path w="299720" h="43180">
                <a:moveTo>
                  <a:pt x="264147" y="19050"/>
                </a:moveTo>
                <a:lnTo>
                  <a:pt x="93980" y="19050"/>
                </a:lnTo>
                <a:lnTo>
                  <a:pt x="93980" y="17780"/>
                </a:lnTo>
                <a:lnTo>
                  <a:pt x="88900" y="17780"/>
                </a:lnTo>
                <a:lnTo>
                  <a:pt x="88900" y="19050"/>
                </a:lnTo>
                <a:lnTo>
                  <a:pt x="83794" y="19050"/>
                </a:lnTo>
                <a:lnTo>
                  <a:pt x="83794" y="20320"/>
                </a:lnTo>
                <a:lnTo>
                  <a:pt x="261594" y="20320"/>
                </a:lnTo>
                <a:lnTo>
                  <a:pt x="261594" y="21590"/>
                </a:lnTo>
                <a:lnTo>
                  <a:pt x="264147" y="21590"/>
                </a:lnTo>
                <a:lnTo>
                  <a:pt x="264147" y="20320"/>
                </a:lnTo>
                <a:lnTo>
                  <a:pt x="264147" y="19050"/>
                </a:lnTo>
                <a:close/>
              </a:path>
              <a:path w="299720" h="43180">
                <a:moveTo>
                  <a:pt x="270497" y="15240"/>
                </a:moveTo>
                <a:lnTo>
                  <a:pt x="109194" y="15240"/>
                </a:lnTo>
                <a:lnTo>
                  <a:pt x="109194" y="13970"/>
                </a:lnTo>
                <a:lnTo>
                  <a:pt x="104127" y="13970"/>
                </a:lnTo>
                <a:lnTo>
                  <a:pt x="104127" y="15240"/>
                </a:lnTo>
                <a:lnTo>
                  <a:pt x="99047" y="15240"/>
                </a:lnTo>
                <a:lnTo>
                  <a:pt x="99047" y="17780"/>
                </a:lnTo>
                <a:lnTo>
                  <a:pt x="266700" y="17780"/>
                </a:lnTo>
                <a:lnTo>
                  <a:pt x="266700" y="19050"/>
                </a:lnTo>
                <a:lnTo>
                  <a:pt x="269227" y="19050"/>
                </a:lnTo>
                <a:lnTo>
                  <a:pt x="269227" y="17780"/>
                </a:lnTo>
                <a:lnTo>
                  <a:pt x="270497" y="17780"/>
                </a:lnTo>
                <a:lnTo>
                  <a:pt x="270497" y="15240"/>
                </a:lnTo>
                <a:close/>
              </a:path>
              <a:path w="299720" h="43180">
                <a:moveTo>
                  <a:pt x="275577" y="12700"/>
                </a:moveTo>
                <a:lnTo>
                  <a:pt x="118097" y="12700"/>
                </a:lnTo>
                <a:lnTo>
                  <a:pt x="118097" y="11430"/>
                </a:lnTo>
                <a:lnTo>
                  <a:pt x="114300" y="11430"/>
                </a:lnTo>
                <a:lnTo>
                  <a:pt x="114300" y="12700"/>
                </a:lnTo>
                <a:lnTo>
                  <a:pt x="109194" y="12700"/>
                </a:lnTo>
                <a:lnTo>
                  <a:pt x="109194" y="13970"/>
                </a:lnTo>
                <a:lnTo>
                  <a:pt x="273024" y="13970"/>
                </a:lnTo>
                <a:lnTo>
                  <a:pt x="273024" y="15240"/>
                </a:lnTo>
                <a:lnTo>
                  <a:pt x="275577" y="15240"/>
                </a:lnTo>
                <a:lnTo>
                  <a:pt x="275577" y="13970"/>
                </a:lnTo>
                <a:lnTo>
                  <a:pt x="275577" y="12700"/>
                </a:lnTo>
                <a:close/>
              </a:path>
              <a:path w="299720" h="43180">
                <a:moveTo>
                  <a:pt x="283197" y="8890"/>
                </a:moveTo>
                <a:lnTo>
                  <a:pt x="133350" y="8890"/>
                </a:lnTo>
                <a:lnTo>
                  <a:pt x="133350" y="7620"/>
                </a:lnTo>
                <a:lnTo>
                  <a:pt x="128244" y="7620"/>
                </a:lnTo>
                <a:lnTo>
                  <a:pt x="128244" y="8890"/>
                </a:lnTo>
                <a:lnTo>
                  <a:pt x="123177" y="8890"/>
                </a:lnTo>
                <a:lnTo>
                  <a:pt x="123177" y="11430"/>
                </a:lnTo>
                <a:lnTo>
                  <a:pt x="278130" y="11430"/>
                </a:lnTo>
                <a:lnTo>
                  <a:pt x="278130" y="12700"/>
                </a:lnTo>
                <a:lnTo>
                  <a:pt x="280644" y="12700"/>
                </a:lnTo>
                <a:lnTo>
                  <a:pt x="280644" y="11430"/>
                </a:lnTo>
                <a:lnTo>
                  <a:pt x="283197" y="11430"/>
                </a:lnTo>
                <a:lnTo>
                  <a:pt x="283197" y="8890"/>
                </a:lnTo>
                <a:close/>
              </a:path>
              <a:path w="299720" h="43180">
                <a:moveTo>
                  <a:pt x="286994" y="6350"/>
                </a:moveTo>
                <a:lnTo>
                  <a:pt x="143497" y="6350"/>
                </a:lnTo>
                <a:lnTo>
                  <a:pt x="143497" y="5080"/>
                </a:lnTo>
                <a:lnTo>
                  <a:pt x="138430" y="5080"/>
                </a:lnTo>
                <a:lnTo>
                  <a:pt x="138430" y="6350"/>
                </a:lnTo>
                <a:lnTo>
                  <a:pt x="133350" y="6350"/>
                </a:lnTo>
                <a:lnTo>
                  <a:pt x="133350" y="7620"/>
                </a:lnTo>
                <a:lnTo>
                  <a:pt x="285724" y="7620"/>
                </a:lnTo>
                <a:lnTo>
                  <a:pt x="285724" y="8890"/>
                </a:lnTo>
                <a:lnTo>
                  <a:pt x="286994" y="8890"/>
                </a:lnTo>
                <a:lnTo>
                  <a:pt x="286994" y="7620"/>
                </a:lnTo>
                <a:lnTo>
                  <a:pt x="286994" y="6350"/>
                </a:lnTo>
                <a:close/>
              </a:path>
              <a:path w="299720" h="43180">
                <a:moveTo>
                  <a:pt x="294627" y="2540"/>
                </a:moveTo>
                <a:lnTo>
                  <a:pt x="158750" y="2540"/>
                </a:lnTo>
                <a:lnTo>
                  <a:pt x="158750" y="1270"/>
                </a:lnTo>
                <a:lnTo>
                  <a:pt x="153644" y="1270"/>
                </a:lnTo>
                <a:lnTo>
                  <a:pt x="153644" y="2540"/>
                </a:lnTo>
                <a:lnTo>
                  <a:pt x="148577" y="2540"/>
                </a:lnTo>
                <a:lnTo>
                  <a:pt x="148577" y="5080"/>
                </a:lnTo>
                <a:lnTo>
                  <a:pt x="289547" y="5080"/>
                </a:lnTo>
                <a:lnTo>
                  <a:pt x="289547" y="6350"/>
                </a:lnTo>
                <a:lnTo>
                  <a:pt x="292100" y="6350"/>
                </a:lnTo>
                <a:lnTo>
                  <a:pt x="292100" y="5080"/>
                </a:lnTo>
                <a:lnTo>
                  <a:pt x="294627" y="5080"/>
                </a:lnTo>
                <a:lnTo>
                  <a:pt x="294627" y="2540"/>
                </a:lnTo>
                <a:close/>
              </a:path>
              <a:path w="299720" h="43180">
                <a:moveTo>
                  <a:pt x="299694" y="0"/>
                </a:moveTo>
                <a:lnTo>
                  <a:pt x="158750" y="0"/>
                </a:lnTo>
                <a:lnTo>
                  <a:pt x="158750" y="1270"/>
                </a:lnTo>
                <a:lnTo>
                  <a:pt x="297154" y="1270"/>
                </a:lnTo>
                <a:lnTo>
                  <a:pt x="297154" y="2540"/>
                </a:lnTo>
                <a:lnTo>
                  <a:pt x="299694" y="2540"/>
                </a:lnTo>
                <a:lnTo>
                  <a:pt x="299694" y="1270"/>
                </a:lnTo>
                <a:lnTo>
                  <a:pt x="299694" y="0"/>
                </a:lnTo>
                <a:close/>
              </a:path>
            </a:pathLst>
          </a:custGeom>
          <a:solidFill>
            <a:srgbClr val="A348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7331685" y="1482089"/>
            <a:ext cx="95250" cy="20320"/>
          </a:xfrm>
          <a:custGeom>
            <a:avLst/>
            <a:gdLst/>
            <a:ahLst/>
            <a:cxnLst/>
            <a:rect l="l" t="t" r="r" b="b"/>
            <a:pathLst>
              <a:path w="95250" h="20319">
                <a:moveTo>
                  <a:pt x="86347" y="0"/>
                </a:moveTo>
                <a:lnTo>
                  <a:pt x="0" y="0"/>
                </a:lnTo>
                <a:lnTo>
                  <a:pt x="0" y="1270"/>
                </a:lnTo>
                <a:lnTo>
                  <a:pt x="86347" y="1270"/>
                </a:lnTo>
                <a:lnTo>
                  <a:pt x="86347" y="0"/>
                </a:lnTo>
                <a:close/>
              </a:path>
              <a:path w="95250" h="20319">
                <a:moveTo>
                  <a:pt x="87617" y="2540"/>
                </a:moveTo>
                <a:lnTo>
                  <a:pt x="0" y="2540"/>
                </a:lnTo>
                <a:lnTo>
                  <a:pt x="0" y="5080"/>
                </a:lnTo>
                <a:lnTo>
                  <a:pt x="87617" y="5080"/>
                </a:lnTo>
                <a:lnTo>
                  <a:pt x="87617" y="2540"/>
                </a:lnTo>
                <a:close/>
              </a:path>
              <a:path w="95250" h="20319">
                <a:moveTo>
                  <a:pt x="88900" y="5080"/>
                </a:moveTo>
                <a:lnTo>
                  <a:pt x="87617" y="5080"/>
                </a:lnTo>
                <a:lnTo>
                  <a:pt x="87617" y="6350"/>
                </a:lnTo>
                <a:lnTo>
                  <a:pt x="1270" y="6350"/>
                </a:lnTo>
                <a:lnTo>
                  <a:pt x="1270" y="8890"/>
                </a:lnTo>
                <a:lnTo>
                  <a:pt x="2540" y="8890"/>
                </a:lnTo>
                <a:lnTo>
                  <a:pt x="2540" y="7620"/>
                </a:lnTo>
                <a:lnTo>
                  <a:pt x="88900" y="7620"/>
                </a:lnTo>
                <a:lnTo>
                  <a:pt x="88900" y="5080"/>
                </a:lnTo>
                <a:close/>
              </a:path>
              <a:path w="95250" h="20319">
                <a:moveTo>
                  <a:pt x="90170" y="7620"/>
                </a:moveTo>
                <a:lnTo>
                  <a:pt x="88900" y="7620"/>
                </a:lnTo>
                <a:lnTo>
                  <a:pt x="88900" y="8890"/>
                </a:lnTo>
                <a:lnTo>
                  <a:pt x="2540" y="8890"/>
                </a:lnTo>
                <a:lnTo>
                  <a:pt x="2540" y="12700"/>
                </a:lnTo>
                <a:lnTo>
                  <a:pt x="3822" y="12700"/>
                </a:lnTo>
                <a:lnTo>
                  <a:pt x="3822" y="11430"/>
                </a:lnTo>
                <a:lnTo>
                  <a:pt x="90170" y="11430"/>
                </a:lnTo>
                <a:lnTo>
                  <a:pt x="90170" y="7620"/>
                </a:lnTo>
                <a:close/>
              </a:path>
              <a:path w="95250" h="20319">
                <a:moveTo>
                  <a:pt x="92722" y="15240"/>
                </a:moveTo>
                <a:lnTo>
                  <a:pt x="5092" y="15240"/>
                </a:lnTo>
                <a:lnTo>
                  <a:pt x="5092" y="17780"/>
                </a:lnTo>
                <a:lnTo>
                  <a:pt x="92722" y="17780"/>
                </a:lnTo>
                <a:lnTo>
                  <a:pt x="92722" y="15240"/>
                </a:lnTo>
                <a:close/>
              </a:path>
              <a:path w="95250" h="20319">
                <a:moveTo>
                  <a:pt x="92722" y="12700"/>
                </a:moveTo>
                <a:lnTo>
                  <a:pt x="3822" y="12700"/>
                </a:lnTo>
                <a:lnTo>
                  <a:pt x="3822" y="13970"/>
                </a:lnTo>
                <a:lnTo>
                  <a:pt x="92722" y="13970"/>
                </a:lnTo>
                <a:lnTo>
                  <a:pt x="92722" y="12700"/>
                </a:lnTo>
                <a:close/>
              </a:path>
              <a:path w="95250" h="20319">
                <a:moveTo>
                  <a:pt x="95250" y="19050"/>
                </a:moveTo>
                <a:lnTo>
                  <a:pt x="6350" y="19050"/>
                </a:lnTo>
                <a:lnTo>
                  <a:pt x="6350" y="20320"/>
                </a:lnTo>
                <a:lnTo>
                  <a:pt x="95250" y="20320"/>
                </a:lnTo>
                <a:lnTo>
                  <a:pt x="95250" y="19050"/>
                </a:lnTo>
                <a:close/>
              </a:path>
            </a:pathLst>
          </a:custGeom>
          <a:solidFill>
            <a:srgbClr val="A348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7881607" y="1482089"/>
            <a:ext cx="81280" cy="20320"/>
          </a:xfrm>
          <a:custGeom>
            <a:avLst/>
            <a:gdLst/>
            <a:ahLst/>
            <a:cxnLst/>
            <a:rect l="l" t="t" r="r" b="b"/>
            <a:pathLst>
              <a:path w="81279" h="20319">
                <a:moveTo>
                  <a:pt x="68567" y="19050"/>
                </a:moveTo>
                <a:lnTo>
                  <a:pt x="2514" y="19050"/>
                </a:lnTo>
                <a:lnTo>
                  <a:pt x="2514" y="17780"/>
                </a:lnTo>
                <a:lnTo>
                  <a:pt x="1270" y="17780"/>
                </a:lnTo>
                <a:lnTo>
                  <a:pt x="1270" y="19050"/>
                </a:lnTo>
                <a:lnTo>
                  <a:pt x="0" y="19050"/>
                </a:lnTo>
                <a:lnTo>
                  <a:pt x="0" y="20320"/>
                </a:lnTo>
                <a:lnTo>
                  <a:pt x="68567" y="20320"/>
                </a:lnTo>
                <a:lnTo>
                  <a:pt x="68567" y="19050"/>
                </a:lnTo>
                <a:close/>
              </a:path>
              <a:path w="81279" h="20319">
                <a:moveTo>
                  <a:pt x="71094" y="15240"/>
                </a:moveTo>
                <a:lnTo>
                  <a:pt x="5067" y="15240"/>
                </a:lnTo>
                <a:lnTo>
                  <a:pt x="5067" y="13970"/>
                </a:lnTo>
                <a:lnTo>
                  <a:pt x="3797" y="13970"/>
                </a:lnTo>
                <a:lnTo>
                  <a:pt x="3797" y="15240"/>
                </a:lnTo>
                <a:lnTo>
                  <a:pt x="2514" y="15240"/>
                </a:lnTo>
                <a:lnTo>
                  <a:pt x="2514" y="17780"/>
                </a:lnTo>
                <a:lnTo>
                  <a:pt x="71094" y="17780"/>
                </a:lnTo>
                <a:lnTo>
                  <a:pt x="71094" y="15240"/>
                </a:lnTo>
                <a:close/>
              </a:path>
              <a:path w="81279" h="20319">
                <a:moveTo>
                  <a:pt x="72364" y="12700"/>
                </a:moveTo>
                <a:lnTo>
                  <a:pt x="5067" y="12700"/>
                </a:lnTo>
                <a:lnTo>
                  <a:pt x="5067" y="13970"/>
                </a:lnTo>
                <a:lnTo>
                  <a:pt x="72364" y="13970"/>
                </a:lnTo>
                <a:lnTo>
                  <a:pt x="72364" y="12700"/>
                </a:lnTo>
                <a:close/>
              </a:path>
              <a:path w="81279" h="20319">
                <a:moveTo>
                  <a:pt x="74917" y="8890"/>
                </a:moveTo>
                <a:lnTo>
                  <a:pt x="10147" y="8890"/>
                </a:lnTo>
                <a:lnTo>
                  <a:pt x="10147" y="7620"/>
                </a:lnTo>
                <a:lnTo>
                  <a:pt x="8864" y="7620"/>
                </a:lnTo>
                <a:lnTo>
                  <a:pt x="8864" y="8890"/>
                </a:lnTo>
                <a:lnTo>
                  <a:pt x="7620" y="8890"/>
                </a:lnTo>
                <a:lnTo>
                  <a:pt x="7620" y="11430"/>
                </a:lnTo>
                <a:lnTo>
                  <a:pt x="73647" y="11430"/>
                </a:lnTo>
                <a:lnTo>
                  <a:pt x="73647" y="12700"/>
                </a:lnTo>
                <a:lnTo>
                  <a:pt x="74917" y="12700"/>
                </a:lnTo>
                <a:lnTo>
                  <a:pt x="74917" y="8890"/>
                </a:lnTo>
                <a:close/>
              </a:path>
              <a:path w="81279" h="20319">
                <a:moveTo>
                  <a:pt x="77470" y="6350"/>
                </a:moveTo>
                <a:lnTo>
                  <a:pt x="10147" y="6350"/>
                </a:lnTo>
                <a:lnTo>
                  <a:pt x="10147" y="7620"/>
                </a:lnTo>
                <a:lnTo>
                  <a:pt x="76174" y="7620"/>
                </a:lnTo>
                <a:lnTo>
                  <a:pt x="76174" y="8890"/>
                </a:lnTo>
                <a:lnTo>
                  <a:pt x="77444" y="8890"/>
                </a:lnTo>
                <a:lnTo>
                  <a:pt x="77444" y="7620"/>
                </a:lnTo>
                <a:lnTo>
                  <a:pt x="77470" y="6350"/>
                </a:lnTo>
                <a:close/>
              </a:path>
              <a:path w="81279" h="20319">
                <a:moveTo>
                  <a:pt x="79997" y="2540"/>
                </a:moveTo>
                <a:lnTo>
                  <a:pt x="15214" y="2540"/>
                </a:lnTo>
                <a:lnTo>
                  <a:pt x="15214" y="1270"/>
                </a:lnTo>
                <a:lnTo>
                  <a:pt x="13970" y="1270"/>
                </a:lnTo>
                <a:lnTo>
                  <a:pt x="13970" y="2540"/>
                </a:lnTo>
                <a:lnTo>
                  <a:pt x="12700" y="2540"/>
                </a:lnTo>
                <a:lnTo>
                  <a:pt x="12700" y="5080"/>
                </a:lnTo>
                <a:lnTo>
                  <a:pt x="77470" y="5080"/>
                </a:lnTo>
                <a:lnTo>
                  <a:pt x="77470" y="6350"/>
                </a:lnTo>
                <a:lnTo>
                  <a:pt x="78714" y="6350"/>
                </a:lnTo>
                <a:lnTo>
                  <a:pt x="78714" y="5080"/>
                </a:lnTo>
                <a:lnTo>
                  <a:pt x="79997" y="5080"/>
                </a:lnTo>
                <a:lnTo>
                  <a:pt x="79997" y="2540"/>
                </a:lnTo>
                <a:close/>
              </a:path>
              <a:path w="81279" h="20319">
                <a:moveTo>
                  <a:pt x="81267" y="0"/>
                </a:moveTo>
                <a:lnTo>
                  <a:pt x="15214" y="0"/>
                </a:lnTo>
                <a:lnTo>
                  <a:pt x="15214" y="1270"/>
                </a:lnTo>
                <a:lnTo>
                  <a:pt x="79997" y="1270"/>
                </a:lnTo>
                <a:lnTo>
                  <a:pt x="79997" y="2540"/>
                </a:lnTo>
                <a:lnTo>
                  <a:pt x="81267" y="2540"/>
                </a:lnTo>
                <a:lnTo>
                  <a:pt x="81267" y="0"/>
                </a:lnTo>
                <a:close/>
              </a:path>
            </a:pathLst>
          </a:custGeom>
          <a:solidFill>
            <a:srgbClr val="A348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7357085" y="1558289"/>
            <a:ext cx="100965" cy="10795"/>
          </a:xfrm>
          <a:custGeom>
            <a:avLst/>
            <a:gdLst/>
            <a:ahLst/>
            <a:cxnLst/>
            <a:rect l="l" t="t" r="r" b="b"/>
            <a:pathLst>
              <a:path w="100965" h="10794">
                <a:moveTo>
                  <a:pt x="96520" y="0"/>
                </a:moveTo>
                <a:lnTo>
                  <a:pt x="0" y="0"/>
                </a:lnTo>
                <a:lnTo>
                  <a:pt x="0" y="1270"/>
                </a:lnTo>
                <a:lnTo>
                  <a:pt x="96520" y="1270"/>
                </a:lnTo>
                <a:lnTo>
                  <a:pt x="96520" y="0"/>
                </a:lnTo>
                <a:close/>
              </a:path>
              <a:path w="100965" h="10794">
                <a:moveTo>
                  <a:pt x="97790" y="2540"/>
                </a:moveTo>
                <a:lnTo>
                  <a:pt x="0" y="2540"/>
                </a:lnTo>
                <a:lnTo>
                  <a:pt x="0" y="5080"/>
                </a:lnTo>
                <a:lnTo>
                  <a:pt x="97790" y="5080"/>
                </a:lnTo>
                <a:lnTo>
                  <a:pt x="97790" y="2540"/>
                </a:lnTo>
                <a:close/>
              </a:path>
              <a:path w="100965" h="10794">
                <a:moveTo>
                  <a:pt x="99072" y="5092"/>
                </a:moveTo>
                <a:lnTo>
                  <a:pt x="97790" y="5092"/>
                </a:lnTo>
                <a:lnTo>
                  <a:pt x="97790" y="6362"/>
                </a:lnTo>
                <a:lnTo>
                  <a:pt x="1270" y="6362"/>
                </a:lnTo>
                <a:lnTo>
                  <a:pt x="1270" y="7632"/>
                </a:lnTo>
                <a:lnTo>
                  <a:pt x="1270" y="8902"/>
                </a:lnTo>
                <a:lnTo>
                  <a:pt x="2540" y="8902"/>
                </a:lnTo>
                <a:lnTo>
                  <a:pt x="2540" y="7632"/>
                </a:lnTo>
                <a:lnTo>
                  <a:pt x="99072" y="7632"/>
                </a:lnTo>
                <a:lnTo>
                  <a:pt x="99072" y="6362"/>
                </a:lnTo>
                <a:lnTo>
                  <a:pt x="99072" y="5092"/>
                </a:lnTo>
                <a:close/>
              </a:path>
              <a:path w="100965" h="10794">
                <a:moveTo>
                  <a:pt x="100342" y="7632"/>
                </a:moveTo>
                <a:lnTo>
                  <a:pt x="99072" y="7632"/>
                </a:lnTo>
                <a:lnTo>
                  <a:pt x="99072" y="8902"/>
                </a:lnTo>
                <a:lnTo>
                  <a:pt x="2540" y="8902"/>
                </a:lnTo>
                <a:lnTo>
                  <a:pt x="2540" y="10172"/>
                </a:lnTo>
                <a:lnTo>
                  <a:pt x="100342" y="10172"/>
                </a:lnTo>
                <a:lnTo>
                  <a:pt x="100342" y="8902"/>
                </a:lnTo>
                <a:lnTo>
                  <a:pt x="100342" y="7632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7830807" y="1539239"/>
            <a:ext cx="93980" cy="29209"/>
          </a:xfrm>
          <a:custGeom>
            <a:avLst/>
            <a:gdLst/>
            <a:ahLst/>
            <a:cxnLst/>
            <a:rect l="l" t="t" r="r" b="b"/>
            <a:pathLst>
              <a:path w="93979" h="29209">
                <a:moveTo>
                  <a:pt x="76200" y="27940"/>
                </a:moveTo>
                <a:lnTo>
                  <a:pt x="2514" y="27940"/>
                </a:lnTo>
                <a:lnTo>
                  <a:pt x="2514" y="26670"/>
                </a:lnTo>
                <a:lnTo>
                  <a:pt x="1270" y="26670"/>
                </a:lnTo>
                <a:lnTo>
                  <a:pt x="1270" y="27940"/>
                </a:lnTo>
                <a:lnTo>
                  <a:pt x="0" y="27940"/>
                </a:lnTo>
                <a:lnTo>
                  <a:pt x="0" y="29210"/>
                </a:lnTo>
                <a:lnTo>
                  <a:pt x="76200" y="29210"/>
                </a:lnTo>
                <a:lnTo>
                  <a:pt x="76200" y="27940"/>
                </a:lnTo>
                <a:close/>
              </a:path>
              <a:path w="93979" h="29209">
                <a:moveTo>
                  <a:pt x="77444" y="25400"/>
                </a:moveTo>
                <a:lnTo>
                  <a:pt x="3797" y="25400"/>
                </a:lnTo>
                <a:lnTo>
                  <a:pt x="3797" y="24130"/>
                </a:lnTo>
                <a:lnTo>
                  <a:pt x="2514" y="24130"/>
                </a:lnTo>
                <a:lnTo>
                  <a:pt x="2514" y="26670"/>
                </a:lnTo>
                <a:lnTo>
                  <a:pt x="76200" y="26670"/>
                </a:lnTo>
                <a:lnTo>
                  <a:pt x="76200" y="27940"/>
                </a:lnTo>
                <a:lnTo>
                  <a:pt x="77444" y="27940"/>
                </a:lnTo>
                <a:lnTo>
                  <a:pt x="77444" y="25400"/>
                </a:lnTo>
                <a:close/>
              </a:path>
              <a:path w="93979" h="29209">
                <a:moveTo>
                  <a:pt x="79997" y="21590"/>
                </a:moveTo>
                <a:lnTo>
                  <a:pt x="5067" y="21590"/>
                </a:lnTo>
                <a:lnTo>
                  <a:pt x="5067" y="24130"/>
                </a:lnTo>
                <a:lnTo>
                  <a:pt x="79997" y="24130"/>
                </a:lnTo>
                <a:lnTo>
                  <a:pt x="79997" y="21590"/>
                </a:lnTo>
                <a:close/>
              </a:path>
              <a:path w="93979" h="29209">
                <a:moveTo>
                  <a:pt x="81267" y="19050"/>
                </a:moveTo>
                <a:lnTo>
                  <a:pt x="8864" y="19050"/>
                </a:lnTo>
                <a:lnTo>
                  <a:pt x="8864" y="17780"/>
                </a:lnTo>
                <a:lnTo>
                  <a:pt x="7620" y="17780"/>
                </a:lnTo>
                <a:lnTo>
                  <a:pt x="7620" y="19050"/>
                </a:lnTo>
                <a:lnTo>
                  <a:pt x="6350" y="19050"/>
                </a:lnTo>
                <a:lnTo>
                  <a:pt x="6350" y="20320"/>
                </a:lnTo>
                <a:lnTo>
                  <a:pt x="81267" y="20320"/>
                </a:lnTo>
                <a:lnTo>
                  <a:pt x="81267" y="19050"/>
                </a:lnTo>
                <a:close/>
              </a:path>
              <a:path w="93979" h="29209">
                <a:moveTo>
                  <a:pt x="83794" y="15240"/>
                </a:moveTo>
                <a:lnTo>
                  <a:pt x="10147" y="15240"/>
                </a:lnTo>
                <a:lnTo>
                  <a:pt x="10147" y="17780"/>
                </a:lnTo>
                <a:lnTo>
                  <a:pt x="82550" y="17780"/>
                </a:lnTo>
                <a:lnTo>
                  <a:pt x="82550" y="19050"/>
                </a:lnTo>
                <a:lnTo>
                  <a:pt x="83794" y="19050"/>
                </a:lnTo>
                <a:lnTo>
                  <a:pt x="83794" y="15240"/>
                </a:lnTo>
                <a:close/>
              </a:path>
              <a:path w="93979" h="29209">
                <a:moveTo>
                  <a:pt x="86347" y="12700"/>
                </a:moveTo>
                <a:lnTo>
                  <a:pt x="13970" y="12700"/>
                </a:lnTo>
                <a:lnTo>
                  <a:pt x="13970" y="11430"/>
                </a:lnTo>
                <a:lnTo>
                  <a:pt x="12700" y="11430"/>
                </a:lnTo>
                <a:lnTo>
                  <a:pt x="12700" y="12700"/>
                </a:lnTo>
                <a:lnTo>
                  <a:pt x="11417" y="12700"/>
                </a:lnTo>
                <a:lnTo>
                  <a:pt x="11417" y="13970"/>
                </a:lnTo>
                <a:lnTo>
                  <a:pt x="85064" y="13970"/>
                </a:lnTo>
                <a:lnTo>
                  <a:pt x="85064" y="15240"/>
                </a:lnTo>
                <a:lnTo>
                  <a:pt x="86347" y="15240"/>
                </a:lnTo>
                <a:lnTo>
                  <a:pt x="86347" y="12700"/>
                </a:lnTo>
                <a:close/>
              </a:path>
              <a:path w="93979" h="29209">
                <a:moveTo>
                  <a:pt x="88874" y="8890"/>
                </a:moveTo>
                <a:lnTo>
                  <a:pt x="16497" y="8890"/>
                </a:lnTo>
                <a:lnTo>
                  <a:pt x="16497" y="7620"/>
                </a:lnTo>
                <a:lnTo>
                  <a:pt x="15214" y="7620"/>
                </a:lnTo>
                <a:lnTo>
                  <a:pt x="15214" y="11430"/>
                </a:lnTo>
                <a:lnTo>
                  <a:pt x="86347" y="11430"/>
                </a:lnTo>
                <a:lnTo>
                  <a:pt x="86347" y="12700"/>
                </a:lnTo>
                <a:lnTo>
                  <a:pt x="87617" y="12700"/>
                </a:lnTo>
                <a:lnTo>
                  <a:pt x="87617" y="11430"/>
                </a:lnTo>
                <a:lnTo>
                  <a:pt x="88874" y="11430"/>
                </a:lnTo>
                <a:lnTo>
                  <a:pt x="88874" y="8890"/>
                </a:lnTo>
                <a:close/>
              </a:path>
              <a:path w="93979" h="29209">
                <a:moveTo>
                  <a:pt x="90144" y="6350"/>
                </a:moveTo>
                <a:lnTo>
                  <a:pt x="19050" y="6350"/>
                </a:lnTo>
                <a:lnTo>
                  <a:pt x="19050" y="5080"/>
                </a:lnTo>
                <a:lnTo>
                  <a:pt x="17767" y="5080"/>
                </a:lnTo>
                <a:lnTo>
                  <a:pt x="17767" y="6350"/>
                </a:lnTo>
                <a:lnTo>
                  <a:pt x="16497" y="6350"/>
                </a:lnTo>
                <a:lnTo>
                  <a:pt x="16497" y="7620"/>
                </a:lnTo>
                <a:lnTo>
                  <a:pt x="88874" y="7620"/>
                </a:lnTo>
                <a:lnTo>
                  <a:pt x="88874" y="8890"/>
                </a:lnTo>
                <a:lnTo>
                  <a:pt x="90144" y="8890"/>
                </a:lnTo>
                <a:lnTo>
                  <a:pt x="90144" y="6350"/>
                </a:lnTo>
                <a:close/>
              </a:path>
              <a:path w="93979" h="29209">
                <a:moveTo>
                  <a:pt x="92697" y="2540"/>
                </a:moveTo>
                <a:lnTo>
                  <a:pt x="21564" y="2540"/>
                </a:lnTo>
                <a:lnTo>
                  <a:pt x="21564" y="1270"/>
                </a:lnTo>
                <a:lnTo>
                  <a:pt x="20320" y="1270"/>
                </a:lnTo>
                <a:lnTo>
                  <a:pt x="20320" y="2540"/>
                </a:lnTo>
                <a:lnTo>
                  <a:pt x="19050" y="2540"/>
                </a:lnTo>
                <a:lnTo>
                  <a:pt x="19050" y="5080"/>
                </a:lnTo>
                <a:lnTo>
                  <a:pt x="92697" y="5080"/>
                </a:lnTo>
                <a:lnTo>
                  <a:pt x="92697" y="2540"/>
                </a:lnTo>
                <a:close/>
              </a:path>
              <a:path w="93979" h="29209">
                <a:moveTo>
                  <a:pt x="93967" y="0"/>
                </a:moveTo>
                <a:lnTo>
                  <a:pt x="21564" y="0"/>
                </a:lnTo>
                <a:lnTo>
                  <a:pt x="21564" y="1270"/>
                </a:lnTo>
                <a:lnTo>
                  <a:pt x="93967" y="1270"/>
                </a:lnTo>
                <a:lnTo>
                  <a:pt x="93967" y="0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8267675" y="1525269"/>
            <a:ext cx="384810" cy="43815"/>
          </a:xfrm>
          <a:custGeom>
            <a:avLst/>
            <a:gdLst/>
            <a:ahLst/>
            <a:cxnLst/>
            <a:rect l="l" t="t" r="r" b="b"/>
            <a:pathLst>
              <a:path w="384809" h="43815">
                <a:moveTo>
                  <a:pt x="241300" y="41922"/>
                </a:moveTo>
                <a:lnTo>
                  <a:pt x="10147" y="41922"/>
                </a:lnTo>
                <a:lnTo>
                  <a:pt x="10147" y="40652"/>
                </a:lnTo>
                <a:lnTo>
                  <a:pt x="5080" y="40652"/>
                </a:lnTo>
                <a:lnTo>
                  <a:pt x="5080" y="41922"/>
                </a:lnTo>
                <a:lnTo>
                  <a:pt x="0" y="41922"/>
                </a:lnTo>
                <a:lnTo>
                  <a:pt x="0" y="43192"/>
                </a:lnTo>
                <a:lnTo>
                  <a:pt x="241300" y="43192"/>
                </a:lnTo>
                <a:lnTo>
                  <a:pt x="241300" y="41922"/>
                </a:lnTo>
                <a:close/>
              </a:path>
              <a:path w="384809" h="43815">
                <a:moveTo>
                  <a:pt x="250177" y="39382"/>
                </a:moveTo>
                <a:lnTo>
                  <a:pt x="20332" y="39382"/>
                </a:lnTo>
                <a:lnTo>
                  <a:pt x="20332" y="38112"/>
                </a:lnTo>
                <a:lnTo>
                  <a:pt x="15252" y="38112"/>
                </a:lnTo>
                <a:lnTo>
                  <a:pt x="15252" y="39382"/>
                </a:lnTo>
                <a:lnTo>
                  <a:pt x="10147" y="39382"/>
                </a:lnTo>
                <a:lnTo>
                  <a:pt x="10147" y="40652"/>
                </a:lnTo>
                <a:lnTo>
                  <a:pt x="246380" y="40652"/>
                </a:lnTo>
                <a:lnTo>
                  <a:pt x="246380" y="41922"/>
                </a:lnTo>
                <a:lnTo>
                  <a:pt x="250177" y="41922"/>
                </a:lnTo>
                <a:lnTo>
                  <a:pt x="250177" y="40652"/>
                </a:lnTo>
                <a:lnTo>
                  <a:pt x="250177" y="39382"/>
                </a:lnTo>
                <a:close/>
              </a:path>
              <a:path w="384809" h="43815">
                <a:moveTo>
                  <a:pt x="262877" y="35572"/>
                </a:moveTo>
                <a:lnTo>
                  <a:pt x="34302" y="35572"/>
                </a:lnTo>
                <a:lnTo>
                  <a:pt x="34302" y="34302"/>
                </a:lnTo>
                <a:lnTo>
                  <a:pt x="29197" y="34302"/>
                </a:lnTo>
                <a:lnTo>
                  <a:pt x="29197" y="35572"/>
                </a:lnTo>
                <a:lnTo>
                  <a:pt x="24130" y="35572"/>
                </a:lnTo>
                <a:lnTo>
                  <a:pt x="24130" y="38112"/>
                </a:lnTo>
                <a:lnTo>
                  <a:pt x="254000" y="38112"/>
                </a:lnTo>
                <a:lnTo>
                  <a:pt x="254000" y="39382"/>
                </a:lnTo>
                <a:lnTo>
                  <a:pt x="259080" y="39382"/>
                </a:lnTo>
                <a:lnTo>
                  <a:pt x="259080" y="38112"/>
                </a:lnTo>
                <a:lnTo>
                  <a:pt x="262877" y="38112"/>
                </a:lnTo>
                <a:lnTo>
                  <a:pt x="262877" y="35572"/>
                </a:lnTo>
                <a:close/>
              </a:path>
              <a:path w="384809" h="43815">
                <a:moveTo>
                  <a:pt x="271780" y="33032"/>
                </a:moveTo>
                <a:lnTo>
                  <a:pt x="44450" y="33032"/>
                </a:lnTo>
                <a:lnTo>
                  <a:pt x="44450" y="31762"/>
                </a:lnTo>
                <a:lnTo>
                  <a:pt x="39382" y="31762"/>
                </a:lnTo>
                <a:lnTo>
                  <a:pt x="39382" y="33032"/>
                </a:lnTo>
                <a:lnTo>
                  <a:pt x="34302" y="33032"/>
                </a:lnTo>
                <a:lnTo>
                  <a:pt x="34302" y="34302"/>
                </a:lnTo>
                <a:lnTo>
                  <a:pt x="266700" y="34302"/>
                </a:lnTo>
                <a:lnTo>
                  <a:pt x="266700" y="35572"/>
                </a:lnTo>
                <a:lnTo>
                  <a:pt x="271780" y="35572"/>
                </a:lnTo>
                <a:lnTo>
                  <a:pt x="271780" y="34302"/>
                </a:lnTo>
                <a:lnTo>
                  <a:pt x="271780" y="33032"/>
                </a:lnTo>
                <a:close/>
              </a:path>
              <a:path w="384809" h="43815">
                <a:moveTo>
                  <a:pt x="284480" y="29222"/>
                </a:moveTo>
                <a:lnTo>
                  <a:pt x="59702" y="29222"/>
                </a:lnTo>
                <a:lnTo>
                  <a:pt x="59702" y="27952"/>
                </a:lnTo>
                <a:lnTo>
                  <a:pt x="54597" y="27952"/>
                </a:lnTo>
                <a:lnTo>
                  <a:pt x="54597" y="29222"/>
                </a:lnTo>
                <a:lnTo>
                  <a:pt x="49530" y="29222"/>
                </a:lnTo>
                <a:lnTo>
                  <a:pt x="49530" y="31762"/>
                </a:lnTo>
                <a:lnTo>
                  <a:pt x="275602" y="31762"/>
                </a:lnTo>
                <a:lnTo>
                  <a:pt x="275602" y="33032"/>
                </a:lnTo>
                <a:lnTo>
                  <a:pt x="279400" y="33032"/>
                </a:lnTo>
                <a:lnTo>
                  <a:pt x="279400" y="31762"/>
                </a:lnTo>
                <a:lnTo>
                  <a:pt x="284480" y="31762"/>
                </a:lnTo>
                <a:lnTo>
                  <a:pt x="284480" y="29222"/>
                </a:lnTo>
                <a:close/>
              </a:path>
              <a:path w="384809" h="43815">
                <a:moveTo>
                  <a:pt x="292100" y="26682"/>
                </a:moveTo>
                <a:lnTo>
                  <a:pt x="69850" y="26682"/>
                </a:lnTo>
                <a:lnTo>
                  <a:pt x="69850" y="25412"/>
                </a:lnTo>
                <a:lnTo>
                  <a:pt x="64782" y="25412"/>
                </a:lnTo>
                <a:lnTo>
                  <a:pt x="64782" y="26682"/>
                </a:lnTo>
                <a:lnTo>
                  <a:pt x="59702" y="26682"/>
                </a:lnTo>
                <a:lnTo>
                  <a:pt x="59702" y="27952"/>
                </a:lnTo>
                <a:lnTo>
                  <a:pt x="288277" y="27952"/>
                </a:lnTo>
                <a:lnTo>
                  <a:pt x="288277" y="29222"/>
                </a:lnTo>
                <a:lnTo>
                  <a:pt x="292100" y="29222"/>
                </a:lnTo>
                <a:lnTo>
                  <a:pt x="292100" y="27952"/>
                </a:lnTo>
                <a:lnTo>
                  <a:pt x="292100" y="26682"/>
                </a:lnTo>
                <a:close/>
              </a:path>
              <a:path w="384809" h="43815">
                <a:moveTo>
                  <a:pt x="304800" y="22872"/>
                </a:moveTo>
                <a:lnTo>
                  <a:pt x="83832" y="22872"/>
                </a:lnTo>
                <a:lnTo>
                  <a:pt x="83832" y="21602"/>
                </a:lnTo>
                <a:lnTo>
                  <a:pt x="78752" y="21602"/>
                </a:lnTo>
                <a:lnTo>
                  <a:pt x="78752" y="22872"/>
                </a:lnTo>
                <a:lnTo>
                  <a:pt x="74930" y="22872"/>
                </a:lnTo>
                <a:lnTo>
                  <a:pt x="74930" y="25412"/>
                </a:lnTo>
                <a:lnTo>
                  <a:pt x="297180" y="25412"/>
                </a:lnTo>
                <a:lnTo>
                  <a:pt x="297180" y="26682"/>
                </a:lnTo>
                <a:lnTo>
                  <a:pt x="301002" y="26682"/>
                </a:lnTo>
                <a:lnTo>
                  <a:pt x="301002" y="25412"/>
                </a:lnTo>
                <a:lnTo>
                  <a:pt x="304800" y="25412"/>
                </a:lnTo>
                <a:lnTo>
                  <a:pt x="304800" y="22872"/>
                </a:lnTo>
                <a:close/>
              </a:path>
              <a:path w="384809" h="43815">
                <a:moveTo>
                  <a:pt x="313702" y="20332"/>
                </a:moveTo>
                <a:lnTo>
                  <a:pt x="93980" y="20332"/>
                </a:lnTo>
                <a:lnTo>
                  <a:pt x="93980" y="19062"/>
                </a:lnTo>
                <a:lnTo>
                  <a:pt x="88900" y="19062"/>
                </a:lnTo>
                <a:lnTo>
                  <a:pt x="88900" y="20332"/>
                </a:lnTo>
                <a:lnTo>
                  <a:pt x="83832" y="20332"/>
                </a:lnTo>
                <a:lnTo>
                  <a:pt x="83832" y="21602"/>
                </a:lnTo>
                <a:lnTo>
                  <a:pt x="309880" y="21602"/>
                </a:lnTo>
                <a:lnTo>
                  <a:pt x="309880" y="22872"/>
                </a:lnTo>
                <a:lnTo>
                  <a:pt x="313702" y="22872"/>
                </a:lnTo>
                <a:lnTo>
                  <a:pt x="313702" y="21602"/>
                </a:lnTo>
                <a:lnTo>
                  <a:pt x="313702" y="20332"/>
                </a:lnTo>
                <a:close/>
              </a:path>
              <a:path w="384809" h="43815">
                <a:moveTo>
                  <a:pt x="326377" y="16522"/>
                </a:moveTo>
                <a:lnTo>
                  <a:pt x="109232" y="16522"/>
                </a:lnTo>
                <a:lnTo>
                  <a:pt x="109232" y="15252"/>
                </a:lnTo>
                <a:lnTo>
                  <a:pt x="104152" y="15252"/>
                </a:lnTo>
                <a:lnTo>
                  <a:pt x="104152" y="16522"/>
                </a:lnTo>
                <a:lnTo>
                  <a:pt x="99047" y="16522"/>
                </a:lnTo>
                <a:lnTo>
                  <a:pt x="99047" y="19062"/>
                </a:lnTo>
                <a:lnTo>
                  <a:pt x="317500" y="19062"/>
                </a:lnTo>
                <a:lnTo>
                  <a:pt x="317500" y="20332"/>
                </a:lnTo>
                <a:lnTo>
                  <a:pt x="321297" y="20332"/>
                </a:lnTo>
                <a:lnTo>
                  <a:pt x="321297" y="19062"/>
                </a:lnTo>
                <a:lnTo>
                  <a:pt x="326377" y="19062"/>
                </a:lnTo>
                <a:lnTo>
                  <a:pt x="326377" y="16522"/>
                </a:lnTo>
                <a:close/>
              </a:path>
              <a:path w="384809" h="43815">
                <a:moveTo>
                  <a:pt x="333997" y="13982"/>
                </a:moveTo>
                <a:lnTo>
                  <a:pt x="119380" y="13982"/>
                </a:lnTo>
                <a:lnTo>
                  <a:pt x="119380" y="12712"/>
                </a:lnTo>
                <a:lnTo>
                  <a:pt x="114300" y="12712"/>
                </a:lnTo>
                <a:lnTo>
                  <a:pt x="114300" y="13982"/>
                </a:lnTo>
                <a:lnTo>
                  <a:pt x="109232" y="13982"/>
                </a:lnTo>
                <a:lnTo>
                  <a:pt x="109232" y="15252"/>
                </a:lnTo>
                <a:lnTo>
                  <a:pt x="330200" y="15252"/>
                </a:lnTo>
                <a:lnTo>
                  <a:pt x="330200" y="16522"/>
                </a:lnTo>
                <a:lnTo>
                  <a:pt x="333997" y="16522"/>
                </a:lnTo>
                <a:lnTo>
                  <a:pt x="333997" y="15252"/>
                </a:lnTo>
                <a:lnTo>
                  <a:pt x="333997" y="13982"/>
                </a:lnTo>
                <a:close/>
              </a:path>
              <a:path w="384809" h="43815">
                <a:moveTo>
                  <a:pt x="346697" y="10172"/>
                </a:moveTo>
                <a:lnTo>
                  <a:pt x="133350" y="10172"/>
                </a:lnTo>
                <a:lnTo>
                  <a:pt x="133350" y="8902"/>
                </a:lnTo>
                <a:lnTo>
                  <a:pt x="129552" y="8902"/>
                </a:lnTo>
                <a:lnTo>
                  <a:pt x="129552" y="10172"/>
                </a:lnTo>
                <a:lnTo>
                  <a:pt x="124447" y="10172"/>
                </a:lnTo>
                <a:lnTo>
                  <a:pt x="124447" y="12712"/>
                </a:lnTo>
                <a:lnTo>
                  <a:pt x="339102" y="12712"/>
                </a:lnTo>
                <a:lnTo>
                  <a:pt x="339102" y="13982"/>
                </a:lnTo>
                <a:lnTo>
                  <a:pt x="342900" y="13982"/>
                </a:lnTo>
                <a:lnTo>
                  <a:pt x="342900" y="12712"/>
                </a:lnTo>
                <a:lnTo>
                  <a:pt x="346697" y="12712"/>
                </a:lnTo>
                <a:lnTo>
                  <a:pt x="346697" y="10172"/>
                </a:lnTo>
                <a:close/>
              </a:path>
              <a:path w="384809" h="43815">
                <a:moveTo>
                  <a:pt x="355600" y="7632"/>
                </a:moveTo>
                <a:lnTo>
                  <a:pt x="143497" y="7632"/>
                </a:lnTo>
                <a:lnTo>
                  <a:pt x="143497" y="6362"/>
                </a:lnTo>
                <a:lnTo>
                  <a:pt x="138430" y="6362"/>
                </a:lnTo>
                <a:lnTo>
                  <a:pt x="138430" y="7632"/>
                </a:lnTo>
                <a:lnTo>
                  <a:pt x="133350" y="7632"/>
                </a:lnTo>
                <a:lnTo>
                  <a:pt x="133350" y="8902"/>
                </a:lnTo>
                <a:lnTo>
                  <a:pt x="351802" y="8902"/>
                </a:lnTo>
                <a:lnTo>
                  <a:pt x="351802" y="10172"/>
                </a:lnTo>
                <a:lnTo>
                  <a:pt x="355600" y="10172"/>
                </a:lnTo>
                <a:lnTo>
                  <a:pt x="355600" y="8902"/>
                </a:lnTo>
                <a:lnTo>
                  <a:pt x="355600" y="7632"/>
                </a:lnTo>
                <a:close/>
              </a:path>
              <a:path w="384809" h="43815">
                <a:moveTo>
                  <a:pt x="368300" y="3822"/>
                </a:moveTo>
                <a:lnTo>
                  <a:pt x="158750" y="3822"/>
                </a:lnTo>
                <a:lnTo>
                  <a:pt x="158750" y="2552"/>
                </a:lnTo>
                <a:lnTo>
                  <a:pt x="153682" y="2552"/>
                </a:lnTo>
                <a:lnTo>
                  <a:pt x="153682" y="3822"/>
                </a:lnTo>
                <a:lnTo>
                  <a:pt x="148602" y="3822"/>
                </a:lnTo>
                <a:lnTo>
                  <a:pt x="148602" y="6362"/>
                </a:lnTo>
                <a:lnTo>
                  <a:pt x="359397" y="6362"/>
                </a:lnTo>
                <a:lnTo>
                  <a:pt x="359397" y="7632"/>
                </a:lnTo>
                <a:lnTo>
                  <a:pt x="364477" y="7632"/>
                </a:lnTo>
                <a:lnTo>
                  <a:pt x="364477" y="6362"/>
                </a:lnTo>
                <a:lnTo>
                  <a:pt x="368300" y="6362"/>
                </a:lnTo>
                <a:lnTo>
                  <a:pt x="368300" y="3822"/>
                </a:lnTo>
                <a:close/>
              </a:path>
              <a:path w="384809" h="43815">
                <a:moveTo>
                  <a:pt x="377202" y="1282"/>
                </a:moveTo>
                <a:lnTo>
                  <a:pt x="168897" y="1282"/>
                </a:lnTo>
                <a:lnTo>
                  <a:pt x="168897" y="12"/>
                </a:lnTo>
                <a:lnTo>
                  <a:pt x="163830" y="12"/>
                </a:lnTo>
                <a:lnTo>
                  <a:pt x="163830" y="1282"/>
                </a:lnTo>
                <a:lnTo>
                  <a:pt x="158750" y="1282"/>
                </a:lnTo>
                <a:lnTo>
                  <a:pt x="158750" y="2552"/>
                </a:lnTo>
                <a:lnTo>
                  <a:pt x="372097" y="2552"/>
                </a:lnTo>
                <a:lnTo>
                  <a:pt x="372097" y="3822"/>
                </a:lnTo>
                <a:lnTo>
                  <a:pt x="377202" y="3822"/>
                </a:lnTo>
                <a:lnTo>
                  <a:pt x="377202" y="2552"/>
                </a:lnTo>
                <a:lnTo>
                  <a:pt x="377202" y="1282"/>
                </a:lnTo>
                <a:close/>
              </a:path>
              <a:path w="384809" h="43815">
                <a:moveTo>
                  <a:pt x="384797" y="0"/>
                </a:moveTo>
                <a:lnTo>
                  <a:pt x="381000" y="0"/>
                </a:lnTo>
                <a:lnTo>
                  <a:pt x="381000" y="1270"/>
                </a:lnTo>
                <a:lnTo>
                  <a:pt x="384797" y="1270"/>
                </a:lnTo>
                <a:lnTo>
                  <a:pt x="384797" y="0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7345654" y="1525282"/>
            <a:ext cx="106045" cy="31750"/>
          </a:xfrm>
          <a:custGeom>
            <a:avLst/>
            <a:gdLst/>
            <a:ahLst/>
            <a:cxnLst/>
            <a:rect l="l" t="t" r="r" b="b"/>
            <a:pathLst>
              <a:path w="106045" h="31750">
                <a:moveTo>
                  <a:pt x="92697" y="0"/>
                </a:moveTo>
                <a:lnTo>
                  <a:pt x="91452" y="0"/>
                </a:lnTo>
                <a:lnTo>
                  <a:pt x="91452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1270" y="3810"/>
                </a:lnTo>
                <a:lnTo>
                  <a:pt x="1270" y="2540"/>
                </a:lnTo>
                <a:lnTo>
                  <a:pt x="92697" y="2540"/>
                </a:lnTo>
                <a:lnTo>
                  <a:pt x="92697" y="1270"/>
                </a:lnTo>
                <a:lnTo>
                  <a:pt x="92697" y="0"/>
                </a:lnTo>
                <a:close/>
              </a:path>
              <a:path w="106045" h="31750">
                <a:moveTo>
                  <a:pt x="95250" y="7607"/>
                </a:moveTo>
                <a:lnTo>
                  <a:pt x="2552" y="7607"/>
                </a:lnTo>
                <a:lnTo>
                  <a:pt x="2552" y="6350"/>
                </a:lnTo>
                <a:lnTo>
                  <a:pt x="93980" y="6350"/>
                </a:lnTo>
                <a:lnTo>
                  <a:pt x="93980" y="3810"/>
                </a:lnTo>
                <a:lnTo>
                  <a:pt x="93980" y="2540"/>
                </a:lnTo>
                <a:lnTo>
                  <a:pt x="92697" y="2540"/>
                </a:lnTo>
                <a:lnTo>
                  <a:pt x="92697" y="3810"/>
                </a:lnTo>
                <a:lnTo>
                  <a:pt x="1270" y="3810"/>
                </a:lnTo>
                <a:lnTo>
                  <a:pt x="1270" y="6350"/>
                </a:lnTo>
                <a:lnTo>
                  <a:pt x="1270" y="7620"/>
                </a:lnTo>
                <a:lnTo>
                  <a:pt x="2552" y="7620"/>
                </a:lnTo>
                <a:lnTo>
                  <a:pt x="2552" y="8877"/>
                </a:lnTo>
                <a:lnTo>
                  <a:pt x="95250" y="8877"/>
                </a:lnTo>
                <a:lnTo>
                  <a:pt x="95250" y="7607"/>
                </a:lnTo>
                <a:close/>
              </a:path>
              <a:path w="106045" h="31750">
                <a:moveTo>
                  <a:pt x="96520" y="8890"/>
                </a:moveTo>
                <a:lnTo>
                  <a:pt x="95250" y="8890"/>
                </a:lnTo>
                <a:lnTo>
                  <a:pt x="95250" y="10160"/>
                </a:lnTo>
                <a:lnTo>
                  <a:pt x="3822" y="10160"/>
                </a:lnTo>
                <a:lnTo>
                  <a:pt x="3822" y="12700"/>
                </a:lnTo>
                <a:lnTo>
                  <a:pt x="96520" y="12700"/>
                </a:lnTo>
                <a:lnTo>
                  <a:pt x="96520" y="10160"/>
                </a:lnTo>
                <a:lnTo>
                  <a:pt x="96520" y="8890"/>
                </a:lnTo>
                <a:close/>
              </a:path>
              <a:path w="106045" h="31750">
                <a:moveTo>
                  <a:pt x="99047" y="13957"/>
                </a:moveTo>
                <a:lnTo>
                  <a:pt x="5080" y="13957"/>
                </a:lnTo>
                <a:lnTo>
                  <a:pt x="5080" y="15227"/>
                </a:lnTo>
                <a:lnTo>
                  <a:pt x="99047" y="15227"/>
                </a:lnTo>
                <a:lnTo>
                  <a:pt x="99047" y="13957"/>
                </a:lnTo>
                <a:close/>
              </a:path>
              <a:path w="106045" h="31750">
                <a:moveTo>
                  <a:pt x="100330" y="16497"/>
                </a:moveTo>
                <a:lnTo>
                  <a:pt x="5080" y="16497"/>
                </a:lnTo>
                <a:lnTo>
                  <a:pt x="5080" y="19037"/>
                </a:lnTo>
                <a:lnTo>
                  <a:pt x="100330" y="19037"/>
                </a:lnTo>
                <a:lnTo>
                  <a:pt x="100330" y="16497"/>
                </a:lnTo>
                <a:close/>
              </a:path>
              <a:path w="106045" h="31750">
                <a:moveTo>
                  <a:pt x="101600" y="19050"/>
                </a:moveTo>
                <a:lnTo>
                  <a:pt x="100330" y="19050"/>
                </a:lnTo>
                <a:lnTo>
                  <a:pt x="100330" y="20320"/>
                </a:lnTo>
                <a:lnTo>
                  <a:pt x="6350" y="20320"/>
                </a:lnTo>
                <a:lnTo>
                  <a:pt x="6350" y="21590"/>
                </a:lnTo>
                <a:lnTo>
                  <a:pt x="6350" y="22860"/>
                </a:lnTo>
                <a:lnTo>
                  <a:pt x="7620" y="22860"/>
                </a:lnTo>
                <a:lnTo>
                  <a:pt x="7620" y="21590"/>
                </a:lnTo>
                <a:lnTo>
                  <a:pt x="101600" y="21590"/>
                </a:lnTo>
                <a:lnTo>
                  <a:pt x="101600" y="20320"/>
                </a:lnTo>
                <a:lnTo>
                  <a:pt x="101600" y="19050"/>
                </a:lnTo>
                <a:close/>
              </a:path>
              <a:path w="106045" h="31750">
                <a:moveTo>
                  <a:pt x="102870" y="21590"/>
                </a:moveTo>
                <a:lnTo>
                  <a:pt x="101600" y="21590"/>
                </a:lnTo>
                <a:lnTo>
                  <a:pt x="101600" y="22860"/>
                </a:lnTo>
                <a:lnTo>
                  <a:pt x="7620" y="22860"/>
                </a:lnTo>
                <a:lnTo>
                  <a:pt x="7620" y="25400"/>
                </a:lnTo>
                <a:lnTo>
                  <a:pt x="7620" y="26670"/>
                </a:lnTo>
                <a:lnTo>
                  <a:pt x="8902" y="26670"/>
                </a:lnTo>
                <a:lnTo>
                  <a:pt x="8902" y="25400"/>
                </a:lnTo>
                <a:lnTo>
                  <a:pt x="102870" y="25400"/>
                </a:lnTo>
                <a:lnTo>
                  <a:pt x="102870" y="22860"/>
                </a:lnTo>
                <a:lnTo>
                  <a:pt x="102870" y="21590"/>
                </a:lnTo>
                <a:close/>
              </a:path>
              <a:path w="106045" h="31750">
                <a:moveTo>
                  <a:pt x="104152" y="25400"/>
                </a:moveTo>
                <a:lnTo>
                  <a:pt x="102870" y="25400"/>
                </a:lnTo>
                <a:lnTo>
                  <a:pt x="102870" y="26670"/>
                </a:lnTo>
                <a:lnTo>
                  <a:pt x="8902" y="26670"/>
                </a:lnTo>
                <a:lnTo>
                  <a:pt x="8902" y="27940"/>
                </a:lnTo>
                <a:lnTo>
                  <a:pt x="104152" y="27940"/>
                </a:lnTo>
                <a:lnTo>
                  <a:pt x="104152" y="26670"/>
                </a:lnTo>
                <a:lnTo>
                  <a:pt x="104152" y="25400"/>
                </a:lnTo>
                <a:close/>
              </a:path>
              <a:path w="106045" h="31750">
                <a:moveTo>
                  <a:pt x="105422" y="27940"/>
                </a:moveTo>
                <a:lnTo>
                  <a:pt x="104152" y="27940"/>
                </a:lnTo>
                <a:lnTo>
                  <a:pt x="104152" y="29210"/>
                </a:lnTo>
                <a:lnTo>
                  <a:pt x="10172" y="29210"/>
                </a:lnTo>
                <a:lnTo>
                  <a:pt x="10172" y="31750"/>
                </a:lnTo>
                <a:lnTo>
                  <a:pt x="105422" y="31750"/>
                </a:lnTo>
                <a:lnTo>
                  <a:pt x="105422" y="29210"/>
                </a:lnTo>
                <a:lnTo>
                  <a:pt x="105422" y="27940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7852372" y="1525269"/>
            <a:ext cx="81915" cy="15240"/>
          </a:xfrm>
          <a:custGeom>
            <a:avLst/>
            <a:gdLst/>
            <a:ahLst/>
            <a:cxnLst/>
            <a:rect l="l" t="t" r="r" b="b"/>
            <a:pathLst>
              <a:path w="81915" h="15240">
                <a:moveTo>
                  <a:pt x="72402" y="13970"/>
                </a:moveTo>
                <a:lnTo>
                  <a:pt x="2552" y="13970"/>
                </a:lnTo>
                <a:lnTo>
                  <a:pt x="2552" y="12700"/>
                </a:lnTo>
                <a:lnTo>
                  <a:pt x="1282" y="12700"/>
                </a:lnTo>
                <a:lnTo>
                  <a:pt x="1282" y="13970"/>
                </a:lnTo>
                <a:lnTo>
                  <a:pt x="0" y="13970"/>
                </a:lnTo>
                <a:lnTo>
                  <a:pt x="0" y="15240"/>
                </a:lnTo>
                <a:lnTo>
                  <a:pt x="72402" y="15240"/>
                </a:lnTo>
                <a:lnTo>
                  <a:pt x="72402" y="13970"/>
                </a:lnTo>
                <a:close/>
              </a:path>
              <a:path w="81915" h="15240">
                <a:moveTo>
                  <a:pt x="74955" y="10160"/>
                </a:moveTo>
                <a:lnTo>
                  <a:pt x="5105" y="10160"/>
                </a:lnTo>
                <a:lnTo>
                  <a:pt x="5105" y="8890"/>
                </a:lnTo>
                <a:lnTo>
                  <a:pt x="3835" y="8890"/>
                </a:lnTo>
                <a:lnTo>
                  <a:pt x="3835" y="10160"/>
                </a:lnTo>
                <a:lnTo>
                  <a:pt x="2552" y="10160"/>
                </a:lnTo>
                <a:lnTo>
                  <a:pt x="2552" y="12700"/>
                </a:lnTo>
                <a:lnTo>
                  <a:pt x="73685" y="12700"/>
                </a:lnTo>
                <a:lnTo>
                  <a:pt x="73685" y="13970"/>
                </a:lnTo>
                <a:lnTo>
                  <a:pt x="74955" y="13970"/>
                </a:lnTo>
                <a:lnTo>
                  <a:pt x="74955" y="10160"/>
                </a:lnTo>
                <a:close/>
              </a:path>
              <a:path w="81915" h="15240">
                <a:moveTo>
                  <a:pt x="77482" y="7620"/>
                </a:moveTo>
                <a:lnTo>
                  <a:pt x="5105" y="7620"/>
                </a:lnTo>
                <a:lnTo>
                  <a:pt x="5105" y="8890"/>
                </a:lnTo>
                <a:lnTo>
                  <a:pt x="76200" y="8890"/>
                </a:lnTo>
                <a:lnTo>
                  <a:pt x="76200" y="10160"/>
                </a:lnTo>
                <a:lnTo>
                  <a:pt x="77482" y="10160"/>
                </a:lnTo>
                <a:lnTo>
                  <a:pt x="77482" y="7620"/>
                </a:lnTo>
                <a:close/>
              </a:path>
              <a:path w="81915" h="15240">
                <a:moveTo>
                  <a:pt x="80035" y="3810"/>
                </a:moveTo>
                <a:lnTo>
                  <a:pt x="10185" y="3810"/>
                </a:lnTo>
                <a:lnTo>
                  <a:pt x="10185" y="2540"/>
                </a:lnTo>
                <a:lnTo>
                  <a:pt x="8902" y="2540"/>
                </a:lnTo>
                <a:lnTo>
                  <a:pt x="8902" y="3810"/>
                </a:lnTo>
                <a:lnTo>
                  <a:pt x="7632" y="3810"/>
                </a:lnTo>
                <a:lnTo>
                  <a:pt x="7632" y="6350"/>
                </a:lnTo>
                <a:lnTo>
                  <a:pt x="77482" y="6350"/>
                </a:lnTo>
                <a:lnTo>
                  <a:pt x="77482" y="7620"/>
                </a:lnTo>
                <a:lnTo>
                  <a:pt x="78752" y="7620"/>
                </a:lnTo>
                <a:lnTo>
                  <a:pt x="78752" y="6350"/>
                </a:lnTo>
                <a:lnTo>
                  <a:pt x="80035" y="6350"/>
                </a:lnTo>
                <a:lnTo>
                  <a:pt x="80035" y="3810"/>
                </a:lnTo>
                <a:close/>
              </a:path>
              <a:path w="81915" h="15240">
                <a:moveTo>
                  <a:pt x="81305" y="1270"/>
                </a:moveTo>
                <a:lnTo>
                  <a:pt x="11455" y="1270"/>
                </a:lnTo>
                <a:lnTo>
                  <a:pt x="11455" y="0"/>
                </a:lnTo>
                <a:lnTo>
                  <a:pt x="10185" y="0"/>
                </a:lnTo>
                <a:lnTo>
                  <a:pt x="10185" y="2540"/>
                </a:lnTo>
                <a:lnTo>
                  <a:pt x="80035" y="2540"/>
                </a:lnTo>
                <a:lnTo>
                  <a:pt x="80035" y="3810"/>
                </a:lnTo>
                <a:lnTo>
                  <a:pt x="81305" y="3810"/>
                </a:lnTo>
                <a:lnTo>
                  <a:pt x="81305" y="1270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7369785" y="1598929"/>
            <a:ext cx="107950" cy="14604"/>
          </a:xfrm>
          <a:custGeom>
            <a:avLst/>
            <a:gdLst/>
            <a:ahLst/>
            <a:cxnLst/>
            <a:rect l="l" t="t" r="r" b="b"/>
            <a:pathLst>
              <a:path w="107950" h="14605">
                <a:moveTo>
                  <a:pt x="102870" y="0"/>
                </a:moveTo>
                <a:lnTo>
                  <a:pt x="0" y="0"/>
                </a:lnTo>
                <a:lnTo>
                  <a:pt x="0" y="2540"/>
                </a:lnTo>
                <a:lnTo>
                  <a:pt x="102870" y="2540"/>
                </a:lnTo>
                <a:lnTo>
                  <a:pt x="102870" y="0"/>
                </a:lnTo>
                <a:close/>
              </a:path>
              <a:path w="107950" h="14605">
                <a:moveTo>
                  <a:pt x="104140" y="2552"/>
                </a:moveTo>
                <a:lnTo>
                  <a:pt x="102870" y="2552"/>
                </a:lnTo>
                <a:lnTo>
                  <a:pt x="102870" y="3822"/>
                </a:lnTo>
                <a:lnTo>
                  <a:pt x="1270" y="3822"/>
                </a:lnTo>
                <a:lnTo>
                  <a:pt x="1270" y="5092"/>
                </a:lnTo>
                <a:lnTo>
                  <a:pt x="1270" y="6362"/>
                </a:lnTo>
                <a:lnTo>
                  <a:pt x="2540" y="6362"/>
                </a:lnTo>
                <a:lnTo>
                  <a:pt x="2540" y="5092"/>
                </a:lnTo>
                <a:lnTo>
                  <a:pt x="104140" y="5092"/>
                </a:lnTo>
                <a:lnTo>
                  <a:pt x="104140" y="3822"/>
                </a:lnTo>
                <a:lnTo>
                  <a:pt x="104140" y="2552"/>
                </a:lnTo>
                <a:close/>
              </a:path>
              <a:path w="107950" h="14605">
                <a:moveTo>
                  <a:pt x="105422" y="6362"/>
                </a:moveTo>
                <a:lnTo>
                  <a:pt x="2540" y="6362"/>
                </a:lnTo>
                <a:lnTo>
                  <a:pt x="2540" y="8902"/>
                </a:lnTo>
                <a:lnTo>
                  <a:pt x="2540" y="10172"/>
                </a:lnTo>
                <a:lnTo>
                  <a:pt x="3822" y="10172"/>
                </a:lnTo>
                <a:lnTo>
                  <a:pt x="3822" y="8902"/>
                </a:lnTo>
                <a:lnTo>
                  <a:pt x="105422" y="8902"/>
                </a:lnTo>
                <a:lnTo>
                  <a:pt x="105422" y="6362"/>
                </a:lnTo>
                <a:close/>
              </a:path>
              <a:path w="107950" h="14605">
                <a:moveTo>
                  <a:pt x="106692" y="8902"/>
                </a:moveTo>
                <a:lnTo>
                  <a:pt x="105422" y="8902"/>
                </a:lnTo>
                <a:lnTo>
                  <a:pt x="105422" y="10172"/>
                </a:lnTo>
                <a:lnTo>
                  <a:pt x="3822" y="10172"/>
                </a:lnTo>
                <a:lnTo>
                  <a:pt x="3822" y="11442"/>
                </a:lnTo>
                <a:lnTo>
                  <a:pt x="106692" y="11442"/>
                </a:lnTo>
                <a:lnTo>
                  <a:pt x="106692" y="10172"/>
                </a:lnTo>
                <a:lnTo>
                  <a:pt x="106692" y="8902"/>
                </a:lnTo>
                <a:close/>
              </a:path>
              <a:path w="107950" h="14605">
                <a:moveTo>
                  <a:pt x="107950" y="11442"/>
                </a:moveTo>
                <a:lnTo>
                  <a:pt x="106692" y="11442"/>
                </a:lnTo>
                <a:lnTo>
                  <a:pt x="106692" y="12712"/>
                </a:lnTo>
                <a:lnTo>
                  <a:pt x="5092" y="12712"/>
                </a:lnTo>
                <a:lnTo>
                  <a:pt x="5092" y="13982"/>
                </a:lnTo>
                <a:lnTo>
                  <a:pt x="107950" y="13982"/>
                </a:lnTo>
                <a:lnTo>
                  <a:pt x="107950" y="12712"/>
                </a:lnTo>
                <a:lnTo>
                  <a:pt x="107950" y="11442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7796504" y="1590039"/>
            <a:ext cx="95250" cy="22860"/>
          </a:xfrm>
          <a:custGeom>
            <a:avLst/>
            <a:gdLst/>
            <a:ahLst/>
            <a:cxnLst/>
            <a:rect l="l" t="t" r="r" b="b"/>
            <a:pathLst>
              <a:path w="95250" h="22859">
                <a:moveTo>
                  <a:pt x="81267" y="21590"/>
                </a:moveTo>
                <a:lnTo>
                  <a:pt x="2552" y="21590"/>
                </a:lnTo>
                <a:lnTo>
                  <a:pt x="2552" y="20320"/>
                </a:lnTo>
                <a:lnTo>
                  <a:pt x="1270" y="20320"/>
                </a:lnTo>
                <a:lnTo>
                  <a:pt x="1270" y="21590"/>
                </a:lnTo>
                <a:lnTo>
                  <a:pt x="0" y="21590"/>
                </a:lnTo>
                <a:lnTo>
                  <a:pt x="0" y="22860"/>
                </a:lnTo>
                <a:lnTo>
                  <a:pt x="81267" y="22860"/>
                </a:lnTo>
                <a:lnTo>
                  <a:pt x="81267" y="21590"/>
                </a:lnTo>
                <a:close/>
              </a:path>
              <a:path w="95250" h="22859">
                <a:moveTo>
                  <a:pt x="82550" y="19050"/>
                </a:moveTo>
                <a:lnTo>
                  <a:pt x="3822" y="19050"/>
                </a:lnTo>
                <a:lnTo>
                  <a:pt x="3822" y="17780"/>
                </a:lnTo>
                <a:lnTo>
                  <a:pt x="2552" y="17780"/>
                </a:lnTo>
                <a:lnTo>
                  <a:pt x="2552" y="20320"/>
                </a:lnTo>
                <a:lnTo>
                  <a:pt x="81267" y="20320"/>
                </a:lnTo>
                <a:lnTo>
                  <a:pt x="81267" y="21590"/>
                </a:lnTo>
                <a:lnTo>
                  <a:pt x="82550" y="21590"/>
                </a:lnTo>
                <a:lnTo>
                  <a:pt x="82550" y="19050"/>
                </a:lnTo>
                <a:close/>
              </a:path>
              <a:path w="95250" h="22859">
                <a:moveTo>
                  <a:pt x="85077" y="15240"/>
                </a:moveTo>
                <a:lnTo>
                  <a:pt x="5067" y="15240"/>
                </a:lnTo>
                <a:lnTo>
                  <a:pt x="5067" y="17780"/>
                </a:lnTo>
                <a:lnTo>
                  <a:pt x="85077" y="17780"/>
                </a:lnTo>
                <a:lnTo>
                  <a:pt x="85077" y="15240"/>
                </a:lnTo>
                <a:close/>
              </a:path>
              <a:path w="95250" h="22859">
                <a:moveTo>
                  <a:pt x="86347" y="12700"/>
                </a:moveTo>
                <a:lnTo>
                  <a:pt x="8902" y="12700"/>
                </a:lnTo>
                <a:lnTo>
                  <a:pt x="8902" y="11430"/>
                </a:lnTo>
                <a:lnTo>
                  <a:pt x="7620" y="11430"/>
                </a:lnTo>
                <a:lnTo>
                  <a:pt x="7620" y="12700"/>
                </a:lnTo>
                <a:lnTo>
                  <a:pt x="6350" y="12700"/>
                </a:lnTo>
                <a:lnTo>
                  <a:pt x="6350" y="13970"/>
                </a:lnTo>
                <a:lnTo>
                  <a:pt x="86347" y="13970"/>
                </a:lnTo>
                <a:lnTo>
                  <a:pt x="86347" y="12700"/>
                </a:lnTo>
                <a:close/>
              </a:path>
              <a:path w="95250" h="22859">
                <a:moveTo>
                  <a:pt x="88900" y="8890"/>
                </a:moveTo>
                <a:lnTo>
                  <a:pt x="10172" y="8890"/>
                </a:lnTo>
                <a:lnTo>
                  <a:pt x="10172" y="11430"/>
                </a:lnTo>
                <a:lnTo>
                  <a:pt x="87617" y="11430"/>
                </a:lnTo>
                <a:lnTo>
                  <a:pt x="87617" y="12700"/>
                </a:lnTo>
                <a:lnTo>
                  <a:pt x="88900" y="12700"/>
                </a:lnTo>
                <a:lnTo>
                  <a:pt x="88900" y="8890"/>
                </a:lnTo>
                <a:close/>
              </a:path>
              <a:path w="95250" h="22859">
                <a:moveTo>
                  <a:pt x="91452" y="6350"/>
                </a:moveTo>
                <a:lnTo>
                  <a:pt x="13970" y="6350"/>
                </a:lnTo>
                <a:lnTo>
                  <a:pt x="13970" y="5080"/>
                </a:lnTo>
                <a:lnTo>
                  <a:pt x="12700" y="5080"/>
                </a:lnTo>
                <a:lnTo>
                  <a:pt x="12700" y="6350"/>
                </a:lnTo>
                <a:lnTo>
                  <a:pt x="11417" y="6350"/>
                </a:lnTo>
                <a:lnTo>
                  <a:pt x="11417" y="7620"/>
                </a:lnTo>
                <a:lnTo>
                  <a:pt x="90170" y="7620"/>
                </a:lnTo>
                <a:lnTo>
                  <a:pt x="90170" y="8890"/>
                </a:lnTo>
                <a:lnTo>
                  <a:pt x="91427" y="8890"/>
                </a:lnTo>
                <a:lnTo>
                  <a:pt x="91427" y="7620"/>
                </a:lnTo>
                <a:lnTo>
                  <a:pt x="91452" y="6350"/>
                </a:lnTo>
                <a:close/>
              </a:path>
              <a:path w="95250" h="22859">
                <a:moveTo>
                  <a:pt x="93967" y="2540"/>
                </a:moveTo>
                <a:lnTo>
                  <a:pt x="16522" y="2540"/>
                </a:lnTo>
                <a:lnTo>
                  <a:pt x="16522" y="1270"/>
                </a:lnTo>
                <a:lnTo>
                  <a:pt x="15252" y="1270"/>
                </a:lnTo>
                <a:lnTo>
                  <a:pt x="15252" y="5080"/>
                </a:lnTo>
                <a:lnTo>
                  <a:pt x="91452" y="5080"/>
                </a:lnTo>
                <a:lnTo>
                  <a:pt x="91452" y="6350"/>
                </a:lnTo>
                <a:lnTo>
                  <a:pt x="92722" y="6350"/>
                </a:lnTo>
                <a:lnTo>
                  <a:pt x="92722" y="5080"/>
                </a:lnTo>
                <a:lnTo>
                  <a:pt x="93967" y="5080"/>
                </a:lnTo>
                <a:lnTo>
                  <a:pt x="93967" y="2540"/>
                </a:lnTo>
                <a:close/>
              </a:path>
              <a:path w="95250" h="22859">
                <a:moveTo>
                  <a:pt x="95250" y="0"/>
                </a:moveTo>
                <a:lnTo>
                  <a:pt x="16522" y="0"/>
                </a:lnTo>
                <a:lnTo>
                  <a:pt x="16522" y="1270"/>
                </a:lnTo>
                <a:lnTo>
                  <a:pt x="93967" y="1270"/>
                </a:lnTo>
                <a:lnTo>
                  <a:pt x="93967" y="2540"/>
                </a:lnTo>
                <a:lnTo>
                  <a:pt x="95250" y="2540"/>
                </a:lnTo>
                <a:lnTo>
                  <a:pt x="95250" y="0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8164804" y="1568462"/>
            <a:ext cx="344170" cy="44450"/>
          </a:xfrm>
          <a:custGeom>
            <a:avLst/>
            <a:gdLst/>
            <a:ahLst/>
            <a:cxnLst/>
            <a:rect l="l" t="t" r="r" b="b"/>
            <a:pathLst>
              <a:path w="344170" h="44450">
                <a:moveTo>
                  <a:pt x="196850" y="43180"/>
                </a:moveTo>
                <a:lnTo>
                  <a:pt x="5067" y="43180"/>
                </a:lnTo>
                <a:lnTo>
                  <a:pt x="5067" y="41910"/>
                </a:lnTo>
                <a:lnTo>
                  <a:pt x="2552" y="41910"/>
                </a:lnTo>
                <a:lnTo>
                  <a:pt x="2552" y="43180"/>
                </a:lnTo>
                <a:lnTo>
                  <a:pt x="0" y="43180"/>
                </a:lnTo>
                <a:lnTo>
                  <a:pt x="0" y="44450"/>
                </a:lnTo>
                <a:lnTo>
                  <a:pt x="196850" y="44450"/>
                </a:lnTo>
                <a:lnTo>
                  <a:pt x="196850" y="43180"/>
                </a:lnTo>
                <a:close/>
              </a:path>
              <a:path w="344170" h="44450">
                <a:moveTo>
                  <a:pt x="205727" y="40640"/>
                </a:moveTo>
                <a:lnTo>
                  <a:pt x="8902" y="40640"/>
                </a:lnTo>
                <a:lnTo>
                  <a:pt x="8902" y="39370"/>
                </a:lnTo>
                <a:lnTo>
                  <a:pt x="7620" y="39370"/>
                </a:lnTo>
                <a:lnTo>
                  <a:pt x="7620" y="40640"/>
                </a:lnTo>
                <a:lnTo>
                  <a:pt x="5067" y="40640"/>
                </a:lnTo>
                <a:lnTo>
                  <a:pt x="5067" y="41910"/>
                </a:lnTo>
                <a:lnTo>
                  <a:pt x="201917" y="41910"/>
                </a:lnTo>
                <a:lnTo>
                  <a:pt x="201917" y="43180"/>
                </a:lnTo>
                <a:lnTo>
                  <a:pt x="205727" y="43180"/>
                </a:lnTo>
                <a:lnTo>
                  <a:pt x="205727" y="41910"/>
                </a:lnTo>
                <a:lnTo>
                  <a:pt x="205727" y="40640"/>
                </a:lnTo>
                <a:close/>
              </a:path>
              <a:path w="344170" h="44450">
                <a:moveTo>
                  <a:pt x="218427" y="36830"/>
                </a:moveTo>
                <a:lnTo>
                  <a:pt x="16522" y="36830"/>
                </a:lnTo>
                <a:lnTo>
                  <a:pt x="16522" y="35560"/>
                </a:lnTo>
                <a:lnTo>
                  <a:pt x="13970" y="35560"/>
                </a:lnTo>
                <a:lnTo>
                  <a:pt x="13970" y="36830"/>
                </a:lnTo>
                <a:lnTo>
                  <a:pt x="11417" y="36830"/>
                </a:lnTo>
                <a:lnTo>
                  <a:pt x="11417" y="39370"/>
                </a:lnTo>
                <a:lnTo>
                  <a:pt x="209550" y="39370"/>
                </a:lnTo>
                <a:lnTo>
                  <a:pt x="209550" y="40640"/>
                </a:lnTo>
                <a:lnTo>
                  <a:pt x="214617" y="40640"/>
                </a:lnTo>
                <a:lnTo>
                  <a:pt x="214617" y="39370"/>
                </a:lnTo>
                <a:lnTo>
                  <a:pt x="218427" y="39370"/>
                </a:lnTo>
                <a:lnTo>
                  <a:pt x="218427" y="36830"/>
                </a:lnTo>
                <a:close/>
              </a:path>
              <a:path w="344170" h="44450">
                <a:moveTo>
                  <a:pt x="226072" y="34290"/>
                </a:moveTo>
                <a:lnTo>
                  <a:pt x="21602" y="34290"/>
                </a:lnTo>
                <a:lnTo>
                  <a:pt x="21602" y="33020"/>
                </a:lnTo>
                <a:lnTo>
                  <a:pt x="19050" y="33020"/>
                </a:lnTo>
                <a:lnTo>
                  <a:pt x="19050" y="34290"/>
                </a:lnTo>
                <a:lnTo>
                  <a:pt x="16522" y="34290"/>
                </a:lnTo>
                <a:lnTo>
                  <a:pt x="16522" y="35560"/>
                </a:lnTo>
                <a:lnTo>
                  <a:pt x="222250" y="35560"/>
                </a:lnTo>
                <a:lnTo>
                  <a:pt x="222250" y="36830"/>
                </a:lnTo>
                <a:lnTo>
                  <a:pt x="226072" y="36830"/>
                </a:lnTo>
                <a:lnTo>
                  <a:pt x="226072" y="35560"/>
                </a:lnTo>
                <a:lnTo>
                  <a:pt x="226072" y="34290"/>
                </a:lnTo>
                <a:close/>
              </a:path>
              <a:path w="344170" h="44450">
                <a:moveTo>
                  <a:pt x="238747" y="30480"/>
                </a:moveTo>
                <a:lnTo>
                  <a:pt x="29222" y="30480"/>
                </a:lnTo>
                <a:lnTo>
                  <a:pt x="29222" y="29210"/>
                </a:lnTo>
                <a:lnTo>
                  <a:pt x="26670" y="29210"/>
                </a:lnTo>
                <a:lnTo>
                  <a:pt x="26670" y="30480"/>
                </a:lnTo>
                <a:lnTo>
                  <a:pt x="24117" y="30480"/>
                </a:lnTo>
                <a:lnTo>
                  <a:pt x="24117" y="33020"/>
                </a:lnTo>
                <a:lnTo>
                  <a:pt x="231152" y="33020"/>
                </a:lnTo>
                <a:lnTo>
                  <a:pt x="231152" y="34290"/>
                </a:lnTo>
                <a:lnTo>
                  <a:pt x="234950" y="34290"/>
                </a:lnTo>
                <a:lnTo>
                  <a:pt x="234950" y="33020"/>
                </a:lnTo>
                <a:lnTo>
                  <a:pt x="238747" y="33020"/>
                </a:lnTo>
                <a:lnTo>
                  <a:pt x="238747" y="30480"/>
                </a:lnTo>
                <a:close/>
              </a:path>
              <a:path w="344170" h="44450">
                <a:moveTo>
                  <a:pt x="247650" y="27940"/>
                </a:moveTo>
                <a:lnTo>
                  <a:pt x="34302" y="27940"/>
                </a:lnTo>
                <a:lnTo>
                  <a:pt x="34302" y="26670"/>
                </a:lnTo>
                <a:lnTo>
                  <a:pt x="31750" y="26670"/>
                </a:lnTo>
                <a:lnTo>
                  <a:pt x="31750" y="27940"/>
                </a:lnTo>
                <a:lnTo>
                  <a:pt x="29222" y="27940"/>
                </a:lnTo>
                <a:lnTo>
                  <a:pt x="29222" y="29210"/>
                </a:lnTo>
                <a:lnTo>
                  <a:pt x="243852" y="29210"/>
                </a:lnTo>
                <a:lnTo>
                  <a:pt x="243852" y="30480"/>
                </a:lnTo>
                <a:lnTo>
                  <a:pt x="247650" y="30480"/>
                </a:lnTo>
                <a:lnTo>
                  <a:pt x="247650" y="29210"/>
                </a:lnTo>
                <a:lnTo>
                  <a:pt x="247650" y="27940"/>
                </a:lnTo>
                <a:close/>
              </a:path>
              <a:path w="344170" h="44450">
                <a:moveTo>
                  <a:pt x="260350" y="24130"/>
                </a:moveTo>
                <a:lnTo>
                  <a:pt x="41922" y="24130"/>
                </a:lnTo>
                <a:lnTo>
                  <a:pt x="41922" y="22860"/>
                </a:lnTo>
                <a:lnTo>
                  <a:pt x="39370" y="22860"/>
                </a:lnTo>
                <a:lnTo>
                  <a:pt x="39370" y="24130"/>
                </a:lnTo>
                <a:lnTo>
                  <a:pt x="36817" y="24130"/>
                </a:lnTo>
                <a:lnTo>
                  <a:pt x="36817" y="26670"/>
                </a:lnTo>
                <a:lnTo>
                  <a:pt x="251447" y="26670"/>
                </a:lnTo>
                <a:lnTo>
                  <a:pt x="251447" y="27940"/>
                </a:lnTo>
                <a:lnTo>
                  <a:pt x="256552" y="27940"/>
                </a:lnTo>
                <a:lnTo>
                  <a:pt x="256552" y="26670"/>
                </a:lnTo>
                <a:lnTo>
                  <a:pt x="260350" y="26670"/>
                </a:lnTo>
                <a:lnTo>
                  <a:pt x="260350" y="24130"/>
                </a:lnTo>
                <a:close/>
              </a:path>
              <a:path w="344170" h="44450">
                <a:moveTo>
                  <a:pt x="269252" y="21590"/>
                </a:moveTo>
                <a:lnTo>
                  <a:pt x="47002" y="21590"/>
                </a:lnTo>
                <a:lnTo>
                  <a:pt x="47002" y="20320"/>
                </a:lnTo>
                <a:lnTo>
                  <a:pt x="44450" y="20320"/>
                </a:lnTo>
                <a:lnTo>
                  <a:pt x="44450" y="21590"/>
                </a:lnTo>
                <a:lnTo>
                  <a:pt x="41922" y="21590"/>
                </a:lnTo>
                <a:lnTo>
                  <a:pt x="41922" y="22860"/>
                </a:lnTo>
                <a:lnTo>
                  <a:pt x="264172" y="22860"/>
                </a:lnTo>
                <a:lnTo>
                  <a:pt x="264172" y="24130"/>
                </a:lnTo>
                <a:lnTo>
                  <a:pt x="269252" y="24130"/>
                </a:lnTo>
                <a:lnTo>
                  <a:pt x="269252" y="22860"/>
                </a:lnTo>
                <a:lnTo>
                  <a:pt x="269252" y="21590"/>
                </a:lnTo>
                <a:close/>
              </a:path>
              <a:path w="344170" h="44450">
                <a:moveTo>
                  <a:pt x="281927" y="17780"/>
                </a:moveTo>
                <a:lnTo>
                  <a:pt x="54622" y="17780"/>
                </a:lnTo>
                <a:lnTo>
                  <a:pt x="54622" y="16510"/>
                </a:lnTo>
                <a:lnTo>
                  <a:pt x="52070" y="16510"/>
                </a:lnTo>
                <a:lnTo>
                  <a:pt x="52070" y="17780"/>
                </a:lnTo>
                <a:lnTo>
                  <a:pt x="49517" y="17780"/>
                </a:lnTo>
                <a:lnTo>
                  <a:pt x="49517" y="20320"/>
                </a:lnTo>
                <a:lnTo>
                  <a:pt x="273050" y="20320"/>
                </a:lnTo>
                <a:lnTo>
                  <a:pt x="273050" y="21590"/>
                </a:lnTo>
                <a:lnTo>
                  <a:pt x="276872" y="21590"/>
                </a:lnTo>
                <a:lnTo>
                  <a:pt x="276872" y="20320"/>
                </a:lnTo>
                <a:lnTo>
                  <a:pt x="281927" y="20320"/>
                </a:lnTo>
                <a:lnTo>
                  <a:pt x="281927" y="17780"/>
                </a:lnTo>
                <a:close/>
              </a:path>
              <a:path w="344170" h="44450">
                <a:moveTo>
                  <a:pt x="289572" y="15240"/>
                </a:moveTo>
                <a:lnTo>
                  <a:pt x="59702" y="15240"/>
                </a:lnTo>
                <a:lnTo>
                  <a:pt x="59702" y="13970"/>
                </a:lnTo>
                <a:lnTo>
                  <a:pt x="57150" y="13970"/>
                </a:lnTo>
                <a:lnTo>
                  <a:pt x="57150" y="15240"/>
                </a:lnTo>
                <a:lnTo>
                  <a:pt x="54622" y="15240"/>
                </a:lnTo>
                <a:lnTo>
                  <a:pt x="54622" y="16510"/>
                </a:lnTo>
                <a:lnTo>
                  <a:pt x="285750" y="16510"/>
                </a:lnTo>
                <a:lnTo>
                  <a:pt x="285750" y="17780"/>
                </a:lnTo>
                <a:lnTo>
                  <a:pt x="289572" y="17780"/>
                </a:lnTo>
                <a:lnTo>
                  <a:pt x="289572" y="16510"/>
                </a:lnTo>
                <a:lnTo>
                  <a:pt x="289572" y="15240"/>
                </a:lnTo>
                <a:close/>
              </a:path>
              <a:path w="344170" h="44450">
                <a:moveTo>
                  <a:pt x="302247" y="11430"/>
                </a:moveTo>
                <a:lnTo>
                  <a:pt x="67322" y="11430"/>
                </a:lnTo>
                <a:lnTo>
                  <a:pt x="67322" y="10160"/>
                </a:lnTo>
                <a:lnTo>
                  <a:pt x="64770" y="10160"/>
                </a:lnTo>
                <a:lnTo>
                  <a:pt x="64770" y="11430"/>
                </a:lnTo>
                <a:lnTo>
                  <a:pt x="62217" y="11430"/>
                </a:lnTo>
                <a:lnTo>
                  <a:pt x="62217" y="13970"/>
                </a:lnTo>
                <a:lnTo>
                  <a:pt x="294652" y="13970"/>
                </a:lnTo>
                <a:lnTo>
                  <a:pt x="294652" y="15240"/>
                </a:lnTo>
                <a:lnTo>
                  <a:pt x="298450" y="15240"/>
                </a:lnTo>
                <a:lnTo>
                  <a:pt x="298450" y="13970"/>
                </a:lnTo>
                <a:lnTo>
                  <a:pt x="302247" y="13970"/>
                </a:lnTo>
                <a:lnTo>
                  <a:pt x="302247" y="11430"/>
                </a:lnTo>
                <a:close/>
              </a:path>
              <a:path w="344170" h="44450">
                <a:moveTo>
                  <a:pt x="311150" y="8890"/>
                </a:moveTo>
                <a:lnTo>
                  <a:pt x="71120" y="8890"/>
                </a:lnTo>
                <a:lnTo>
                  <a:pt x="71120" y="7620"/>
                </a:lnTo>
                <a:lnTo>
                  <a:pt x="69850" y="7620"/>
                </a:lnTo>
                <a:lnTo>
                  <a:pt x="69850" y="8890"/>
                </a:lnTo>
                <a:lnTo>
                  <a:pt x="67322" y="8890"/>
                </a:lnTo>
                <a:lnTo>
                  <a:pt x="67322" y="10160"/>
                </a:lnTo>
                <a:lnTo>
                  <a:pt x="307352" y="10160"/>
                </a:lnTo>
                <a:lnTo>
                  <a:pt x="307352" y="11430"/>
                </a:lnTo>
                <a:lnTo>
                  <a:pt x="311150" y="11430"/>
                </a:lnTo>
                <a:lnTo>
                  <a:pt x="311150" y="10160"/>
                </a:lnTo>
                <a:lnTo>
                  <a:pt x="311150" y="8890"/>
                </a:lnTo>
                <a:close/>
              </a:path>
              <a:path w="344170" h="44450">
                <a:moveTo>
                  <a:pt x="323850" y="5080"/>
                </a:moveTo>
                <a:lnTo>
                  <a:pt x="87617" y="5080"/>
                </a:lnTo>
                <a:lnTo>
                  <a:pt x="87617" y="3810"/>
                </a:lnTo>
                <a:lnTo>
                  <a:pt x="82550" y="3810"/>
                </a:lnTo>
                <a:lnTo>
                  <a:pt x="82550" y="5080"/>
                </a:lnTo>
                <a:lnTo>
                  <a:pt x="77470" y="5080"/>
                </a:lnTo>
                <a:lnTo>
                  <a:pt x="77470" y="7620"/>
                </a:lnTo>
                <a:lnTo>
                  <a:pt x="314947" y="7620"/>
                </a:lnTo>
                <a:lnTo>
                  <a:pt x="314947" y="8890"/>
                </a:lnTo>
                <a:lnTo>
                  <a:pt x="320052" y="8890"/>
                </a:lnTo>
                <a:lnTo>
                  <a:pt x="320052" y="7620"/>
                </a:lnTo>
                <a:lnTo>
                  <a:pt x="323850" y="7620"/>
                </a:lnTo>
                <a:lnTo>
                  <a:pt x="323850" y="5080"/>
                </a:lnTo>
                <a:close/>
              </a:path>
              <a:path w="344170" h="44450">
                <a:moveTo>
                  <a:pt x="331470" y="2540"/>
                </a:moveTo>
                <a:lnTo>
                  <a:pt x="97802" y="2540"/>
                </a:lnTo>
                <a:lnTo>
                  <a:pt x="97802" y="1270"/>
                </a:lnTo>
                <a:lnTo>
                  <a:pt x="92722" y="1270"/>
                </a:lnTo>
                <a:lnTo>
                  <a:pt x="92722" y="2540"/>
                </a:lnTo>
                <a:lnTo>
                  <a:pt x="87617" y="2540"/>
                </a:lnTo>
                <a:lnTo>
                  <a:pt x="87617" y="3810"/>
                </a:lnTo>
                <a:lnTo>
                  <a:pt x="327647" y="3810"/>
                </a:lnTo>
                <a:lnTo>
                  <a:pt x="327647" y="5080"/>
                </a:lnTo>
                <a:lnTo>
                  <a:pt x="331470" y="5080"/>
                </a:lnTo>
                <a:lnTo>
                  <a:pt x="331470" y="3810"/>
                </a:lnTo>
                <a:lnTo>
                  <a:pt x="331470" y="2540"/>
                </a:lnTo>
                <a:close/>
              </a:path>
              <a:path w="344170" h="44450">
                <a:moveTo>
                  <a:pt x="344170" y="0"/>
                </a:moveTo>
                <a:lnTo>
                  <a:pt x="102870" y="0"/>
                </a:lnTo>
                <a:lnTo>
                  <a:pt x="102870" y="1270"/>
                </a:lnTo>
                <a:lnTo>
                  <a:pt x="336550" y="1270"/>
                </a:lnTo>
                <a:lnTo>
                  <a:pt x="336550" y="2540"/>
                </a:lnTo>
                <a:lnTo>
                  <a:pt x="340372" y="2540"/>
                </a:lnTo>
                <a:lnTo>
                  <a:pt x="340372" y="1270"/>
                </a:lnTo>
                <a:lnTo>
                  <a:pt x="344170" y="1270"/>
                </a:lnTo>
                <a:lnTo>
                  <a:pt x="344170" y="0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7359625" y="1568462"/>
            <a:ext cx="111760" cy="29209"/>
          </a:xfrm>
          <a:custGeom>
            <a:avLst/>
            <a:gdLst/>
            <a:ahLst/>
            <a:cxnLst/>
            <a:rect l="l" t="t" r="r" b="b"/>
            <a:pathLst>
              <a:path w="111759" h="29209">
                <a:moveTo>
                  <a:pt x="97802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82" y="2540"/>
                </a:lnTo>
                <a:lnTo>
                  <a:pt x="1282" y="1270"/>
                </a:lnTo>
                <a:lnTo>
                  <a:pt x="97802" y="1270"/>
                </a:lnTo>
                <a:lnTo>
                  <a:pt x="97802" y="0"/>
                </a:lnTo>
                <a:close/>
              </a:path>
              <a:path w="111759" h="29209">
                <a:moveTo>
                  <a:pt x="99060" y="1270"/>
                </a:moveTo>
                <a:lnTo>
                  <a:pt x="97802" y="1270"/>
                </a:lnTo>
                <a:lnTo>
                  <a:pt x="97802" y="2540"/>
                </a:lnTo>
                <a:lnTo>
                  <a:pt x="1282" y="2540"/>
                </a:lnTo>
                <a:lnTo>
                  <a:pt x="1282" y="3810"/>
                </a:lnTo>
                <a:lnTo>
                  <a:pt x="99060" y="3810"/>
                </a:lnTo>
                <a:lnTo>
                  <a:pt x="99060" y="2540"/>
                </a:lnTo>
                <a:lnTo>
                  <a:pt x="99060" y="1270"/>
                </a:lnTo>
                <a:close/>
              </a:path>
              <a:path w="111759" h="29209">
                <a:moveTo>
                  <a:pt x="100330" y="3810"/>
                </a:moveTo>
                <a:lnTo>
                  <a:pt x="99060" y="3810"/>
                </a:lnTo>
                <a:lnTo>
                  <a:pt x="99060" y="5080"/>
                </a:lnTo>
                <a:lnTo>
                  <a:pt x="2552" y="5080"/>
                </a:lnTo>
                <a:lnTo>
                  <a:pt x="2552" y="7620"/>
                </a:lnTo>
                <a:lnTo>
                  <a:pt x="100330" y="7620"/>
                </a:lnTo>
                <a:lnTo>
                  <a:pt x="100330" y="5080"/>
                </a:lnTo>
                <a:lnTo>
                  <a:pt x="100330" y="3810"/>
                </a:lnTo>
                <a:close/>
              </a:path>
              <a:path w="111759" h="29209">
                <a:moveTo>
                  <a:pt x="102857" y="8877"/>
                </a:moveTo>
                <a:lnTo>
                  <a:pt x="3810" y="8877"/>
                </a:lnTo>
                <a:lnTo>
                  <a:pt x="3810" y="10147"/>
                </a:lnTo>
                <a:lnTo>
                  <a:pt x="102857" y="10147"/>
                </a:lnTo>
                <a:lnTo>
                  <a:pt x="102857" y="8877"/>
                </a:lnTo>
                <a:close/>
              </a:path>
              <a:path w="111759" h="29209">
                <a:moveTo>
                  <a:pt x="104127" y="11417"/>
                </a:moveTo>
                <a:lnTo>
                  <a:pt x="3810" y="11417"/>
                </a:lnTo>
                <a:lnTo>
                  <a:pt x="3810" y="13957"/>
                </a:lnTo>
                <a:lnTo>
                  <a:pt x="104127" y="13957"/>
                </a:lnTo>
                <a:lnTo>
                  <a:pt x="104127" y="11417"/>
                </a:lnTo>
                <a:close/>
              </a:path>
              <a:path w="111759" h="29209">
                <a:moveTo>
                  <a:pt x="105410" y="13970"/>
                </a:moveTo>
                <a:lnTo>
                  <a:pt x="104127" y="13970"/>
                </a:lnTo>
                <a:lnTo>
                  <a:pt x="104127" y="15240"/>
                </a:lnTo>
                <a:lnTo>
                  <a:pt x="5080" y="15240"/>
                </a:lnTo>
                <a:lnTo>
                  <a:pt x="5080" y="16510"/>
                </a:lnTo>
                <a:lnTo>
                  <a:pt x="5080" y="17780"/>
                </a:lnTo>
                <a:lnTo>
                  <a:pt x="6350" y="17780"/>
                </a:lnTo>
                <a:lnTo>
                  <a:pt x="6350" y="16510"/>
                </a:lnTo>
                <a:lnTo>
                  <a:pt x="105410" y="16510"/>
                </a:lnTo>
                <a:lnTo>
                  <a:pt x="105410" y="15240"/>
                </a:lnTo>
                <a:lnTo>
                  <a:pt x="105410" y="13970"/>
                </a:lnTo>
                <a:close/>
              </a:path>
              <a:path w="111759" h="29209">
                <a:moveTo>
                  <a:pt x="106680" y="17780"/>
                </a:moveTo>
                <a:lnTo>
                  <a:pt x="6350" y="17780"/>
                </a:lnTo>
                <a:lnTo>
                  <a:pt x="6350" y="20320"/>
                </a:lnTo>
                <a:lnTo>
                  <a:pt x="6350" y="21590"/>
                </a:lnTo>
                <a:lnTo>
                  <a:pt x="7632" y="21590"/>
                </a:lnTo>
                <a:lnTo>
                  <a:pt x="7632" y="20320"/>
                </a:lnTo>
                <a:lnTo>
                  <a:pt x="106680" y="20320"/>
                </a:lnTo>
                <a:lnTo>
                  <a:pt x="106680" y="17780"/>
                </a:lnTo>
                <a:close/>
              </a:path>
              <a:path w="111759" h="29209">
                <a:moveTo>
                  <a:pt x="107950" y="20320"/>
                </a:moveTo>
                <a:lnTo>
                  <a:pt x="106680" y="20320"/>
                </a:lnTo>
                <a:lnTo>
                  <a:pt x="106680" y="21590"/>
                </a:lnTo>
                <a:lnTo>
                  <a:pt x="7632" y="21590"/>
                </a:lnTo>
                <a:lnTo>
                  <a:pt x="7632" y="22860"/>
                </a:lnTo>
                <a:lnTo>
                  <a:pt x="107950" y="22860"/>
                </a:lnTo>
                <a:lnTo>
                  <a:pt x="107950" y="21590"/>
                </a:lnTo>
                <a:lnTo>
                  <a:pt x="107950" y="20320"/>
                </a:lnTo>
                <a:close/>
              </a:path>
              <a:path w="111759" h="29209">
                <a:moveTo>
                  <a:pt x="109232" y="22860"/>
                </a:moveTo>
                <a:lnTo>
                  <a:pt x="107950" y="22860"/>
                </a:lnTo>
                <a:lnTo>
                  <a:pt x="107950" y="24130"/>
                </a:lnTo>
                <a:lnTo>
                  <a:pt x="8902" y="24130"/>
                </a:lnTo>
                <a:lnTo>
                  <a:pt x="8902" y="26670"/>
                </a:lnTo>
                <a:lnTo>
                  <a:pt x="109232" y="26670"/>
                </a:lnTo>
                <a:lnTo>
                  <a:pt x="109232" y="24130"/>
                </a:lnTo>
                <a:lnTo>
                  <a:pt x="109232" y="22860"/>
                </a:lnTo>
                <a:close/>
              </a:path>
              <a:path w="111759" h="29209">
                <a:moveTo>
                  <a:pt x="111760" y="27927"/>
                </a:moveTo>
                <a:lnTo>
                  <a:pt x="10160" y="27927"/>
                </a:lnTo>
                <a:lnTo>
                  <a:pt x="10160" y="29197"/>
                </a:lnTo>
                <a:lnTo>
                  <a:pt x="111760" y="29197"/>
                </a:lnTo>
                <a:lnTo>
                  <a:pt x="111760" y="27927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7813027" y="1568449"/>
            <a:ext cx="93980" cy="22860"/>
          </a:xfrm>
          <a:custGeom>
            <a:avLst/>
            <a:gdLst/>
            <a:ahLst/>
            <a:cxnLst/>
            <a:rect l="l" t="t" r="r" b="b"/>
            <a:pathLst>
              <a:path w="93979" h="22859">
                <a:moveTo>
                  <a:pt x="78727" y="21590"/>
                </a:moveTo>
                <a:lnTo>
                  <a:pt x="2527" y="21590"/>
                </a:lnTo>
                <a:lnTo>
                  <a:pt x="2527" y="20320"/>
                </a:lnTo>
                <a:lnTo>
                  <a:pt x="1244" y="20320"/>
                </a:lnTo>
                <a:lnTo>
                  <a:pt x="1244" y="21590"/>
                </a:lnTo>
                <a:lnTo>
                  <a:pt x="0" y="21590"/>
                </a:lnTo>
                <a:lnTo>
                  <a:pt x="0" y="22860"/>
                </a:lnTo>
                <a:lnTo>
                  <a:pt x="78727" y="22860"/>
                </a:lnTo>
                <a:lnTo>
                  <a:pt x="78727" y="21590"/>
                </a:lnTo>
                <a:close/>
              </a:path>
              <a:path w="93979" h="22859">
                <a:moveTo>
                  <a:pt x="81280" y="17780"/>
                </a:moveTo>
                <a:lnTo>
                  <a:pt x="5080" y="17780"/>
                </a:lnTo>
                <a:lnTo>
                  <a:pt x="5080" y="16510"/>
                </a:lnTo>
                <a:lnTo>
                  <a:pt x="3797" y="16510"/>
                </a:lnTo>
                <a:lnTo>
                  <a:pt x="3797" y="17780"/>
                </a:lnTo>
                <a:lnTo>
                  <a:pt x="2527" y="17780"/>
                </a:lnTo>
                <a:lnTo>
                  <a:pt x="2527" y="20320"/>
                </a:lnTo>
                <a:lnTo>
                  <a:pt x="81280" y="20320"/>
                </a:lnTo>
                <a:lnTo>
                  <a:pt x="81280" y="17780"/>
                </a:lnTo>
                <a:close/>
              </a:path>
              <a:path w="93979" h="22859">
                <a:moveTo>
                  <a:pt x="82550" y="15240"/>
                </a:moveTo>
                <a:lnTo>
                  <a:pt x="7594" y="15240"/>
                </a:lnTo>
                <a:lnTo>
                  <a:pt x="7594" y="13970"/>
                </a:lnTo>
                <a:lnTo>
                  <a:pt x="6350" y="13970"/>
                </a:lnTo>
                <a:lnTo>
                  <a:pt x="6350" y="15240"/>
                </a:lnTo>
                <a:lnTo>
                  <a:pt x="5080" y="15240"/>
                </a:lnTo>
                <a:lnTo>
                  <a:pt x="5080" y="16510"/>
                </a:lnTo>
                <a:lnTo>
                  <a:pt x="82550" y="16510"/>
                </a:lnTo>
                <a:lnTo>
                  <a:pt x="82550" y="15240"/>
                </a:lnTo>
                <a:close/>
              </a:path>
              <a:path w="93979" h="22859">
                <a:moveTo>
                  <a:pt x="85077" y="11430"/>
                </a:moveTo>
                <a:lnTo>
                  <a:pt x="10147" y="11430"/>
                </a:lnTo>
                <a:lnTo>
                  <a:pt x="10147" y="10160"/>
                </a:lnTo>
                <a:lnTo>
                  <a:pt x="8877" y="10160"/>
                </a:lnTo>
                <a:lnTo>
                  <a:pt x="8877" y="11430"/>
                </a:lnTo>
                <a:lnTo>
                  <a:pt x="7594" y="11430"/>
                </a:lnTo>
                <a:lnTo>
                  <a:pt x="7594" y="13970"/>
                </a:lnTo>
                <a:lnTo>
                  <a:pt x="83794" y="13970"/>
                </a:lnTo>
                <a:lnTo>
                  <a:pt x="83794" y="15240"/>
                </a:lnTo>
                <a:lnTo>
                  <a:pt x="85077" y="15240"/>
                </a:lnTo>
                <a:lnTo>
                  <a:pt x="85077" y="11430"/>
                </a:lnTo>
                <a:close/>
              </a:path>
              <a:path w="93979" h="22859">
                <a:moveTo>
                  <a:pt x="86347" y="8890"/>
                </a:moveTo>
                <a:lnTo>
                  <a:pt x="10147" y="8890"/>
                </a:lnTo>
                <a:lnTo>
                  <a:pt x="10147" y="10160"/>
                </a:lnTo>
                <a:lnTo>
                  <a:pt x="86347" y="10160"/>
                </a:lnTo>
                <a:lnTo>
                  <a:pt x="86347" y="8890"/>
                </a:lnTo>
                <a:close/>
              </a:path>
              <a:path w="93979" h="22859">
                <a:moveTo>
                  <a:pt x="88900" y="5080"/>
                </a:moveTo>
                <a:lnTo>
                  <a:pt x="15227" y="5080"/>
                </a:lnTo>
                <a:lnTo>
                  <a:pt x="15227" y="3810"/>
                </a:lnTo>
                <a:lnTo>
                  <a:pt x="13944" y="3810"/>
                </a:lnTo>
                <a:lnTo>
                  <a:pt x="13944" y="5080"/>
                </a:lnTo>
                <a:lnTo>
                  <a:pt x="12700" y="5080"/>
                </a:lnTo>
                <a:lnTo>
                  <a:pt x="12700" y="7620"/>
                </a:lnTo>
                <a:lnTo>
                  <a:pt x="87630" y="7620"/>
                </a:lnTo>
                <a:lnTo>
                  <a:pt x="87630" y="8890"/>
                </a:lnTo>
                <a:lnTo>
                  <a:pt x="88900" y="8890"/>
                </a:lnTo>
                <a:lnTo>
                  <a:pt x="88900" y="5080"/>
                </a:lnTo>
                <a:close/>
              </a:path>
              <a:path w="93979" h="22859">
                <a:moveTo>
                  <a:pt x="91427" y="2540"/>
                </a:moveTo>
                <a:lnTo>
                  <a:pt x="15227" y="2540"/>
                </a:lnTo>
                <a:lnTo>
                  <a:pt x="15227" y="3810"/>
                </a:lnTo>
                <a:lnTo>
                  <a:pt x="90144" y="3810"/>
                </a:lnTo>
                <a:lnTo>
                  <a:pt x="90144" y="5080"/>
                </a:lnTo>
                <a:lnTo>
                  <a:pt x="91427" y="5080"/>
                </a:lnTo>
                <a:lnTo>
                  <a:pt x="91427" y="2540"/>
                </a:lnTo>
                <a:close/>
              </a:path>
              <a:path w="93979" h="22859">
                <a:moveTo>
                  <a:pt x="93980" y="0"/>
                </a:moveTo>
                <a:lnTo>
                  <a:pt x="17780" y="0"/>
                </a:lnTo>
                <a:lnTo>
                  <a:pt x="17780" y="1270"/>
                </a:lnTo>
                <a:lnTo>
                  <a:pt x="91427" y="1270"/>
                </a:lnTo>
                <a:lnTo>
                  <a:pt x="91427" y="2540"/>
                </a:lnTo>
                <a:lnTo>
                  <a:pt x="92697" y="2540"/>
                </a:lnTo>
                <a:lnTo>
                  <a:pt x="92697" y="1270"/>
                </a:lnTo>
                <a:lnTo>
                  <a:pt x="93980" y="1270"/>
                </a:lnTo>
                <a:lnTo>
                  <a:pt x="93980" y="0"/>
                </a:lnTo>
                <a:close/>
              </a:path>
            </a:pathLst>
          </a:custGeom>
          <a:solidFill>
            <a:srgbClr val="A346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7763472" y="1612899"/>
            <a:ext cx="114300" cy="43180"/>
          </a:xfrm>
          <a:custGeom>
            <a:avLst/>
            <a:gdLst/>
            <a:ahLst/>
            <a:cxnLst/>
            <a:rect l="l" t="t" r="r" b="b"/>
            <a:pathLst>
              <a:path w="114300" h="43180">
                <a:moveTo>
                  <a:pt x="1282" y="41910"/>
                </a:moveTo>
                <a:lnTo>
                  <a:pt x="0" y="41910"/>
                </a:lnTo>
                <a:lnTo>
                  <a:pt x="0" y="43180"/>
                </a:lnTo>
                <a:lnTo>
                  <a:pt x="1282" y="43180"/>
                </a:lnTo>
                <a:lnTo>
                  <a:pt x="1282" y="41910"/>
                </a:lnTo>
                <a:close/>
              </a:path>
              <a:path w="114300" h="43180">
                <a:moveTo>
                  <a:pt x="86385" y="40640"/>
                </a:moveTo>
                <a:lnTo>
                  <a:pt x="2552" y="40640"/>
                </a:lnTo>
                <a:lnTo>
                  <a:pt x="2552" y="39370"/>
                </a:lnTo>
                <a:lnTo>
                  <a:pt x="1282" y="39370"/>
                </a:lnTo>
                <a:lnTo>
                  <a:pt x="1282" y="41910"/>
                </a:lnTo>
                <a:lnTo>
                  <a:pt x="85102" y="41910"/>
                </a:lnTo>
                <a:lnTo>
                  <a:pt x="85102" y="43180"/>
                </a:lnTo>
                <a:lnTo>
                  <a:pt x="86385" y="43180"/>
                </a:lnTo>
                <a:lnTo>
                  <a:pt x="86385" y="40640"/>
                </a:lnTo>
                <a:close/>
              </a:path>
              <a:path w="114300" h="43180">
                <a:moveTo>
                  <a:pt x="88900" y="36830"/>
                </a:moveTo>
                <a:lnTo>
                  <a:pt x="6350" y="36830"/>
                </a:lnTo>
                <a:lnTo>
                  <a:pt x="6350" y="35560"/>
                </a:lnTo>
                <a:lnTo>
                  <a:pt x="5105" y="35560"/>
                </a:lnTo>
                <a:lnTo>
                  <a:pt x="5105" y="36830"/>
                </a:lnTo>
                <a:lnTo>
                  <a:pt x="3835" y="36830"/>
                </a:lnTo>
                <a:lnTo>
                  <a:pt x="3835" y="39370"/>
                </a:lnTo>
                <a:lnTo>
                  <a:pt x="88900" y="39370"/>
                </a:lnTo>
                <a:lnTo>
                  <a:pt x="88900" y="36830"/>
                </a:lnTo>
                <a:close/>
              </a:path>
              <a:path w="114300" h="43180">
                <a:moveTo>
                  <a:pt x="90182" y="34290"/>
                </a:moveTo>
                <a:lnTo>
                  <a:pt x="7632" y="34290"/>
                </a:lnTo>
                <a:lnTo>
                  <a:pt x="7632" y="33020"/>
                </a:lnTo>
                <a:lnTo>
                  <a:pt x="6350" y="33020"/>
                </a:lnTo>
                <a:lnTo>
                  <a:pt x="6350" y="35560"/>
                </a:lnTo>
                <a:lnTo>
                  <a:pt x="90182" y="35560"/>
                </a:lnTo>
                <a:lnTo>
                  <a:pt x="90182" y="34290"/>
                </a:lnTo>
                <a:close/>
              </a:path>
              <a:path w="114300" h="43180">
                <a:moveTo>
                  <a:pt x="92735" y="30480"/>
                </a:moveTo>
                <a:lnTo>
                  <a:pt x="8902" y="30480"/>
                </a:lnTo>
                <a:lnTo>
                  <a:pt x="8902" y="33020"/>
                </a:lnTo>
                <a:lnTo>
                  <a:pt x="91452" y="33020"/>
                </a:lnTo>
                <a:lnTo>
                  <a:pt x="91452" y="34290"/>
                </a:lnTo>
                <a:lnTo>
                  <a:pt x="92735" y="34290"/>
                </a:lnTo>
                <a:lnTo>
                  <a:pt x="92735" y="30480"/>
                </a:lnTo>
                <a:close/>
              </a:path>
              <a:path w="114300" h="43180">
                <a:moveTo>
                  <a:pt x="95250" y="27940"/>
                </a:moveTo>
                <a:lnTo>
                  <a:pt x="12700" y="27940"/>
                </a:lnTo>
                <a:lnTo>
                  <a:pt x="12700" y="26670"/>
                </a:lnTo>
                <a:lnTo>
                  <a:pt x="11455" y="26670"/>
                </a:lnTo>
                <a:lnTo>
                  <a:pt x="11455" y="27940"/>
                </a:lnTo>
                <a:lnTo>
                  <a:pt x="10185" y="27940"/>
                </a:lnTo>
                <a:lnTo>
                  <a:pt x="10185" y="29210"/>
                </a:lnTo>
                <a:lnTo>
                  <a:pt x="94005" y="29210"/>
                </a:lnTo>
                <a:lnTo>
                  <a:pt x="94005" y="30480"/>
                </a:lnTo>
                <a:lnTo>
                  <a:pt x="95250" y="30480"/>
                </a:lnTo>
                <a:lnTo>
                  <a:pt x="95250" y="27940"/>
                </a:lnTo>
                <a:close/>
              </a:path>
              <a:path w="114300" h="43180">
                <a:moveTo>
                  <a:pt x="97802" y="24130"/>
                </a:moveTo>
                <a:lnTo>
                  <a:pt x="15252" y="24130"/>
                </a:lnTo>
                <a:lnTo>
                  <a:pt x="15252" y="22860"/>
                </a:lnTo>
                <a:lnTo>
                  <a:pt x="13982" y="22860"/>
                </a:lnTo>
                <a:lnTo>
                  <a:pt x="13982" y="26670"/>
                </a:lnTo>
                <a:lnTo>
                  <a:pt x="95250" y="26670"/>
                </a:lnTo>
                <a:lnTo>
                  <a:pt x="95250" y="27940"/>
                </a:lnTo>
                <a:lnTo>
                  <a:pt x="96532" y="27940"/>
                </a:lnTo>
                <a:lnTo>
                  <a:pt x="96532" y="26670"/>
                </a:lnTo>
                <a:lnTo>
                  <a:pt x="97802" y="26670"/>
                </a:lnTo>
                <a:lnTo>
                  <a:pt x="97802" y="24130"/>
                </a:lnTo>
                <a:close/>
              </a:path>
              <a:path w="114300" h="43180">
                <a:moveTo>
                  <a:pt x="99085" y="21590"/>
                </a:moveTo>
                <a:lnTo>
                  <a:pt x="17805" y="21590"/>
                </a:lnTo>
                <a:lnTo>
                  <a:pt x="17805" y="20320"/>
                </a:lnTo>
                <a:lnTo>
                  <a:pt x="16535" y="20320"/>
                </a:lnTo>
                <a:lnTo>
                  <a:pt x="16535" y="21590"/>
                </a:lnTo>
                <a:lnTo>
                  <a:pt x="15252" y="21590"/>
                </a:lnTo>
                <a:lnTo>
                  <a:pt x="15252" y="22860"/>
                </a:lnTo>
                <a:lnTo>
                  <a:pt x="97802" y="22860"/>
                </a:lnTo>
                <a:lnTo>
                  <a:pt x="97802" y="24130"/>
                </a:lnTo>
                <a:lnTo>
                  <a:pt x="99085" y="24130"/>
                </a:lnTo>
                <a:lnTo>
                  <a:pt x="99085" y="21590"/>
                </a:lnTo>
                <a:close/>
              </a:path>
              <a:path w="114300" h="43180">
                <a:moveTo>
                  <a:pt x="101600" y="17780"/>
                </a:moveTo>
                <a:lnTo>
                  <a:pt x="20332" y="17780"/>
                </a:lnTo>
                <a:lnTo>
                  <a:pt x="20332" y="16510"/>
                </a:lnTo>
                <a:lnTo>
                  <a:pt x="19050" y="16510"/>
                </a:lnTo>
                <a:lnTo>
                  <a:pt x="19050" y="20320"/>
                </a:lnTo>
                <a:lnTo>
                  <a:pt x="99085" y="20320"/>
                </a:lnTo>
                <a:lnTo>
                  <a:pt x="99085" y="21590"/>
                </a:lnTo>
                <a:lnTo>
                  <a:pt x="100355" y="21590"/>
                </a:lnTo>
                <a:lnTo>
                  <a:pt x="100355" y="20320"/>
                </a:lnTo>
                <a:lnTo>
                  <a:pt x="101600" y="20320"/>
                </a:lnTo>
                <a:lnTo>
                  <a:pt x="101600" y="17780"/>
                </a:lnTo>
                <a:close/>
              </a:path>
              <a:path w="114300" h="43180">
                <a:moveTo>
                  <a:pt x="102882" y="15240"/>
                </a:moveTo>
                <a:lnTo>
                  <a:pt x="22885" y="15240"/>
                </a:lnTo>
                <a:lnTo>
                  <a:pt x="22885" y="13970"/>
                </a:lnTo>
                <a:lnTo>
                  <a:pt x="21602" y="13970"/>
                </a:lnTo>
                <a:lnTo>
                  <a:pt x="21602" y="15240"/>
                </a:lnTo>
                <a:lnTo>
                  <a:pt x="20332" y="15240"/>
                </a:lnTo>
                <a:lnTo>
                  <a:pt x="20332" y="16510"/>
                </a:lnTo>
                <a:lnTo>
                  <a:pt x="101600" y="16510"/>
                </a:lnTo>
                <a:lnTo>
                  <a:pt x="101600" y="17780"/>
                </a:lnTo>
                <a:lnTo>
                  <a:pt x="102882" y="17780"/>
                </a:lnTo>
                <a:lnTo>
                  <a:pt x="102882" y="15240"/>
                </a:lnTo>
                <a:close/>
              </a:path>
              <a:path w="114300" h="43180">
                <a:moveTo>
                  <a:pt x="105435" y="11430"/>
                </a:moveTo>
                <a:lnTo>
                  <a:pt x="25400" y="11430"/>
                </a:lnTo>
                <a:lnTo>
                  <a:pt x="25400" y="10160"/>
                </a:lnTo>
                <a:lnTo>
                  <a:pt x="24155" y="10160"/>
                </a:lnTo>
                <a:lnTo>
                  <a:pt x="24155" y="11430"/>
                </a:lnTo>
                <a:lnTo>
                  <a:pt x="22885" y="11430"/>
                </a:lnTo>
                <a:lnTo>
                  <a:pt x="22885" y="13970"/>
                </a:lnTo>
                <a:lnTo>
                  <a:pt x="105435" y="13970"/>
                </a:lnTo>
                <a:lnTo>
                  <a:pt x="105435" y="11430"/>
                </a:lnTo>
                <a:close/>
              </a:path>
              <a:path w="114300" h="43180">
                <a:moveTo>
                  <a:pt x="106705" y="10160"/>
                </a:moveTo>
                <a:lnTo>
                  <a:pt x="106680" y="8890"/>
                </a:lnTo>
                <a:lnTo>
                  <a:pt x="25400" y="8890"/>
                </a:lnTo>
                <a:lnTo>
                  <a:pt x="25400" y="10160"/>
                </a:lnTo>
                <a:lnTo>
                  <a:pt x="106705" y="10160"/>
                </a:lnTo>
                <a:close/>
              </a:path>
              <a:path w="114300" h="43180">
                <a:moveTo>
                  <a:pt x="109232" y="5080"/>
                </a:moveTo>
                <a:lnTo>
                  <a:pt x="30505" y="5080"/>
                </a:lnTo>
                <a:lnTo>
                  <a:pt x="30505" y="3810"/>
                </a:lnTo>
                <a:lnTo>
                  <a:pt x="29235" y="3810"/>
                </a:lnTo>
                <a:lnTo>
                  <a:pt x="29235" y="5080"/>
                </a:lnTo>
                <a:lnTo>
                  <a:pt x="27952" y="5080"/>
                </a:lnTo>
                <a:lnTo>
                  <a:pt x="27952" y="7620"/>
                </a:lnTo>
                <a:lnTo>
                  <a:pt x="107950" y="7620"/>
                </a:lnTo>
                <a:lnTo>
                  <a:pt x="107950" y="8890"/>
                </a:lnTo>
                <a:lnTo>
                  <a:pt x="109232" y="8890"/>
                </a:lnTo>
                <a:lnTo>
                  <a:pt x="109232" y="5080"/>
                </a:lnTo>
                <a:close/>
              </a:path>
              <a:path w="114300" h="43180">
                <a:moveTo>
                  <a:pt x="111785" y="2540"/>
                </a:moveTo>
                <a:lnTo>
                  <a:pt x="30505" y="2540"/>
                </a:lnTo>
                <a:lnTo>
                  <a:pt x="30505" y="3810"/>
                </a:lnTo>
                <a:lnTo>
                  <a:pt x="110502" y="3810"/>
                </a:lnTo>
                <a:lnTo>
                  <a:pt x="110502" y="5080"/>
                </a:lnTo>
                <a:lnTo>
                  <a:pt x="111785" y="5080"/>
                </a:lnTo>
                <a:lnTo>
                  <a:pt x="111785" y="2540"/>
                </a:lnTo>
                <a:close/>
              </a:path>
              <a:path w="114300" h="43180">
                <a:moveTo>
                  <a:pt x="114300" y="0"/>
                </a:moveTo>
                <a:lnTo>
                  <a:pt x="33032" y="0"/>
                </a:lnTo>
                <a:lnTo>
                  <a:pt x="33032" y="1270"/>
                </a:lnTo>
                <a:lnTo>
                  <a:pt x="111760" y="1270"/>
                </a:lnTo>
                <a:lnTo>
                  <a:pt x="111785" y="2540"/>
                </a:lnTo>
                <a:lnTo>
                  <a:pt x="113030" y="2540"/>
                </a:lnTo>
                <a:lnTo>
                  <a:pt x="113030" y="1270"/>
                </a:lnTo>
                <a:lnTo>
                  <a:pt x="114300" y="1270"/>
                </a:lnTo>
                <a:lnTo>
                  <a:pt x="114300" y="0"/>
                </a:lnTo>
                <a:close/>
              </a:path>
            </a:pathLst>
          </a:custGeom>
          <a:solidFill>
            <a:srgbClr val="A3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8079727" y="1617992"/>
            <a:ext cx="261620" cy="38100"/>
          </a:xfrm>
          <a:custGeom>
            <a:avLst/>
            <a:gdLst/>
            <a:ahLst/>
            <a:cxnLst/>
            <a:rect l="l" t="t" r="r" b="b"/>
            <a:pathLst>
              <a:path w="261620" h="38100">
                <a:moveTo>
                  <a:pt x="143497" y="35560"/>
                </a:moveTo>
                <a:lnTo>
                  <a:pt x="7594" y="35560"/>
                </a:lnTo>
                <a:lnTo>
                  <a:pt x="7594" y="34290"/>
                </a:lnTo>
                <a:lnTo>
                  <a:pt x="5080" y="34290"/>
                </a:lnTo>
                <a:lnTo>
                  <a:pt x="5080" y="35560"/>
                </a:lnTo>
                <a:lnTo>
                  <a:pt x="2527" y="35560"/>
                </a:lnTo>
                <a:lnTo>
                  <a:pt x="2527" y="36817"/>
                </a:lnTo>
                <a:lnTo>
                  <a:pt x="0" y="36817"/>
                </a:lnTo>
                <a:lnTo>
                  <a:pt x="0" y="38087"/>
                </a:lnTo>
                <a:lnTo>
                  <a:pt x="2527" y="38087"/>
                </a:lnTo>
                <a:lnTo>
                  <a:pt x="2527" y="36830"/>
                </a:lnTo>
                <a:lnTo>
                  <a:pt x="138430" y="36830"/>
                </a:lnTo>
                <a:lnTo>
                  <a:pt x="138430" y="38100"/>
                </a:lnTo>
                <a:lnTo>
                  <a:pt x="143497" y="38100"/>
                </a:lnTo>
                <a:lnTo>
                  <a:pt x="143497" y="36830"/>
                </a:lnTo>
                <a:lnTo>
                  <a:pt x="143497" y="35560"/>
                </a:lnTo>
                <a:close/>
              </a:path>
              <a:path w="261620" h="38100">
                <a:moveTo>
                  <a:pt x="156197" y="31750"/>
                </a:moveTo>
                <a:lnTo>
                  <a:pt x="15227" y="31750"/>
                </a:lnTo>
                <a:lnTo>
                  <a:pt x="15227" y="30480"/>
                </a:lnTo>
                <a:lnTo>
                  <a:pt x="12700" y="30480"/>
                </a:lnTo>
                <a:lnTo>
                  <a:pt x="12700" y="31750"/>
                </a:lnTo>
                <a:lnTo>
                  <a:pt x="10147" y="31750"/>
                </a:lnTo>
                <a:lnTo>
                  <a:pt x="10147" y="34290"/>
                </a:lnTo>
                <a:lnTo>
                  <a:pt x="147294" y="34290"/>
                </a:lnTo>
                <a:lnTo>
                  <a:pt x="147294" y="35560"/>
                </a:lnTo>
                <a:lnTo>
                  <a:pt x="151104" y="35560"/>
                </a:lnTo>
                <a:lnTo>
                  <a:pt x="151104" y="34290"/>
                </a:lnTo>
                <a:lnTo>
                  <a:pt x="156197" y="34290"/>
                </a:lnTo>
                <a:lnTo>
                  <a:pt x="156197" y="31750"/>
                </a:lnTo>
                <a:close/>
              </a:path>
              <a:path w="261620" h="38100">
                <a:moveTo>
                  <a:pt x="163830" y="29210"/>
                </a:moveTo>
                <a:lnTo>
                  <a:pt x="20294" y="29210"/>
                </a:lnTo>
                <a:lnTo>
                  <a:pt x="20294" y="27940"/>
                </a:lnTo>
                <a:lnTo>
                  <a:pt x="17780" y="27940"/>
                </a:lnTo>
                <a:lnTo>
                  <a:pt x="17780" y="29210"/>
                </a:lnTo>
                <a:lnTo>
                  <a:pt x="15227" y="29210"/>
                </a:lnTo>
                <a:lnTo>
                  <a:pt x="15227" y="30480"/>
                </a:lnTo>
                <a:lnTo>
                  <a:pt x="159994" y="30480"/>
                </a:lnTo>
                <a:lnTo>
                  <a:pt x="159994" y="31750"/>
                </a:lnTo>
                <a:lnTo>
                  <a:pt x="163830" y="31750"/>
                </a:lnTo>
                <a:lnTo>
                  <a:pt x="163830" y="30480"/>
                </a:lnTo>
                <a:lnTo>
                  <a:pt x="163830" y="29210"/>
                </a:lnTo>
                <a:close/>
              </a:path>
              <a:path w="261620" h="38100">
                <a:moveTo>
                  <a:pt x="176530" y="25400"/>
                </a:moveTo>
                <a:lnTo>
                  <a:pt x="27927" y="25400"/>
                </a:lnTo>
                <a:lnTo>
                  <a:pt x="27927" y="24130"/>
                </a:lnTo>
                <a:lnTo>
                  <a:pt x="25400" y="24130"/>
                </a:lnTo>
                <a:lnTo>
                  <a:pt x="25400" y="25400"/>
                </a:lnTo>
                <a:lnTo>
                  <a:pt x="22847" y="25400"/>
                </a:lnTo>
                <a:lnTo>
                  <a:pt x="22847" y="27940"/>
                </a:lnTo>
                <a:lnTo>
                  <a:pt x="168897" y="27940"/>
                </a:lnTo>
                <a:lnTo>
                  <a:pt x="168897" y="29210"/>
                </a:lnTo>
                <a:lnTo>
                  <a:pt x="172694" y="29210"/>
                </a:lnTo>
                <a:lnTo>
                  <a:pt x="172694" y="27940"/>
                </a:lnTo>
                <a:lnTo>
                  <a:pt x="176530" y="27940"/>
                </a:lnTo>
                <a:lnTo>
                  <a:pt x="176530" y="25400"/>
                </a:lnTo>
                <a:close/>
              </a:path>
              <a:path w="261620" h="38100">
                <a:moveTo>
                  <a:pt x="185394" y="22860"/>
                </a:moveTo>
                <a:lnTo>
                  <a:pt x="31750" y="22860"/>
                </a:lnTo>
                <a:lnTo>
                  <a:pt x="31750" y="21590"/>
                </a:lnTo>
                <a:lnTo>
                  <a:pt x="29197" y="21590"/>
                </a:lnTo>
                <a:lnTo>
                  <a:pt x="29197" y="22860"/>
                </a:lnTo>
                <a:lnTo>
                  <a:pt x="27927" y="22860"/>
                </a:lnTo>
                <a:lnTo>
                  <a:pt x="27927" y="24130"/>
                </a:lnTo>
                <a:lnTo>
                  <a:pt x="181597" y="24130"/>
                </a:lnTo>
                <a:lnTo>
                  <a:pt x="181597" y="25400"/>
                </a:lnTo>
                <a:lnTo>
                  <a:pt x="185394" y="25400"/>
                </a:lnTo>
                <a:lnTo>
                  <a:pt x="185394" y="24130"/>
                </a:lnTo>
                <a:lnTo>
                  <a:pt x="185394" y="22860"/>
                </a:lnTo>
                <a:close/>
              </a:path>
              <a:path w="261620" h="38100">
                <a:moveTo>
                  <a:pt x="198094" y="19050"/>
                </a:moveTo>
                <a:lnTo>
                  <a:pt x="39344" y="19050"/>
                </a:lnTo>
                <a:lnTo>
                  <a:pt x="39344" y="17780"/>
                </a:lnTo>
                <a:lnTo>
                  <a:pt x="36830" y="17780"/>
                </a:lnTo>
                <a:lnTo>
                  <a:pt x="36830" y="19050"/>
                </a:lnTo>
                <a:lnTo>
                  <a:pt x="34277" y="19050"/>
                </a:lnTo>
                <a:lnTo>
                  <a:pt x="34277" y="21590"/>
                </a:lnTo>
                <a:lnTo>
                  <a:pt x="189230" y="21590"/>
                </a:lnTo>
                <a:lnTo>
                  <a:pt x="189230" y="22860"/>
                </a:lnTo>
                <a:lnTo>
                  <a:pt x="194297" y="22860"/>
                </a:lnTo>
                <a:lnTo>
                  <a:pt x="194297" y="21590"/>
                </a:lnTo>
                <a:lnTo>
                  <a:pt x="198094" y="21590"/>
                </a:lnTo>
                <a:lnTo>
                  <a:pt x="198094" y="19050"/>
                </a:lnTo>
                <a:close/>
              </a:path>
              <a:path w="261620" h="38100">
                <a:moveTo>
                  <a:pt x="206997" y="16510"/>
                </a:moveTo>
                <a:lnTo>
                  <a:pt x="44450" y="16510"/>
                </a:lnTo>
                <a:lnTo>
                  <a:pt x="44450" y="15240"/>
                </a:lnTo>
                <a:lnTo>
                  <a:pt x="41897" y="15240"/>
                </a:lnTo>
                <a:lnTo>
                  <a:pt x="41897" y="16510"/>
                </a:lnTo>
                <a:lnTo>
                  <a:pt x="39344" y="16510"/>
                </a:lnTo>
                <a:lnTo>
                  <a:pt x="39344" y="17780"/>
                </a:lnTo>
                <a:lnTo>
                  <a:pt x="201930" y="17780"/>
                </a:lnTo>
                <a:lnTo>
                  <a:pt x="201930" y="19050"/>
                </a:lnTo>
                <a:lnTo>
                  <a:pt x="206997" y="19050"/>
                </a:lnTo>
                <a:lnTo>
                  <a:pt x="206997" y="17780"/>
                </a:lnTo>
                <a:lnTo>
                  <a:pt x="206997" y="16510"/>
                </a:lnTo>
                <a:close/>
              </a:path>
              <a:path w="261620" h="38100">
                <a:moveTo>
                  <a:pt x="218427" y="12700"/>
                </a:moveTo>
                <a:lnTo>
                  <a:pt x="52044" y="12700"/>
                </a:lnTo>
                <a:lnTo>
                  <a:pt x="52044" y="11430"/>
                </a:lnTo>
                <a:lnTo>
                  <a:pt x="49530" y="11430"/>
                </a:lnTo>
                <a:lnTo>
                  <a:pt x="49530" y="12700"/>
                </a:lnTo>
                <a:lnTo>
                  <a:pt x="46977" y="12700"/>
                </a:lnTo>
                <a:lnTo>
                  <a:pt x="46977" y="15240"/>
                </a:lnTo>
                <a:lnTo>
                  <a:pt x="210794" y="15240"/>
                </a:lnTo>
                <a:lnTo>
                  <a:pt x="210794" y="16510"/>
                </a:lnTo>
                <a:lnTo>
                  <a:pt x="214630" y="16510"/>
                </a:lnTo>
                <a:lnTo>
                  <a:pt x="214630" y="15240"/>
                </a:lnTo>
                <a:lnTo>
                  <a:pt x="218427" y="15240"/>
                </a:lnTo>
                <a:lnTo>
                  <a:pt x="218427" y="12700"/>
                </a:lnTo>
                <a:close/>
              </a:path>
              <a:path w="261620" h="38100">
                <a:moveTo>
                  <a:pt x="227304" y="10160"/>
                </a:moveTo>
                <a:lnTo>
                  <a:pt x="57150" y="10160"/>
                </a:lnTo>
                <a:lnTo>
                  <a:pt x="57150" y="8890"/>
                </a:lnTo>
                <a:lnTo>
                  <a:pt x="54597" y="8890"/>
                </a:lnTo>
                <a:lnTo>
                  <a:pt x="54597" y="10160"/>
                </a:lnTo>
                <a:lnTo>
                  <a:pt x="52044" y="10160"/>
                </a:lnTo>
                <a:lnTo>
                  <a:pt x="52044" y="11430"/>
                </a:lnTo>
                <a:lnTo>
                  <a:pt x="223494" y="11430"/>
                </a:lnTo>
                <a:lnTo>
                  <a:pt x="223494" y="12700"/>
                </a:lnTo>
                <a:lnTo>
                  <a:pt x="227304" y="12700"/>
                </a:lnTo>
                <a:lnTo>
                  <a:pt x="227304" y="11430"/>
                </a:lnTo>
                <a:lnTo>
                  <a:pt x="227304" y="10160"/>
                </a:lnTo>
                <a:close/>
              </a:path>
              <a:path w="261620" h="38100">
                <a:moveTo>
                  <a:pt x="240030" y="6350"/>
                </a:moveTo>
                <a:lnTo>
                  <a:pt x="64744" y="6350"/>
                </a:lnTo>
                <a:lnTo>
                  <a:pt x="64744" y="5080"/>
                </a:lnTo>
                <a:lnTo>
                  <a:pt x="62230" y="5080"/>
                </a:lnTo>
                <a:lnTo>
                  <a:pt x="62230" y="6350"/>
                </a:lnTo>
                <a:lnTo>
                  <a:pt x="59677" y="6350"/>
                </a:lnTo>
                <a:lnTo>
                  <a:pt x="59677" y="8890"/>
                </a:lnTo>
                <a:lnTo>
                  <a:pt x="231127" y="8890"/>
                </a:lnTo>
                <a:lnTo>
                  <a:pt x="231127" y="10160"/>
                </a:lnTo>
                <a:lnTo>
                  <a:pt x="236194" y="10160"/>
                </a:lnTo>
                <a:lnTo>
                  <a:pt x="236194" y="8890"/>
                </a:lnTo>
                <a:lnTo>
                  <a:pt x="240030" y="8890"/>
                </a:lnTo>
                <a:lnTo>
                  <a:pt x="240030" y="6350"/>
                </a:lnTo>
                <a:close/>
              </a:path>
              <a:path w="261620" h="38100">
                <a:moveTo>
                  <a:pt x="248894" y="3810"/>
                </a:moveTo>
                <a:lnTo>
                  <a:pt x="69850" y="3810"/>
                </a:lnTo>
                <a:lnTo>
                  <a:pt x="69850" y="2540"/>
                </a:lnTo>
                <a:lnTo>
                  <a:pt x="67297" y="2540"/>
                </a:lnTo>
                <a:lnTo>
                  <a:pt x="67297" y="3810"/>
                </a:lnTo>
                <a:lnTo>
                  <a:pt x="64744" y="3810"/>
                </a:lnTo>
                <a:lnTo>
                  <a:pt x="64744" y="5080"/>
                </a:lnTo>
                <a:lnTo>
                  <a:pt x="243827" y="5080"/>
                </a:lnTo>
                <a:lnTo>
                  <a:pt x="243827" y="6350"/>
                </a:lnTo>
                <a:lnTo>
                  <a:pt x="248894" y="6350"/>
                </a:lnTo>
                <a:lnTo>
                  <a:pt x="248894" y="5080"/>
                </a:lnTo>
                <a:lnTo>
                  <a:pt x="248894" y="3810"/>
                </a:lnTo>
                <a:close/>
              </a:path>
              <a:path w="261620" h="38100">
                <a:moveTo>
                  <a:pt x="261594" y="0"/>
                </a:moveTo>
                <a:lnTo>
                  <a:pt x="72377" y="0"/>
                </a:lnTo>
                <a:lnTo>
                  <a:pt x="72377" y="2540"/>
                </a:lnTo>
                <a:lnTo>
                  <a:pt x="252730" y="2540"/>
                </a:lnTo>
                <a:lnTo>
                  <a:pt x="252730" y="3810"/>
                </a:lnTo>
                <a:lnTo>
                  <a:pt x="256527" y="3810"/>
                </a:lnTo>
                <a:lnTo>
                  <a:pt x="256527" y="2540"/>
                </a:lnTo>
                <a:lnTo>
                  <a:pt x="261594" y="2540"/>
                </a:lnTo>
                <a:lnTo>
                  <a:pt x="261594" y="0"/>
                </a:lnTo>
                <a:close/>
              </a:path>
            </a:pathLst>
          </a:custGeom>
          <a:solidFill>
            <a:srgbClr val="A3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7374877" y="1612899"/>
            <a:ext cx="123189" cy="41910"/>
          </a:xfrm>
          <a:custGeom>
            <a:avLst/>
            <a:gdLst/>
            <a:ahLst/>
            <a:cxnLst/>
            <a:rect l="l" t="t" r="r" b="b"/>
            <a:pathLst>
              <a:path w="123190" h="41910">
                <a:moveTo>
                  <a:pt x="102857" y="0"/>
                </a:moveTo>
                <a:lnTo>
                  <a:pt x="0" y="0"/>
                </a:lnTo>
                <a:lnTo>
                  <a:pt x="0" y="1270"/>
                </a:lnTo>
                <a:lnTo>
                  <a:pt x="102857" y="1270"/>
                </a:lnTo>
                <a:lnTo>
                  <a:pt x="102857" y="0"/>
                </a:lnTo>
                <a:close/>
              </a:path>
              <a:path w="123190" h="41910">
                <a:moveTo>
                  <a:pt x="105397" y="2540"/>
                </a:moveTo>
                <a:lnTo>
                  <a:pt x="1257" y="2540"/>
                </a:lnTo>
                <a:lnTo>
                  <a:pt x="1257" y="3810"/>
                </a:lnTo>
                <a:lnTo>
                  <a:pt x="105397" y="3810"/>
                </a:lnTo>
                <a:lnTo>
                  <a:pt x="105397" y="2540"/>
                </a:lnTo>
                <a:close/>
              </a:path>
              <a:path w="123190" h="41910">
                <a:moveTo>
                  <a:pt x="106680" y="7620"/>
                </a:moveTo>
                <a:lnTo>
                  <a:pt x="106654" y="5080"/>
                </a:lnTo>
                <a:lnTo>
                  <a:pt x="1257" y="5080"/>
                </a:lnTo>
                <a:lnTo>
                  <a:pt x="1257" y="7620"/>
                </a:lnTo>
                <a:lnTo>
                  <a:pt x="106680" y="7620"/>
                </a:lnTo>
                <a:close/>
              </a:path>
              <a:path w="123190" h="41910">
                <a:moveTo>
                  <a:pt x="107950" y="8902"/>
                </a:moveTo>
                <a:lnTo>
                  <a:pt x="2527" y="8902"/>
                </a:lnTo>
                <a:lnTo>
                  <a:pt x="2527" y="10172"/>
                </a:lnTo>
                <a:lnTo>
                  <a:pt x="2527" y="11442"/>
                </a:lnTo>
                <a:lnTo>
                  <a:pt x="3797" y="11442"/>
                </a:lnTo>
                <a:lnTo>
                  <a:pt x="3797" y="10172"/>
                </a:lnTo>
                <a:lnTo>
                  <a:pt x="107950" y="10172"/>
                </a:lnTo>
                <a:lnTo>
                  <a:pt x="107950" y="8902"/>
                </a:lnTo>
                <a:close/>
              </a:path>
              <a:path w="123190" h="41910">
                <a:moveTo>
                  <a:pt x="109207" y="11442"/>
                </a:moveTo>
                <a:lnTo>
                  <a:pt x="3797" y="11442"/>
                </a:lnTo>
                <a:lnTo>
                  <a:pt x="3797" y="13982"/>
                </a:lnTo>
                <a:lnTo>
                  <a:pt x="3797" y="15252"/>
                </a:lnTo>
                <a:lnTo>
                  <a:pt x="5080" y="15252"/>
                </a:lnTo>
                <a:lnTo>
                  <a:pt x="5080" y="13982"/>
                </a:lnTo>
                <a:lnTo>
                  <a:pt x="109207" y="13982"/>
                </a:lnTo>
                <a:lnTo>
                  <a:pt x="109207" y="11442"/>
                </a:lnTo>
                <a:close/>
              </a:path>
              <a:path w="123190" h="41910">
                <a:moveTo>
                  <a:pt x="110477" y="13982"/>
                </a:moveTo>
                <a:lnTo>
                  <a:pt x="109207" y="13982"/>
                </a:lnTo>
                <a:lnTo>
                  <a:pt x="109207" y="15252"/>
                </a:lnTo>
                <a:lnTo>
                  <a:pt x="5080" y="15252"/>
                </a:lnTo>
                <a:lnTo>
                  <a:pt x="5080" y="16522"/>
                </a:lnTo>
                <a:lnTo>
                  <a:pt x="110477" y="16522"/>
                </a:lnTo>
                <a:lnTo>
                  <a:pt x="110477" y="15252"/>
                </a:lnTo>
                <a:lnTo>
                  <a:pt x="110477" y="13982"/>
                </a:lnTo>
                <a:close/>
              </a:path>
              <a:path w="123190" h="41910">
                <a:moveTo>
                  <a:pt x="111747" y="16522"/>
                </a:moveTo>
                <a:lnTo>
                  <a:pt x="110477" y="16522"/>
                </a:lnTo>
                <a:lnTo>
                  <a:pt x="110477" y="17792"/>
                </a:lnTo>
                <a:lnTo>
                  <a:pt x="6350" y="17792"/>
                </a:lnTo>
                <a:lnTo>
                  <a:pt x="6350" y="20332"/>
                </a:lnTo>
                <a:lnTo>
                  <a:pt x="111747" y="20332"/>
                </a:lnTo>
                <a:lnTo>
                  <a:pt x="111747" y="17792"/>
                </a:lnTo>
                <a:lnTo>
                  <a:pt x="111747" y="16522"/>
                </a:lnTo>
                <a:close/>
              </a:path>
              <a:path w="123190" h="41910">
                <a:moveTo>
                  <a:pt x="114274" y="21590"/>
                </a:moveTo>
                <a:lnTo>
                  <a:pt x="7607" y="21590"/>
                </a:lnTo>
                <a:lnTo>
                  <a:pt x="7607" y="22860"/>
                </a:lnTo>
                <a:lnTo>
                  <a:pt x="114274" y="22860"/>
                </a:lnTo>
                <a:lnTo>
                  <a:pt x="114274" y="21590"/>
                </a:lnTo>
                <a:close/>
              </a:path>
              <a:path w="123190" h="41910">
                <a:moveTo>
                  <a:pt x="115557" y="24130"/>
                </a:moveTo>
                <a:lnTo>
                  <a:pt x="7607" y="24130"/>
                </a:lnTo>
                <a:lnTo>
                  <a:pt x="7607" y="26670"/>
                </a:lnTo>
                <a:lnTo>
                  <a:pt x="115557" y="26670"/>
                </a:lnTo>
                <a:lnTo>
                  <a:pt x="115557" y="24130"/>
                </a:lnTo>
                <a:close/>
              </a:path>
              <a:path w="123190" h="41910">
                <a:moveTo>
                  <a:pt x="116827" y="27952"/>
                </a:moveTo>
                <a:lnTo>
                  <a:pt x="8877" y="27952"/>
                </a:lnTo>
                <a:lnTo>
                  <a:pt x="8877" y="29222"/>
                </a:lnTo>
                <a:lnTo>
                  <a:pt x="8877" y="30492"/>
                </a:lnTo>
                <a:lnTo>
                  <a:pt x="10147" y="30492"/>
                </a:lnTo>
                <a:lnTo>
                  <a:pt x="10147" y="29222"/>
                </a:lnTo>
                <a:lnTo>
                  <a:pt x="116827" y="29222"/>
                </a:lnTo>
                <a:lnTo>
                  <a:pt x="116827" y="27952"/>
                </a:lnTo>
                <a:close/>
              </a:path>
              <a:path w="123190" h="41910">
                <a:moveTo>
                  <a:pt x="118097" y="30492"/>
                </a:moveTo>
                <a:lnTo>
                  <a:pt x="10147" y="30492"/>
                </a:lnTo>
                <a:lnTo>
                  <a:pt x="10147" y="33032"/>
                </a:lnTo>
                <a:lnTo>
                  <a:pt x="10147" y="34302"/>
                </a:lnTo>
                <a:lnTo>
                  <a:pt x="11430" y="34302"/>
                </a:lnTo>
                <a:lnTo>
                  <a:pt x="11430" y="33032"/>
                </a:lnTo>
                <a:lnTo>
                  <a:pt x="118097" y="33032"/>
                </a:lnTo>
                <a:lnTo>
                  <a:pt x="118097" y="30492"/>
                </a:lnTo>
                <a:close/>
              </a:path>
              <a:path w="123190" h="41910">
                <a:moveTo>
                  <a:pt x="119380" y="33032"/>
                </a:moveTo>
                <a:lnTo>
                  <a:pt x="118097" y="33032"/>
                </a:lnTo>
                <a:lnTo>
                  <a:pt x="118097" y="34302"/>
                </a:lnTo>
                <a:lnTo>
                  <a:pt x="11430" y="34302"/>
                </a:lnTo>
                <a:lnTo>
                  <a:pt x="11430" y="35572"/>
                </a:lnTo>
                <a:lnTo>
                  <a:pt x="119380" y="35572"/>
                </a:lnTo>
                <a:lnTo>
                  <a:pt x="119380" y="34302"/>
                </a:lnTo>
                <a:lnTo>
                  <a:pt x="119380" y="33032"/>
                </a:lnTo>
                <a:close/>
              </a:path>
              <a:path w="123190" h="41910">
                <a:moveTo>
                  <a:pt x="120650" y="35572"/>
                </a:moveTo>
                <a:lnTo>
                  <a:pt x="119380" y="35572"/>
                </a:lnTo>
                <a:lnTo>
                  <a:pt x="119380" y="36842"/>
                </a:lnTo>
                <a:lnTo>
                  <a:pt x="12700" y="36842"/>
                </a:lnTo>
                <a:lnTo>
                  <a:pt x="12700" y="39382"/>
                </a:lnTo>
                <a:lnTo>
                  <a:pt x="120650" y="39382"/>
                </a:lnTo>
                <a:lnTo>
                  <a:pt x="120650" y="36842"/>
                </a:lnTo>
                <a:lnTo>
                  <a:pt x="120650" y="35572"/>
                </a:lnTo>
                <a:close/>
              </a:path>
              <a:path w="123190" h="41910">
                <a:moveTo>
                  <a:pt x="123177" y="40640"/>
                </a:moveTo>
                <a:lnTo>
                  <a:pt x="13957" y="40640"/>
                </a:lnTo>
                <a:lnTo>
                  <a:pt x="13957" y="41910"/>
                </a:lnTo>
                <a:lnTo>
                  <a:pt x="123177" y="41910"/>
                </a:lnTo>
                <a:lnTo>
                  <a:pt x="123177" y="40640"/>
                </a:lnTo>
                <a:close/>
              </a:path>
            </a:pathLst>
          </a:custGeom>
          <a:solidFill>
            <a:srgbClr val="A3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8152104" y="1612912"/>
            <a:ext cx="209550" cy="7620"/>
          </a:xfrm>
          <a:custGeom>
            <a:avLst/>
            <a:gdLst/>
            <a:ahLst/>
            <a:cxnLst/>
            <a:rect l="l" t="t" r="r" b="b"/>
            <a:pathLst>
              <a:path w="209550" h="7619">
                <a:moveTo>
                  <a:pt x="189217" y="5080"/>
                </a:moveTo>
                <a:lnTo>
                  <a:pt x="5067" y="5080"/>
                </a:lnTo>
                <a:lnTo>
                  <a:pt x="5067" y="3810"/>
                </a:lnTo>
                <a:lnTo>
                  <a:pt x="2552" y="3810"/>
                </a:lnTo>
                <a:lnTo>
                  <a:pt x="2552" y="5080"/>
                </a:lnTo>
                <a:lnTo>
                  <a:pt x="0" y="5080"/>
                </a:lnTo>
                <a:lnTo>
                  <a:pt x="0" y="7620"/>
                </a:lnTo>
                <a:lnTo>
                  <a:pt x="189217" y="7620"/>
                </a:lnTo>
                <a:lnTo>
                  <a:pt x="189217" y="5080"/>
                </a:lnTo>
                <a:close/>
              </a:path>
              <a:path w="209550" h="7619">
                <a:moveTo>
                  <a:pt x="196850" y="2540"/>
                </a:moveTo>
                <a:lnTo>
                  <a:pt x="10172" y="2540"/>
                </a:lnTo>
                <a:lnTo>
                  <a:pt x="10172" y="1270"/>
                </a:lnTo>
                <a:lnTo>
                  <a:pt x="7620" y="1270"/>
                </a:lnTo>
                <a:lnTo>
                  <a:pt x="7620" y="2540"/>
                </a:lnTo>
                <a:lnTo>
                  <a:pt x="5067" y="2540"/>
                </a:lnTo>
                <a:lnTo>
                  <a:pt x="5067" y="3810"/>
                </a:lnTo>
                <a:lnTo>
                  <a:pt x="193052" y="3810"/>
                </a:lnTo>
                <a:lnTo>
                  <a:pt x="193052" y="5080"/>
                </a:lnTo>
                <a:lnTo>
                  <a:pt x="196850" y="5080"/>
                </a:lnTo>
                <a:lnTo>
                  <a:pt x="196850" y="3810"/>
                </a:lnTo>
                <a:lnTo>
                  <a:pt x="196850" y="2540"/>
                </a:lnTo>
                <a:close/>
              </a:path>
              <a:path w="209550" h="7619">
                <a:moveTo>
                  <a:pt x="209550" y="0"/>
                </a:moveTo>
                <a:lnTo>
                  <a:pt x="12700" y="0"/>
                </a:lnTo>
                <a:lnTo>
                  <a:pt x="12700" y="1270"/>
                </a:lnTo>
                <a:lnTo>
                  <a:pt x="201917" y="1270"/>
                </a:lnTo>
                <a:lnTo>
                  <a:pt x="201917" y="2540"/>
                </a:lnTo>
                <a:lnTo>
                  <a:pt x="205752" y="2540"/>
                </a:lnTo>
                <a:lnTo>
                  <a:pt x="205752" y="1270"/>
                </a:lnTo>
                <a:lnTo>
                  <a:pt x="209550" y="1270"/>
                </a:lnTo>
                <a:lnTo>
                  <a:pt x="209550" y="0"/>
                </a:lnTo>
                <a:close/>
              </a:path>
            </a:pathLst>
          </a:custGeom>
          <a:solidFill>
            <a:srgbClr val="A34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7396454" y="1678952"/>
            <a:ext cx="121920" cy="20320"/>
          </a:xfrm>
          <a:custGeom>
            <a:avLst/>
            <a:gdLst/>
            <a:ahLst/>
            <a:cxnLst/>
            <a:rect l="l" t="t" r="r" b="b"/>
            <a:pathLst>
              <a:path w="121920" h="20319">
                <a:moveTo>
                  <a:pt x="113030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113030" y="1270"/>
                </a:lnTo>
                <a:lnTo>
                  <a:pt x="113030" y="0"/>
                </a:lnTo>
                <a:close/>
              </a:path>
              <a:path w="121920" h="20319">
                <a:moveTo>
                  <a:pt x="114300" y="2540"/>
                </a:moveTo>
                <a:lnTo>
                  <a:pt x="1270" y="2540"/>
                </a:lnTo>
                <a:lnTo>
                  <a:pt x="1270" y="5080"/>
                </a:lnTo>
                <a:lnTo>
                  <a:pt x="1270" y="6350"/>
                </a:lnTo>
                <a:lnTo>
                  <a:pt x="2552" y="6350"/>
                </a:lnTo>
                <a:lnTo>
                  <a:pt x="2552" y="5080"/>
                </a:lnTo>
                <a:lnTo>
                  <a:pt x="114300" y="5080"/>
                </a:lnTo>
                <a:lnTo>
                  <a:pt x="114300" y="2540"/>
                </a:lnTo>
                <a:close/>
              </a:path>
              <a:path w="121920" h="20319">
                <a:moveTo>
                  <a:pt x="115570" y="5080"/>
                </a:moveTo>
                <a:lnTo>
                  <a:pt x="114300" y="5080"/>
                </a:lnTo>
                <a:lnTo>
                  <a:pt x="114300" y="6350"/>
                </a:lnTo>
                <a:lnTo>
                  <a:pt x="2552" y="6350"/>
                </a:lnTo>
                <a:lnTo>
                  <a:pt x="2552" y="7620"/>
                </a:lnTo>
                <a:lnTo>
                  <a:pt x="115570" y="7620"/>
                </a:lnTo>
                <a:lnTo>
                  <a:pt x="115570" y="6350"/>
                </a:lnTo>
                <a:lnTo>
                  <a:pt x="115570" y="5080"/>
                </a:lnTo>
                <a:close/>
              </a:path>
              <a:path w="121920" h="20319">
                <a:moveTo>
                  <a:pt x="116852" y="7620"/>
                </a:moveTo>
                <a:lnTo>
                  <a:pt x="115570" y="7620"/>
                </a:lnTo>
                <a:lnTo>
                  <a:pt x="115570" y="8890"/>
                </a:lnTo>
                <a:lnTo>
                  <a:pt x="3822" y="8890"/>
                </a:lnTo>
                <a:lnTo>
                  <a:pt x="3822" y="11430"/>
                </a:lnTo>
                <a:lnTo>
                  <a:pt x="116852" y="11430"/>
                </a:lnTo>
                <a:lnTo>
                  <a:pt x="116852" y="8890"/>
                </a:lnTo>
                <a:lnTo>
                  <a:pt x="116852" y="7620"/>
                </a:lnTo>
                <a:close/>
              </a:path>
              <a:path w="121920" h="20319">
                <a:moveTo>
                  <a:pt x="119380" y="15227"/>
                </a:moveTo>
                <a:lnTo>
                  <a:pt x="5080" y="15227"/>
                </a:lnTo>
                <a:lnTo>
                  <a:pt x="5080" y="17767"/>
                </a:lnTo>
                <a:lnTo>
                  <a:pt x="119380" y="17767"/>
                </a:lnTo>
                <a:lnTo>
                  <a:pt x="119380" y="15227"/>
                </a:lnTo>
                <a:close/>
              </a:path>
              <a:path w="121920" h="20319">
                <a:moveTo>
                  <a:pt x="119380" y="12687"/>
                </a:moveTo>
                <a:lnTo>
                  <a:pt x="5080" y="12687"/>
                </a:lnTo>
                <a:lnTo>
                  <a:pt x="5080" y="13957"/>
                </a:lnTo>
                <a:lnTo>
                  <a:pt x="119380" y="13957"/>
                </a:lnTo>
                <a:lnTo>
                  <a:pt x="119380" y="12687"/>
                </a:lnTo>
                <a:close/>
              </a:path>
              <a:path w="121920" h="20319">
                <a:moveTo>
                  <a:pt x="121920" y="19037"/>
                </a:moveTo>
                <a:lnTo>
                  <a:pt x="6350" y="19037"/>
                </a:lnTo>
                <a:lnTo>
                  <a:pt x="6350" y="20307"/>
                </a:lnTo>
                <a:lnTo>
                  <a:pt x="121920" y="20307"/>
                </a:lnTo>
                <a:lnTo>
                  <a:pt x="121920" y="19037"/>
                </a:lnTo>
                <a:close/>
              </a:path>
            </a:pathLst>
          </a:custGeom>
          <a:solidFill>
            <a:srgbClr val="A14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7730477" y="1668779"/>
            <a:ext cx="109220" cy="30480"/>
          </a:xfrm>
          <a:custGeom>
            <a:avLst/>
            <a:gdLst/>
            <a:ahLst/>
            <a:cxnLst/>
            <a:rect l="l" t="t" r="r" b="b"/>
            <a:pathLst>
              <a:path w="109220" h="30480">
                <a:moveTo>
                  <a:pt x="90144" y="29210"/>
                </a:moveTo>
                <a:lnTo>
                  <a:pt x="0" y="29210"/>
                </a:lnTo>
                <a:lnTo>
                  <a:pt x="0" y="30480"/>
                </a:lnTo>
                <a:lnTo>
                  <a:pt x="90144" y="30480"/>
                </a:lnTo>
                <a:lnTo>
                  <a:pt x="90144" y="29210"/>
                </a:lnTo>
                <a:close/>
              </a:path>
              <a:path w="109220" h="30480">
                <a:moveTo>
                  <a:pt x="92697" y="25412"/>
                </a:moveTo>
                <a:lnTo>
                  <a:pt x="5080" y="25412"/>
                </a:lnTo>
                <a:lnTo>
                  <a:pt x="5080" y="24142"/>
                </a:lnTo>
                <a:lnTo>
                  <a:pt x="3797" y="24142"/>
                </a:lnTo>
                <a:lnTo>
                  <a:pt x="3797" y="25412"/>
                </a:lnTo>
                <a:lnTo>
                  <a:pt x="2527" y="25412"/>
                </a:lnTo>
                <a:lnTo>
                  <a:pt x="2527" y="27952"/>
                </a:lnTo>
                <a:lnTo>
                  <a:pt x="92697" y="27952"/>
                </a:lnTo>
                <a:lnTo>
                  <a:pt x="92697" y="25412"/>
                </a:lnTo>
                <a:close/>
              </a:path>
              <a:path w="109220" h="30480">
                <a:moveTo>
                  <a:pt x="93980" y="22860"/>
                </a:moveTo>
                <a:lnTo>
                  <a:pt x="6350" y="22860"/>
                </a:lnTo>
                <a:lnTo>
                  <a:pt x="6350" y="21590"/>
                </a:lnTo>
                <a:lnTo>
                  <a:pt x="5080" y="21590"/>
                </a:lnTo>
                <a:lnTo>
                  <a:pt x="5080" y="24130"/>
                </a:lnTo>
                <a:lnTo>
                  <a:pt x="93980" y="24130"/>
                </a:lnTo>
                <a:lnTo>
                  <a:pt x="93980" y="22860"/>
                </a:lnTo>
                <a:close/>
              </a:path>
              <a:path w="109220" h="30480">
                <a:moveTo>
                  <a:pt x="96494" y="19050"/>
                </a:moveTo>
                <a:lnTo>
                  <a:pt x="7594" y="19050"/>
                </a:lnTo>
                <a:lnTo>
                  <a:pt x="7594" y="21590"/>
                </a:lnTo>
                <a:lnTo>
                  <a:pt x="96494" y="21590"/>
                </a:lnTo>
                <a:lnTo>
                  <a:pt x="96494" y="19050"/>
                </a:lnTo>
                <a:close/>
              </a:path>
              <a:path w="109220" h="30480">
                <a:moveTo>
                  <a:pt x="97777" y="16510"/>
                </a:moveTo>
                <a:lnTo>
                  <a:pt x="11430" y="16510"/>
                </a:lnTo>
                <a:lnTo>
                  <a:pt x="11430" y="15240"/>
                </a:lnTo>
                <a:lnTo>
                  <a:pt x="10147" y="15240"/>
                </a:lnTo>
                <a:lnTo>
                  <a:pt x="10147" y="16510"/>
                </a:lnTo>
                <a:lnTo>
                  <a:pt x="8877" y="16510"/>
                </a:lnTo>
                <a:lnTo>
                  <a:pt x="8877" y="17780"/>
                </a:lnTo>
                <a:lnTo>
                  <a:pt x="97777" y="17780"/>
                </a:lnTo>
                <a:lnTo>
                  <a:pt x="97777" y="16510"/>
                </a:lnTo>
                <a:close/>
              </a:path>
              <a:path w="109220" h="30480">
                <a:moveTo>
                  <a:pt x="100330" y="12700"/>
                </a:moveTo>
                <a:lnTo>
                  <a:pt x="12700" y="12700"/>
                </a:lnTo>
                <a:lnTo>
                  <a:pt x="12700" y="15240"/>
                </a:lnTo>
                <a:lnTo>
                  <a:pt x="99047" y="15240"/>
                </a:lnTo>
                <a:lnTo>
                  <a:pt x="99047" y="16510"/>
                </a:lnTo>
                <a:lnTo>
                  <a:pt x="100330" y="16510"/>
                </a:lnTo>
                <a:lnTo>
                  <a:pt x="100330" y="12700"/>
                </a:lnTo>
                <a:close/>
              </a:path>
              <a:path w="109220" h="30480">
                <a:moveTo>
                  <a:pt x="102844" y="10160"/>
                </a:moveTo>
                <a:lnTo>
                  <a:pt x="16497" y="10160"/>
                </a:lnTo>
                <a:lnTo>
                  <a:pt x="16497" y="8890"/>
                </a:lnTo>
                <a:lnTo>
                  <a:pt x="15227" y="8890"/>
                </a:lnTo>
                <a:lnTo>
                  <a:pt x="15227" y="10160"/>
                </a:lnTo>
                <a:lnTo>
                  <a:pt x="13944" y="10160"/>
                </a:lnTo>
                <a:lnTo>
                  <a:pt x="13944" y="11430"/>
                </a:lnTo>
                <a:lnTo>
                  <a:pt x="101574" y="11430"/>
                </a:lnTo>
                <a:lnTo>
                  <a:pt x="101574" y="12700"/>
                </a:lnTo>
                <a:lnTo>
                  <a:pt x="102844" y="12700"/>
                </a:lnTo>
                <a:lnTo>
                  <a:pt x="102844" y="10160"/>
                </a:lnTo>
                <a:close/>
              </a:path>
              <a:path w="109220" h="30480">
                <a:moveTo>
                  <a:pt x="105397" y="6350"/>
                </a:moveTo>
                <a:lnTo>
                  <a:pt x="19050" y="6350"/>
                </a:lnTo>
                <a:lnTo>
                  <a:pt x="19050" y="5080"/>
                </a:lnTo>
                <a:lnTo>
                  <a:pt x="17780" y="5080"/>
                </a:lnTo>
                <a:lnTo>
                  <a:pt x="17780" y="8890"/>
                </a:lnTo>
                <a:lnTo>
                  <a:pt x="102844" y="8890"/>
                </a:lnTo>
                <a:lnTo>
                  <a:pt x="102844" y="10160"/>
                </a:lnTo>
                <a:lnTo>
                  <a:pt x="104127" y="10160"/>
                </a:lnTo>
                <a:lnTo>
                  <a:pt x="104127" y="8890"/>
                </a:lnTo>
                <a:lnTo>
                  <a:pt x="105397" y="8890"/>
                </a:lnTo>
                <a:lnTo>
                  <a:pt x="105397" y="6350"/>
                </a:lnTo>
                <a:close/>
              </a:path>
              <a:path w="109220" h="30480">
                <a:moveTo>
                  <a:pt x="106680" y="3810"/>
                </a:moveTo>
                <a:lnTo>
                  <a:pt x="21577" y="3810"/>
                </a:lnTo>
                <a:lnTo>
                  <a:pt x="21577" y="2540"/>
                </a:lnTo>
                <a:lnTo>
                  <a:pt x="20294" y="2540"/>
                </a:lnTo>
                <a:lnTo>
                  <a:pt x="20294" y="3810"/>
                </a:lnTo>
                <a:lnTo>
                  <a:pt x="19050" y="3810"/>
                </a:lnTo>
                <a:lnTo>
                  <a:pt x="19050" y="5080"/>
                </a:lnTo>
                <a:lnTo>
                  <a:pt x="105397" y="5080"/>
                </a:lnTo>
                <a:lnTo>
                  <a:pt x="105397" y="6350"/>
                </a:lnTo>
                <a:lnTo>
                  <a:pt x="106680" y="6350"/>
                </a:lnTo>
                <a:lnTo>
                  <a:pt x="106680" y="3810"/>
                </a:lnTo>
                <a:close/>
              </a:path>
              <a:path w="109220" h="30480">
                <a:moveTo>
                  <a:pt x="109194" y="0"/>
                </a:moveTo>
                <a:lnTo>
                  <a:pt x="21577" y="0"/>
                </a:lnTo>
                <a:lnTo>
                  <a:pt x="21577" y="2540"/>
                </a:lnTo>
                <a:lnTo>
                  <a:pt x="109194" y="2540"/>
                </a:lnTo>
                <a:lnTo>
                  <a:pt x="109194" y="0"/>
                </a:lnTo>
                <a:close/>
              </a:path>
            </a:pathLst>
          </a:custGeom>
          <a:solidFill>
            <a:srgbClr val="A14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7994625" y="1656092"/>
            <a:ext cx="219710" cy="43180"/>
          </a:xfrm>
          <a:custGeom>
            <a:avLst/>
            <a:gdLst/>
            <a:ahLst/>
            <a:cxnLst/>
            <a:rect l="l" t="t" r="r" b="b"/>
            <a:pathLst>
              <a:path w="219709" h="43180">
                <a:moveTo>
                  <a:pt x="128282" y="41910"/>
                </a:moveTo>
                <a:lnTo>
                  <a:pt x="5080" y="41910"/>
                </a:lnTo>
                <a:lnTo>
                  <a:pt x="5080" y="40640"/>
                </a:lnTo>
                <a:lnTo>
                  <a:pt x="2552" y="40640"/>
                </a:lnTo>
                <a:lnTo>
                  <a:pt x="2552" y="41910"/>
                </a:lnTo>
                <a:lnTo>
                  <a:pt x="0" y="41910"/>
                </a:lnTo>
                <a:lnTo>
                  <a:pt x="0" y="43180"/>
                </a:lnTo>
                <a:lnTo>
                  <a:pt x="128282" y="43180"/>
                </a:lnTo>
                <a:lnTo>
                  <a:pt x="128282" y="41910"/>
                </a:lnTo>
                <a:close/>
              </a:path>
              <a:path w="219709" h="43180">
                <a:moveTo>
                  <a:pt x="137147" y="38100"/>
                </a:moveTo>
                <a:lnTo>
                  <a:pt x="12700" y="38100"/>
                </a:lnTo>
                <a:lnTo>
                  <a:pt x="12700" y="36830"/>
                </a:lnTo>
                <a:lnTo>
                  <a:pt x="10147" y="36830"/>
                </a:lnTo>
                <a:lnTo>
                  <a:pt x="10147" y="38100"/>
                </a:lnTo>
                <a:lnTo>
                  <a:pt x="7632" y="38100"/>
                </a:lnTo>
                <a:lnTo>
                  <a:pt x="7632" y="40640"/>
                </a:lnTo>
                <a:lnTo>
                  <a:pt x="130797" y="40640"/>
                </a:lnTo>
                <a:lnTo>
                  <a:pt x="130797" y="41910"/>
                </a:lnTo>
                <a:lnTo>
                  <a:pt x="134632" y="41910"/>
                </a:lnTo>
                <a:lnTo>
                  <a:pt x="134632" y="40640"/>
                </a:lnTo>
                <a:lnTo>
                  <a:pt x="137147" y="40640"/>
                </a:lnTo>
                <a:lnTo>
                  <a:pt x="137147" y="38100"/>
                </a:lnTo>
                <a:close/>
              </a:path>
              <a:path w="219709" h="43180">
                <a:moveTo>
                  <a:pt x="142252" y="35560"/>
                </a:moveTo>
                <a:lnTo>
                  <a:pt x="17780" y="35560"/>
                </a:lnTo>
                <a:lnTo>
                  <a:pt x="17780" y="34290"/>
                </a:lnTo>
                <a:lnTo>
                  <a:pt x="15252" y="34290"/>
                </a:lnTo>
                <a:lnTo>
                  <a:pt x="15252" y="35560"/>
                </a:lnTo>
                <a:lnTo>
                  <a:pt x="12700" y="35560"/>
                </a:lnTo>
                <a:lnTo>
                  <a:pt x="12700" y="36830"/>
                </a:lnTo>
                <a:lnTo>
                  <a:pt x="139700" y="36830"/>
                </a:lnTo>
                <a:lnTo>
                  <a:pt x="139700" y="38100"/>
                </a:lnTo>
                <a:lnTo>
                  <a:pt x="142252" y="38100"/>
                </a:lnTo>
                <a:lnTo>
                  <a:pt x="142252" y="36830"/>
                </a:lnTo>
                <a:lnTo>
                  <a:pt x="142252" y="35560"/>
                </a:lnTo>
                <a:close/>
              </a:path>
              <a:path w="219709" h="43180">
                <a:moveTo>
                  <a:pt x="149847" y="31750"/>
                </a:moveTo>
                <a:lnTo>
                  <a:pt x="25400" y="31750"/>
                </a:lnTo>
                <a:lnTo>
                  <a:pt x="25400" y="30480"/>
                </a:lnTo>
                <a:lnTo>
                  <a:pt x="22847" y="30480"/>
                </a:lnTo>
                <a:lnTo>
                  <a:pt x="22847" y="31750"/>
                </a:lnTo>
                <a:lnTo>
                  <a:pt x="20332" y="31750"/>
                </a:lnTo>
                <a:lnTo>
                  <a:pt x="20332" y="34290"/>
                </a:lnTo>
                <a:lnTo>
                  <a:pt x="144780" y="34290"/>
                </a:lnTo>
                <a:lnTo>
                  <a:pt x="144780" y="35560"/>
                </a:lnTo>
                <a:lnTo>
                  <a:pt x="147332" y="35560"/>
                </a:lnTo>
                <a:lnTo>
                  <a:pt x="147332" y="34290"/>
                </a:lnTo>
                <a:lnTo>
                  <a:pt x="149847" y="34290"/>
                </a:lnTo>
                <a:lnTo>
                  <a:pt x="149847" y="31750"/>
                </a:lnTo>
                <a:close/>
              </a:path>
              <a:path w="219709" h="43180">
                <a:moveTo>
                  <a:pt x="154952" y="29210"/>
                </a:moveTo>
                <a:lnTo>
                  <a:pt x="30480" y="29210"/>
                </a:lnTo>
                <a:lnTo>
                  <a:pt x="30480" y="27940"/>
                </a:lnTo>
                <a:lnTo>
                  <a:pt x="27952" y="27940"/>
                </a:lnTo>
                <a:lnTo>
                  <a:pt x="27952" y="29210"/>
                </a:lnTo>
                <a:lnTo>
                  <a:pt x="25400" y="29210"/>
                </a:lnTo>
                <a:lnTo>
                  <a:pt x="25400" y="30480"/>
                </a:lnTo>
                <a:lnTo>
                  <a:pt x="152400" y="30480"/>
                </a:lnTo>
                <a:lnTo>
                  <a:pt x="152400" y="31750"/>
                </a:lnTo>
                <a:lnTo>
                  <a:pt x="154952" y="31750"/>
                </a:lnTo>
                <a:lnTo>
                  <a:pt x="154952" y="30480"/>
                </a:lnTo>
                <a:lnTo>
                  <a:pt x="154952" y="29210"/>
                </a:lnTo>
                <a:close/>
              </a:path>
              <a:path w="219709" h="43180">
                <a:moveTo>
                  <a:pt x="162547" y="25400"/>
                </a:moveTo>
                <a:lnTo>
                  <a:pt x="38100" y="25400"/>
                </a:lnTo>
                <a:lnTo>
                  <a:pt x="38100" y="24130"/>
                </a:lnTo>
                <a:lnTo>
                  <a:pt x="35547" y="24130"/>
                </a:lnTo>
                <a:lnTo>
                  <a:pt x="35547" y="25400"/>
                </a:lnTo>
                <a:lnTo>
                  <a:pt x="33032" y="25400"/>
                </a:lnTo>
                <a:lnTo>
                  <a:pt x="33032" y="27940"/>
                </a:lnTo>
                <a:lnTo>
                  <a:pt x="157480" y="27940"/>
                </a:lnTo>
                <a:lnTo>
                  <a:pt x="157480" y="29210"/>
                </a:lnTo>
                <a:lnTo>
                  <a:pt x="160032" y="29210"/>
                </a:lnTo>
                <a:lnTo>
                  <a:pt x="160032" y="27940"/>
                </a:lnTo>
                <a:lnTo>
                  <a:pt x="162547" y="27940"/>
                </a:lnTo>
                <a:lnTo>
                  <a:pt x="162547" y="25400"/>
                </a:lnTo>
                <a:close/>
              </a:path>
              <a:path w="219709" h="43180">
                <a:moveTo>
                  <a:pt x="167652" y="22860"/>
                </a:moveTo>
                <a:lnTo>
                  <a:pt x="43180" y="22860"/>
                </a:lnTo>
                <a:lnTo>
                  <a:pt x="43180" y="21590"/>
                </a:lnTo>
                <a:lnTo>
                  <a:pt x="40652" y="21590"/>
                </a:lnTo>
                <a:lnTo>
                  <a:pt x="40652" y="22860"/>
                </a:lnTo>
                <a:lnTo>
                  <a:pt x="38100" y="22860"/>
                </a:lnTo>
                <a:lnTo>
                  <a:pt x="38100" y="24130"/>
                </a:lnTo>
                <a:lnTo>
                  <a:pt x="165100" y="24130"/>
                </a:lnTo>
                <a:lnTo>
                  <a:pt x="165100" y="25400"/>
                </a:lnTo>
                <a:lnTo>
                  <a:pt x="167652" y="25400"/>
                </a:lnTo>
                <a:lnTo>
                  <a:pt x="167652" y="24130"/>
                </a:lnTo>
                <a:lnTo>
                  <a:pt x="167652" y="22860"/>
                </a:lnTo>
                <a:close/>
              </a:path>
              <a:path w="219709" h="43180">
                <a:moveTo>
                  <a:pt x="175247" y="19050"/>
                </a:moveTo>
                <a:lnTo>
                  <a:pt x="50800" y="19050"/>
                </a:lnTo>
                <a:lnTo>
                  <a:pt x="50800" y="17780"/>
                </a:lnTo>
                <a:lnTo>
                  <a:pt x="48247" y="17780"/>
                </a:lnTo>
                <a:lnTo>
                  <a:pt x="48247" y="19050"/>
                </a:lnTo>
                <a:lnTo>
                  <a:pt x="45732" y="19050"/>
                </a:lnTo>
                <a:lnTo>
                  <a:pt x="45732" y="21590"/>
                </a:lnTo>
                <a:lnTo>
                  <a:pt x="170180" y="21590"/>
                </a:lnTo>
                <a:lnTo>
                  <a:pt x="170180" y="22860"/>
                </a:lnTo>
                <a:lnTo>
                  <a:pt x="172732" y="22860"/>
                </a:lnTo>
                <a:lnTo>
                  <a:pt x="172732" y="21590"/>
                </a:lnTo>
                <a:lnTo>
                  <a:pt x="175247" y="21590"/>
                </a:lnTo>
                <a:lnTo>
                  <a:pt x="175247" y="19050"/>
                </a:lnTo>
                <a:close/>
              </a:path>
              <a:path w="219709" h="43180">
                <a:moveTo>
                  <a:pt x="180352" y="16510"/>
                </a:moveTo>
                <a:lnTo>
                  <a:pt x="54597" y="16510"/>
                </a:lnTo>
                <a:lnTo>
                  <a:pt x="54597" y="15240"/>
                </a:lnTo>
                <a:lnTo>
                  <a:pt x="52082" y="15240"/>
                </a:lnTo>
                <a:lnTo>
                  <a:pt x="52082" y="16510"/>
                </a:lnTo>
                <a:lnTo>
                  <a:pt x="50800" y="16510"/>
                </a:lnTo>
                <a:lnTo>
                  <a:pt x="50800" y="17780"/>
                </a:lnTo>
                <a:lnTo>
                  <a:pt x="177800" y="17780"/>
                </a:lnTo>
                <a:lnTo>
                  <a:pt x="177800" y="19050"/>
                </a:lnTo>
                <a:lnTo>
                  <a:pt x="180352" y="19050"/>
                </a:lnTo>
                <a:lnTo>
                  <a:pt x="180352" y="17780"/>
                </a:lnTo>
                <a:lnTo>
                  <a:pt x="180352" y="16510"/>
                </a:lnTo>
                <a:close/>
              </a:path>
              <a:path w="219709" h="43180">
                <a:moveTo>
                  <a:pt x="187947" y="12700"/>
                </a:moveTo>
                <a:lnTo>
                  <a:pt x="62230" y="12700"/>
                </a:lnTo>
                <a:lnTo>
                  <a:pt x="62230" y="11430"/>
                </a:lnTo>
                <a:lnTo>
                  <a:pt x="59702" y="11430"/>
                </a:lnTo>
                <a:lnTo>
                  <a:pt x="59702" y="12700"/>
                </a:lnTo>
                <a:lnTo>
                  <a:pt x="57150" y="12700"/>
                </a:lnTo>
                <a:lnTo>
                  <a:pt x="57150" y="15240"/>
                </a:lnTo>
                <a:lnTo>
                  <a:pt x="182880" y="15240"/>
                </a:lnTo>
                <a:lnTo>
                  <a:pt x="182880" y="16510"/>
                </a:lnTo>
                <a:lnTo>
                  <a:pt x="185407" y="16510"/>
                </a:lnTo>
                <a:lnTo>
                  <a:pt x="185407" y="15240"/>
                </a:lnTo>
                <a:lnTo>
                  <a:pt x="187947" y="15240"/>
                </a:lnTo>
                <a:lnTo>
                  <a:pt x="187947" y="12700"/>
                </a:lnTo>
                <a:close/>
              </a:path>
              <a:path w="219709" h="43180">
                <a:moveTo>
                  <a:pt x="193027" y="10160"/>
                </a:moveTo>
                <a:lnTo>
                  <a:pt x="67297" y="10160"/>
                </a:lnTo>
                <a:lnTo>
                  <a:pt x="67297" y="8890"/>
                </a:lnTo>
                <a:lnTo>
                  <a:pt x="64782" y="8890"/>
                </a:lnTo>
                <a:lnTo>
                  <a:pt x="64782" y="10160"/>
                </a:lnTo>
                <a:lnTo>
                  <a:pt x="62230" y="10160"/>
                </a:lnTo>
                <a:lnTo>
                  <a:pt x="62230" y="11430"/>
                </a:lnTo>
                <a:lnTo>
                  <a:pt x="190500" y="11430"/>
                </a:lnTo>
                <a:lnTo>
                  <a:pt x="190500" y="12700"/>
                </a:lnTo>
                <a:lnTo>
                  <a:pt x="193027" y="12700"/>
                </a:lnTo>
                <a:lnTo>
                  <a:pt x="193027" y="11430"/>
                </a:lnTo>
                <a:lnTo>
                  <a:pt x="193027" y="10160"/>
                </a:lnTo>
                <a:close/>
              </a:path>
              <a:path w="219709" h="43180">
                <a:moveTo>
                  <a:pt x="200647" y="6350"/>
                </a:moveTo>
                <a:lnTo>
                  <a:pt x="74930" y="6350"/>
                </a:lnTo>
                <a:lnTo>
                  <a:pt x="74930" y="5080"/>
                </a:lnTo>
                <a:lnTo>
                  <a:pt x="72402" y="5080"/>
                </a:lnTo>
                <a:lnTo>
                  <a:pt x="72402" y="6350"/>
                </a:lnTo>
                <a:lnTo>
                  <a:pt x="69850" y="6350"/>
                </a:lnTo>
                <a:lnTo>
                  <a:pt x="69850" y="8890"/>
                </a:lnTo>
                <a:lnTo>
                  <a:pt x="195580" y="8890"/>
                </a:lnTo>
                <a:lnTo>
                  <a:pt x="195580" y="10160"/>
                </a:lnTo>
                <a:lnTo>
                  <a:pt x="198107" y="10160"/>
                </a:lnTo>
                <a:lnTo>
                  <a:pt x="198107" y="8890"/>
                </a:lnTo>
                <a:lnTo>
                  <a:pt x="200647" y="8890"/>
                </a:lnTo>
                <a:lnTo>
                  <a:pt x="200647" y="6350"/>
                </a:lnTo>
                <a:close/>
              </a:path>
              <a:path w="219709" h="43180">
                <a:moveTo>
                  <a:pt x="206997" y="3810"/>
                </a:moveTo>
                <a:lnTo>
                  <a:pt x="79997" y="3810"/>
                </a:lnTo>
                <a:lnTo>
                  <a:pt x="79997" y="2540"/>
                </a:lnTo>
                <a:lnTo>
                  <a:pt x="77482" y="2540"/>
                </a:lnTo>
                <a:lnTo>
                  <a:pt x="77482" y="3810"/>
                </a:lnTo>
                <a:lnTo>
                  <a:pt x="74930" y="3810"/>
                </a:lnTo>
                <a:lnTo>
                  <a:pt x="74930" y="5080"/>
                </a:lnTo>
                <a:lnTo>
                  <a:pt x="204482" y="5080"/>
                </a:lnTo>
                <a:lnTo>
                  <a:pt x="204482" y="6350"/>
                </a:lnTo>
                <a:lnTo>
                  <a:pt x="206997" y="6350"/>
                </a:lnTo>
                <a:lnTo>
                  <a:pt x="206997" y="5080"/>
                </a:lnTo>
                <a:lnTo>
                  <a:pt x="206997" y="3810"/>
                </a:lnTo>
                <a:close/>
              </a:path>
              <a:path w="219709" h="43180">
                <a:moveTo>
                  <a:pt x="219697" y="0"/>
                </a:moveTo>
                <a:lnTo>
                  <a:pt x="82550" y="0"/>
                </a:lnTo>
                <a:lnTo>
                  <a:pt x="82550" y="2540"/>
                </a:lnTo>
                <a:lnTo>
                  <a:pt x="210832" y="2540"/>
                </a:lnTo>
                <a:lnTo>
                  <a:pt x="210832" y="3810"/>
                </a:lnTo>
                <a:lnTo>
                  <a:pt x="215900" y="3810"/>
                </a:lnTo>
                <a:lnTo>
                  <a:pt x="215900" y="2540"/>
                </a:lnTo>
                <a:lnTo>
                  <a:pt x="219697" y="2540"/>
                </a:lnTo>
                <a:lnTo>
                  <a:pt x="219697" y="0"/>
                </a:lnTo>
                <a:close/>
              </a:path>
            </a:pathLst>
          </a:custGeom>
          <a:solidFill>
            <a:srgbClr val="A14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7388835" y="1656079"/>
            <a:ext cx="118110" cy="21590"/>
          </a:xfrm>
          <a:custGeom>
            <a:avLst/>
            <a:gdLst/>
            <a:ahLst/>
            <a:cxnLst/>
            <a:rect l="l" t="t" r="r" b="b"/>
            <a:pathLst>
              <a:path w="118109" h="21589">
                <a:moveTo>
                  <a:pt x="109220" y="0"/>
                </a:moveTo>
                <a:lnTo>
                  <a:pt x="0" y="0"/>
                </a:lnTo>
                <a:lnTo>
                  <a:pt x="0" y="2540"/>
                </a:lnTo>
                <a:lnTo>
                  <a:pt x="109220" y="2540"/>
                </a:lnTo>
                <a:lnTo>
                  <a:pt x="109220" y="0"/>
                </a:lnTo>
                <a:close/>
              </a:path>
              <a:path w="118109" h="21589">
                <a:moveTo>
                  <a:pt x="111772" y="3822"/>
                </a:moveTo>
                <a:lnTo>
                  <a:pt x="1270" y="3822"/>
                </a:lnTo>
                <a:lnTo>
                  <a:pt x="1270" y="5092"/>
                </a:lnTo>
                <a:lnTo>
                  <a:pt x="1270" y="6362"/>
                </a:lnTo>
                <a:lnTo>
                  <a:pt x="2540" y="6362"/>
                </a:lnTo>
                <a:lnTo>
                  <a:pt x="2540" y="5092"/>
                </a:lnTo>
                <a:lnTo>
                  <a:pt x="111772" y="5092"/>
                </a:lnTo>
                <a:lnTo>
                  <a:pt x="111772" y="3822"/>
                </a:lnTo>
                <a:close/>
              </a:path>
              <a:path w="118109" h="21589">
                <a:moveTo>
                  <a:pt x="113042" y="6362"/>
                </a:moveTo>
                <a:lnTo>
                  <a:pt x="2540" y="6362"/>
                </a:lnTo>
                <a:lnTo>
                  <a:pt x="2540" y="8902"/>
                </a:lnTo>
                <a:lnTo>
                  <a:pt x="2540" y="10172"/>
                </a:lnTo>
                <a:lnTo>
                  <a:pt x="3822" y="10172"/>
                </a:lnTo>
                <a:lnTo>
                  <a:pt x="3822" y="8902"/>
                </a:lnTo>
                <a:lnTo>
                  <a:pt x="113042" y="8902"/>
                </a:lnTo>
                <a:lnTo>
                  <a:pt x="113042" y="6362"/>
                </a:lnTo>
                <a:close/>
              </a:path>
              <a:path w="118109" h="21589">
                <a:moveTo>
                  <a:pt x="114300" y="8902"/>
                </a:moveTo>
                <a:lnTo>
                  <a:pt x="113042" y="8902"/>
                </a:lnTo>
                <a:lnTo>
                  <a:pt x="113042" y="10172"/>
                </a:lnTo>
                <a:lnTo>
                  <a:pt x="3822" y="10172"/>
                </a:lnTo>
                <a:lnTo>
                  <a:pt x="3822" y="11442"/>
                </a:lnTo>
                <a:lnTo>
                  <a:pt x="114300" y="11442"/>
                </a:lnTo>
                <a:lnTo>
                  <a:pt x="114300" y="10172"/>
                </a:lnTo>
                <a:lnTo>
                  <a:pt x="114300" y="8902"/>
                </a:lnTo>
                <a:close/>
              </a:path>
              <a:path w="118109" h="21589">
                <a:moveTo>
                  <a:pt x="115570" y="11442"/>
                </a:moveTo>
                <a:lnTo>
                  <a:pt x="114300" y="11442"/>
                </a:lnTo>
                <a:lnTo>
                  <a:pt x="114300" y="12712"/>
                </a:lnTo>
                <a:lnTo>
                  <a:pt x="5092" y="12712"/>
                </a:lnTo>
                <a:lnTo>
                  <a:pt x="5092" y="15252"/>
                </a:lnTo>
                <a:lnTo>
                  <a:pt x="115570" y="15252"/>
                </a:lnTo>
                <a:lnTo>
                  <a:pt x="115570" y="12712"/>
                </a:lnTo>
                <a:lnTo>
                  <a:pt x="115570" y="11442"/>
                </a:lnTo>
                <a:close/>
              </a:path>
              <a:path w="118109" h="21589">
                <a:moveTo>
                  <a:pt x="118097" y="19050"/>
                </a:moveTo>
                <a:lnTo>
                  <a:pt x="6350" y="19050"/>
                </a:lnTo>
                <a:lnTo>
                  <a:pt x="6350" y="21590"/>
                </a:lnTo>
                <a:lnTo>
                  <a:pt x="118097" y="21590"/>
                </a:lnTo>
                <a:lnTo>
                  <a:pt x="118097" y="19050"/>
                </a:lnTo>
                <a:close/>
              </a:path>
              <a:path w="118109" h="21589">
                <a:moveTo>
                  <a:pt x="118097" y="16510"/>
                </a:moveTo>
                <a:lnTo>
                  <a:pt x="6350" y="16510"/>
                </a:lnTo>
                <a:lnTo>
                  <a:pt x="6350" y="17780"/>
                </a:lnTo>
                <a:lnTo>
                  <a:pt x="118097" y="17780"/>
                </a:lnTo>
                <a:lnTo>
                  <a:pt x="118097" y="16510"/>
                </a:lnTo>
                <a:close/>
              </a:path>
            </a:pathLst>
          </a:custGeom>
          <a:solidFill>
            <a:srgbClr val="A14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7752054" y="1656079"/>
            <a:ext cx="96520" cy="15240"/>
          </a:xfrm>
          <a:custGeom>
            <a:avLst/>
            <a:gdLst/>
            <a:ahLst/>
            <a:cxnLst/>
            <a:rect l="l" t="t" r="r" b="b"/>
            <a:pathLst>
              <a:path w="96520" h="15239">
                <a:moveTo>
                  <a:pt x="87617" y="12700"/>
                </a:moveTo>
                <a:lnTo>
                  <a:pt x="2552" y="12700"/>
                </a:lnTo>
                <a:lnTo>
                  <a:pt x="2552" y="11430"/>
                </a:lnTo>
                <a:lnTo>
                  <a:pt x="1270" y="11430"/>
                </a:lnTo>
                <a:lnTo>
                  <a:pt x="1270" y="12700"/>
                </a:lnTo>
                <a:lnTo>
                  <a:pt x="0" y="12700"/>
                </a:lnTo>
                <a:lnTo>
                  <a:pt x="0" y="15240"/>
                </a:lnTo>
                <a:lnTo>
                  <a:pt x="87617" y="15240"/>
                </a:lnTo>
                <a:lnTo>
                  <a:pt x="87617" y="12700"/>
                </a:lnTo>
                <a:close/>
              </a:path>
              <a:path w="96520" h="15239">
                <a:moveTo>
                  <a:pt x="88900" y="10160"/>
                </a:moveTo>
                <a:lnTo>
                  <a:pt x="5067" y="10160"/>
                </a:lnTo>
                <a:lnTo>
                  <a:pt x="5067" y="8890"/>
                </a:lnTo>
                <a:lnTo>
                  <a:pt x="3822" y="8890"/>
                </a:lnTo>
                <a:lnTo>
                  <a:pt x="3822" y="10160"/>
                </a:lnTo>
                <a:lnTo>
                  <a:pt x="2552" y="10160"/>
                </a:lnTo>
                <a:lnTo>
                  <a:pt x="2552" y="11430"/>
                </a:lnTo>
                <a:lnTo>
                  <a:pt x="88900" y="11430"/>
                </a:lnTo>
                <a:lnTo>
                  <a:pt x="88900" y="10160"/>
                </a:lnTo>
                <a:close/>
              </a:path>
              <a:path w="96520" h="15239">
                <a:moveTo>
                  <a:pt x="91427" y="6350"/>
                </a:moveTo>
                <a:lnTo>
                  <a:pt x="7620" y="6350"/>
                </a:lnTo>
                <a:lnTo>
                  <a:pt x="7620" y="5080"/>
                </a:lnTo>
                <a:lnTo>
                  <a:pt x="6350" y="5080"/>
                </a:lnTo>
                <a:lnTo>
                  <a:pt x="6350" y="6350"/>
                </a:lnTo>
                <a:lnTo>
                  <a:pt x="5067" y="6350"/>
                </a:lnTo>
                <a:lnTo>
                  <a:pt x="5067" y="8890"/>
                </a:lnTo>
                <a:lnTo>
                  <a:pt x="90170" y="8890"/>
                </a:lnTo>
                <a:lnTo>
                  <a:pt x="90170" y="10160"/>
                </a:lnTo>
                <a:lnTo>
                  <a:pt x="91427" y="10160"/>
                </a:lnTo>
                <a:lnTo>
                  <a:pt x="91427" y="6350"/>
                </a:lnTo>
                <a:close/>
              </a:path>
              <a:path w="96520" h="15239">
                <a:moveTo>
                  <a:pt x="93967" y="3810"/>
                </a:moveTo>
                <a:lnTo>
                  <a:pt x="7620" y="3810"/>
                </a:lnTo>
                <a:lnTo>
                  <a:pt x="7620" y="5080"/>
                </a:lnTo>
                <a:lnTo>
                  <a:pt x="92697" y="5080"/>
                </a:lnTo>
                <a:lnTo>
                  <a:pt x="92697" y="6350"/>
                </a:lnTo>
                <a:lnTo>
                  <a:pt x="93967" y="6350"/>
                </a:lnTo>
                <a:lnTo>
                  <a:pt x="93967" y="3810"/>
                </a:lnTo>
                <a:close/>
              </a:path>
              <a:path w="96520" h="15239">
                <a:moveTo>
                  <a:pt x="96520" y="0"/>
                </a:moveTo>
                <a:lnTo>
                  <a:pt x="10172" y="0"/>
                </a:lnTo>
                <a:lnTo>
                  <a:pt x="10172" y="2540"/>
                </a:lnTo>
                <a:lnTo>
                  <a:pt x="93967" y="2540"/>
                </a:lnTo>
                <a:lnTo>
                  <a:pt x="93967" y="3810"/>
                </a:lnTo>
                <a:lnTo>
                  <a:pt x="95250" y="3810"/>
                </a:lnTo>
                <a:lnTo>
                  <a:pt x="95250" y="2540"/>
                </a:lnTo>
                <a:lnTo>
                  <a:pt x="96520" y="2540"/>
                </a:lnTo>
                <a:lnTo>
                  <a:pt x="96520" y="0"/>
                </a:lnTo>
                <a:close/>
              </a:path>
            </a:pathLst>
          </a:custGeom>
          <a:solidFill>
            <a:srgbClr val="A14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5595607" y="1718309"/>
            <a:ext cx="372110" cy="26034"/>
          </a:xfrm>
          <a:custGeom>
            <a:avLst/>
            <a:gdLst/>
            <a:ahLst/>
            <a:cxnLst/>
            <a:rect l="l" t="t" r="r" b="b"/>
            <a:pathLst>
              <a:path w="372110" h="26035">
                <a:moveTo>
                  <a:pt x="1270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0"/>
                </a:lnTo>
                <a:close/>
              </a:path>
              <a:path w="372110" h="26035">
                <a:moveTo>
                  <a:pt x="29197" y="1270"/>
                </a:moveTo>
                <a:lnTo>
                  <a:pt x="1270" y="1270"/>
                </a:lnTo>
                <a:lnTo>
                  <a:pt x="1270" y="3810"/>
                </a:lnTo>
                <a:lnTo>
                  <a:pt x="2527" y="3810"/>
                </a:lnTo>
                <a:lnTo>
                  <a:pt x="2527" y="5080"/>
                </a:lnTo>
                <a:lnTo>
                  <a:pt x="3797" y="5080"/>
                </a:lnTo>
                <a:lnTo>
                  <a:pt x="3797" y="3810"/>
                </a:lnTo>
                <a:lnTo>
                  <a:pt x="29197" y="3810"/>
                </a:lnTo>
                <a:lnTo>
                  <a:pt x="29197" y="1270"/>
                </a:lnTo>
                <a:close/>
              </a:path>
              <a:path w="372110" h="26035">
                <a:moveTo>
                  <a:pt x="86347" y="5080"/>
                </a:moveTo>
                <a:lnTo>
                  <a:pt x="67297" y="5080"/>
                </a:lnTo>
                <a:lnTo>
                  <a:pt x="67297" y="3810"/>
                </a:lnTo>
                <a:lnTo>
                  <a:pt x="48247" y="3810"/>
                </a:lnTo>
                <a:lnTo>
                  <a:pt x="48247" y="5080"/>
                </a:lnTo>
                <a:lnTo>
                  <a:pt x="3797" y="5080"/>
                </a:lnTo>
                <a:lnTo>
                  <a:pt x="3797" y="7620"/>
                </a:lnTo>
                <a:lnTo>
                  <a:pt x="5080" y="7620"/>
                </a:lnTo>
                <a:lnTo>
                  <a:pt x="5080" y="6350"/>
                </a:lnTo>
                <a:lnTo>
                  <a:pt x="86347" y="6350"/>
                </a:lnTo>
                <a:lnTo>
                  <a:pt x="86347" y="5080"/>
                </a:lnTo>
                <a:close/>
              </a:path>
              <a:path w="372110" h="26035">
                <a:moveTo>
                  <a:pt x="124447" y="7632"/>
                </a:moveTo>
                <a:lnTo>
                  <a:pt x="105397" y="7632"/>
                </a:lnTo>
                <a:lnTo>
                  <a:pt x="105397" y="6362"/>
                </a:lnTo>
                <a:lnTo>
                  <a:pt x="86347" y="6362"/>
                </a:lnTo>
                <a:lnTo>
                  <a:pt x="86347" y="7632"/>
                </a:lnTo>
                <a:lnTo>
                  <a:pt x="6350" y="7632"/>
                </a:lnTo>
                <a:lnTo>
                  <a:pt x="6350" y="10172"/>
                </a:lnTo>
                <a:lnTo>
                  <a:pt x="7620" y="10172"/>
                </a:lnTo>
                <a:lnTo>
                  <a:pt x="7620" y="11442"/>
                </a:lnTo>
                <a:lnTo>
                  <a:pt x="8877" y="11442"/>
                </a:lnTo>
                <a:lnTo>
                  <a:pt x="8877" y="10172"/>
                </a:lnTo>
                <a:lnTo>
                  <a:pt x="124447" y="10172"/>
                </a:lnTo>
                <a:lnTo>
                  <a:pt x="124447" y="7632"/>
                </a:lnTo>
                <a:close/>
              </a:path>
              <a:path w="372110" h="26035">
                <a:moveTo>
                  <a:pt x="181597" y="11442"/>
                </a:moveTo>
                <a:lnTo>
                  <a:pt x="162547" y="11442"/>
                </a:lnTo>
                <a:lnTo>
                  <a:pt x="162547" y="10172"/>
                </a:lnTo>
                <a:lnTo>
                  <a:pt x="143497" y="10172"/>
                </a:lnTo>
                <a:lnTo>
                  <a:pt x="143497" y="11442"/>
                </a:lnTo>
                <a:lnTo>
                  <a:pt x="10147" y="11442"/>
                </a:lnTo>
                <a:lnTo>
                  <a:pt x="10147" y="12712"/>
                </a:lnTo>
                <a:lnTo>
                  <a:pt x="181597" y="12712"/>
                </a:lnTo>
                <a:lnTo>
                  <a:pt x="181597" y="11442"/>
                </a:lnTo>
                <a:close/>
              </a:path>
              <a:path w="372110" h="26035">
                <a:moveTo>
                  <a:pt x="219697" y="13982"/>
                </a:moveTo>
                <a:lnTo>
                  <a:pt x="200647" y="13982"/>
                </a:lnTo>
                <a:lnTo>
                  <a:pt x="200647" y="12712"/>
                </a:lnTo>
                <a:lnTo>
                  <a:pt x="181597" y="12712"/>
                </a:lnTo>
                <a:lnTo>
                  <a:pt x="181597" y="13982"/>
                </a:lnTo>
                <a:lnTo>
                  <a:pt x="11430" y="13982"/>
                </a:lnTo>
                <a:lnTo>
                  <a:pt x="11430" y="16522"/>
                </a:lnTo>
                <a:lnTo>
                  <a:pt x="12700" y="16522"/>
                </a:lnTo>
                <a:lnTo>
                  <a:pt x="12700" y="17792"/>
                </a:lnTo>
                <a:lnTo>
                  <a:pt x="13970" y="17792"/>
                </a:lnTo>
                <a:lnTo>
                  <a:pt x="13970" y="16522"/>
                </a:lnTo>
                <a:lnTo>
                  <a:pt x="219697" y="16522"/>
                </a:lnTo>
                <a:lnTo>
                  <a:pt x="219697" y="13982"/>
                </a:lnTo>
                <a:close/>
              </a:path>
              <a:path w="372110" h="26035">
                <a:moveTo>
                  <a:pt x="276847" y="17792"/>
                </a:moveTo>
                <a:lnTo>
                  <a:pt x="257797" y="17792"/>
                </a:lnTo>
                <a:lnTo>
                  <a:pt x="257797" y="16522"/>
                </a:lnTo>
                <a:lnTo>
                  <a:pt x="238747" y="16522"/>
                </a:lnTo>
                <a:lnTo>
                  <a:pt x="238747" y="17792"/>
                </a:lnTo>
                <a:lnTo>
                  <a:pt x="15227" y="17792"/>
                </a:lnTo>
                <a:lnTo>
                  <a:pt x="15227" y="19062"/>
                </a:lnTo>
                <a:lnTo>
                  <a:pt x="15227" y="20332"/>
                </a:lnTo>
                <a:lnTo>
                  <a:pt x="16497" y="20332"/>
                </a:lnTo>
                <a:lnTo>
                  <a:pt x="16497" y="19062"/>
                </a:lnTo>
                <a:lnTo>
                  <a:pt x="276847" y="19062"/>
                </a:lnTo>
                <a:lnTo>
                  <a:pt x="276847" y="17792"/>
                </a:lnTo>
                <a:close/>
              </a:path>
              <a:path w="372110" h="26035">
                <a:moveTo>
                  <a:pt x="314947" y="20332"/>
                </a:moveTo>
                <a:lnTo>
                  <a:pt x="295897" y="20332"/>
                </a:lnTo>
                <a:lnTo>
                  <a:pt x="295897" y="19062"/>
                </a:lnTo>
                <a:lnTo>
                  <a:pt x="276847" y="19062"/>
                </a:lnTo>
                <a:lnTo>
                  <a:pt x="276847" y="20332"/>
                </a:lnTo>
                <a:lnTo>
                  <a:pt x="17780" y="20332"/>
                </a:lnTo>
                <a:lnTo>
                  <a:pt x="17780" y="22872"/>
                </a:lnTo>
                <a:lnTo>
                  <a:pt x="17780" y="24142"/>
                </a:lnTo>
                <a:lnTo>
                  <a:pt x="19050" y="24142"/>
                </a:lnTo>
                <a:lnTo>
                  <a:pt x="19050" y="22872"/>
                </a:lnTo>
                <a:lnTo>
                  <a:pt x="314947" y="22872"/>
                </a:lnTo>
                <a:lnTo>
                  <a:pt x="314947" y="20332"/>
                </a:lnTo>
                <a:close/>
              </a:path>
              <a:path w="372110" h="26035">
                <a:moveTo>
                  <a:pt x="372097" y="24142"/>
                </a:moveTo>
                <a:lnTo>
                  <a:pt x="353047" y="24142"/>
                </a:lnTo>
                <a:lnTo>
                  <a:pt x="353047" y="22872"/>
                </a:lnTo>
                <a:lnTo>
                  <a:pt x="333997" y="22872"/>
                </a:lnTo>
                <a:lnTo>
                  <a:pt x="333997" y="24142"/>
                </a:lnTo>
                <a:lnTo>
                  <a:pt x="20320" y="24142"/>
                </a:lnTo>
                <a:lnTo>
                  <a:pt x="20320" y="25412"/>
                </a:lnTo>
                <a:lnTo>
                  <a:pt x="372097" y="25412"/>
                </a:lnTo>
                <a:lnTo>
                  <a:pt x="372097" y="24142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7415504" y="1736102"/>
            <a:ext cx="123825" cy="7620"/>
          </a:xfrm>
          <a:custGeom>
            <a:avLst/>
            <a:gdLst/>
            <a:ahLst/>
            <a:cxnLst/>
            <a:rect l="l" t="t" r="r" b="b"/>
            <a:pathLst>
              <a:path w="123825" h="7619">
                <a:moveTo>
                  <a:pt x="120650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120650" y="1270"/>
                </a:lnTo>
                <a:lnTo>
                  <a:pt x="120650" y="0"/>
                </a:lnTo>
                <a:close/>
              </a:path>
              <a:path w="123825" h="7619">
                <a:moveTo>
                  <a:pt x="121920" y="2540"/>
                </a:moveTo>
                <a:lnTo>
                  <a:pt x="1270" y="2540"/>
                </a:lnTo>
                <a:lnTo>
                  <a:pt x="1270" y="5080"/>
                </a:lnTo>
                <a:lnTo>
                  <a:pt x="1270" y="6350"/>
                </a:lnTo>
                <a:lnTo>
                  <a:pt x="2552" y="6350"/>
                </a:lnTo>
                <a:lnTo>
                  <a:pt x="2552" y="5080"/>
                </a:lnTo>
                <a:lnTo>
                  <a:pt x="121920" y="5080"/>
                </a:lnTo>
                <a:lnTo>
                  <a:pt x="121920" y="2540"/>
                </a:lnTo>
                <a:close/>
              </a:path>
              <a:path w="123825" h="7619">
                <a:moveTo>
                  <a:pt x="123202" y="5080"/>
                </a:moveTo>
                <a:lnTo>
                  <a:pt x="121920" y="5080"/>
                </a:lnTo>
                <a:lnTo>
                  <a:pt x="121920" y="6350"/>
                </a:lnTo>
                <a:lnTo>
                  <a:pt x="2552" y="6350"/>
                </a:lnTo>
                <a:lnTo>
                  <a:pt x="2552" y="7620"/>
                </a:lnTo>
                <a:lnTo>
                  <a:pt x="123202" y="7620"/>
                </a:lnTo>
                <a:lnTo>
                  <a:pt x="123202" y="6350"/>
                </a:lnTo>
                <a:lnTo>
                  <a:pt x="123202" y="5080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7696175" y="1732279"/>
            <a:ext cx="101600" cy="11430"/>
          </a:xfrm>
          <a:custGeom>
            <a:avLst/>
            <a:gdLst/>
            <a:ahLst/>
            <a:cxnLst/>
            <a:rect l="l" t="t" r="r" b="b"/>
            <a:pathLst>
              <a:path w="101600" h="11430">
                <a:moveTo>
                  <a:pt x="95250" y="10160"/>
                </a:moveTo>
                <a:lnTo>
                  <a:pt x="0" y="10160"/>
                </a:lnTo>
                <a:lnTo>
                  <a:pt x="0" y="11430"/>
                </a:lnTo>
                <a:lnTo>
                  <a:pt x="95250" y="11430"/>
                </a:lnTo>
                <a:lnTo>
                  <a:pt x="95250" y="10160"/>
                </a:lnTo>
                <a:close/>
              </a:path>
              <a:path w="101600" h="11430">
                <a:moveTo>
                  <a:pt x="99060" y="3822"/>
                </a:moveTo>
                <a:lnTo>
                  <a:pt x="97777" y="3822"/>
                </a:lnTo>
                <a:lnTo>
                  <a:pt x="97777" y="5092"/>
                </a:lnTo>
                <a:lnTo>
                  <a:pt x="97777" y="6350"/>
                </a:lnTo>
                <a:lnTo>
                  <a:pt x="5080" y="6350"/>
                </a:lnTo>
                <a:lnTo>
                  <a:pt x="5080" y="5092"/>
                </a:lnTo>
                <a:lnTo>
                  <a:pt x="97777" y="5092"/>
                </a:lnTo>
                <a:lnTo>
                  <a:pt x="97777" y="3822"/>
                </a:lnTo>
                <a:lnTo>
                  <a:pt x="6350" y="3822"/>
                </a:lnTo>
                <a:lnTo>
                  <a:pt x="6350" y="2552"/>
                </a:lnTo>
                <a:lnTo>
                  <a:pt x="5080" y="2552"/>
                </a:lnTo>
                <a:lnTo>
                  <a:pt x="5080" y="3822"/>
                </a:lnTo>
                <a:lnTo>
                  <a:pt x="5080" y="5080"/>
                </a:lnTo>
                <a:lnTo>
                  <a:pt x="3810" y="5080"/>
                </a:lnTo>
                <a:lnTo>
                  <a:pt x="3810" y="6350"/>
                </a:lnTo>
                <a:lnTo>
                  <a:pt x="2552" y="6350"/>
                </a:lnTo>
                <a:lnTo>
                  <a:pt x="2552" y="8890"/>
                </a:lnTo>
                <a:lnTo>
                  <a:pt x="95250" y="8890"/>
                </a:lnTo>
                <a:lnTo>
                  <a:pt x="95250" y="10160"/>
                </a:lnTo>
                <a:lnTo>
                  <a:pt x="96532" y="10160"/>
                </a:lnTo>
                <a:lnTo>
                  <a:pt x="96532" y="8890"/>
                </a:lnTo>
                <a:lnTo>
                  <a:pt x="97802" y="8890"/>
                </a:lnTo>
                <a:lnTo>
                  <a:pt x="97802" y="6362"/>
                </a:lnTo>
                <a:lnTo>
                  <a:pt x="99060" y="6362"/>
                </a:lnTo>
                <a:lnTo>
                  <a:pt x="99060" y="5092"/>
                </a:lnTo>
                <a:lnTo>
                  <a:pt x="99060" y="3822"/>
                </a:lnTo>
                <a:close/>
              </a:path>
              <a:path w="101600" h="11430">
                <a:moveTo>
                  <a:pt x="101600" y="0"/>
                </a:moveTo>
                <a:lnTo>
                  <a:pt x="7632" y="0"/>
                </a:lnTo>
                <a:lnTo>
                  <a:pt x="7632" y="2540"/>
                </a:lnTo>
                <a:lnTo>
                  <a:pt x="101600" y="2540"/>
                </a:lnTo>
                <a:lnTo>
                  <a:pt x="101600" y="0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7908277" y="1705622"/>
            <a:ext cx="196850" cy="38100"/>
          </a:xfrm>
          <a:custGeom>
            <a:avLst/>
            <a:gdLst/>
            <a:ahLst/>
            <a:cxnLst/>
            <a:rect l="l" t="t" r="r" b="b"/>
            <a:pathLst>
              <a:path w="196850" h="38100">
                <a:moveTo>
                  <a:pt x="124447" y="36830"/>
                </a:moveTo>
                <a:lnTo>
                  <a:pt x="5080" y="36830"/>
                </a:lnTo>
                <a:lnTo>
                  <a:pt x="5080" y="35560"/>
                </a:lnTo>
                <a:lnTo>
                  <a:pt x="2527" y="35560"/>
                </a:lnTo>
                <a:lnTo>
                  <a:pt x="2527" y="36830"/>
                </a:lnTo>
                <a:lnTo>
                  <a:pt x="0" y="36830"/>
                </a:lnTo>
                <a:lnTo>
                  <a:pt x="0" y="38100"/>
                </a:lnTo>
                <a:lnTo>
                  <a:pt x="124447" y="38100"/>
                </a:lnTo>
                <a:lnTo>
                  <a:pt x="124447" y="36830"/>
                </a:lnTo>
                <a:close/>
              </a:path>
              <a:path w="196850" h="38100">
                <a:moveTo>
                  <a:pt x="132054" y="33020"/>
                </a:moveTo>
                <a:lnTo>
                  <a:pt x="11430" y="33020"/>
                </a:lnTo>
                <a:lnTo>
                  <a:pt x="11430" y="31750"/>
                </a:lnTo>
                <a:lnTo>
                  <a:pt x="10147" y="31750"/>
                </a:lnTo>
                <a:lnTo>
                  <a:pt x="10147" y="33020"/>
                </a:lnTo>
                <a:lnTo>
                  <a:pt x="7594" y="33020"/>
                </a:lnTo>
                <a:lnTo>
                  <a:pt x="7594" y="35560"/>
                </a:lnTo>
                <a:lnTo>
                  <a:pt x="126974" y="35560"/>
                </a:lnTo>
                <a:lnTo>
                  <a:pt x="126974" y="36830"/>
                </a:lnTo>
                <a:lnTo>
                  <a:pt x="129527" y="36830"/>
                </a:lnTo>
                <a:lnTo>
                  <a:pt x="129527" y="35560"/>
                </a:lnTo>
                <a:lnTo>
                  <a:pt x="132054" y="35560"/>
                </a:lnTo>
                <a:lnTo>
                  <a:pt x="132054" y="33020"/>
                </a:lnTo>
                <a:close/>
              </a:path>
              <a:path w="196850" h="38100">
                <a:moveTo>
                  <a:pt x="137147" y="30480"/>
                </a:moveTo>
                <a:lnTo>
                  <a:pt x="16497" y="30480"/>
                </a:lnTo>
                <a:lnTo>
                  <a:pt x="16497" y="29210"/>
                </a:lnTo>
                <a:lnTo>
                  <a:pt x="13944" y="29210"/>
                </a:lnTo>
                <a:lnTo>
                  <a:pt x="13944" y="30480"/>
                </a:lnTo>
                <a:lnTo>
                  <a:pt x="11430" y="30480"/>
                </a:lnTo>
                <a:lnTo>
                  <a:pt x="11430" y="31750"/>
                </a:lnTo>
                <a:lnTo>
                  <a:pt x="134594" y="31750"/>
                </a:lnTo>
                <a:lnTo>
                  <a:pt x="134594" y="33020"/>
                </a:lnTo>
                <a:lnTo>
                  <a:pt x="137147" y="33020"/>
                </a:lnTo>
                <a:lnTo>
                  <a:pt x="137147" y="31750"/>
                </a:lnTo>
                <a:lnTo>
                  <a:pt x="137147" y="30480"/>
                </a:lnTo>
                <a:close/>
              </a:path>
              <a:path w="196850" h="38100">
                <a:moveTo>
                  <a:pt x="144780" y="26670"/>
                </a:moveTo>
                <a:lnTo>
                  <a:pt x="24130" y="26670"/>
                </a:lnTo>
                <a:lnTo>
                  <a:pt x="24130" y="25400"/>
                </a:lnTo>
                <a:lnTo>
                  <a:pt x="21577" y="25400"/>
                </a:lnTo>
                <a:lnTo>
                  <a:pt x="21577" y="26670"/>
                </a:lnTo>
                <a:lnTo>
                  <a:pt x="19050" y="26670"/>
                </a:lnTo>
                <a:lnTo>
                  <a:pt x="19050" y="29210"/>
                </a:lnTo>
                <a:lnTo>
                  <a:pt x="139674" y="29210"/>
                </a:lnTo>
                <a:lnTo>
                  <a:pt x="139674" y="30480"/>
                </a:lnTo>
                <a:lnTo>
                  <a:pt x="142227" y="30480"/>
                </a:lnTo>
                <a:lnTo>
                  <a:pt x="142227" y="29210"/>
                </a:lnTo>
                <a:lnTo>
                  <a:pt x="144780" y="29210"/>
                </a:lnTo>
                <a:lnTo>
                  <a:pt x="144780" y="26670"/>
                </a:lnTo>
                <a:close/>
              </a:path>
              <a:path w="196850" h="38100">
                <a:moveTo>
                  <a:pt x="151130" y="24130"/>
                </a:moveTo>
                <a:lnTo>
                  <a:pt x="29197" y="24130"/>
                </a:lnTo>
                <a:lnTo>
                  <a:pt x="29197" y="22860"/>
                </a:lnTo>
                <a:lnTo>
                  <a:pt x="26644" y="22860"/>
                </a:lnTo>
                <a:lnTo>
                  <a:pt x="26644" y="24130"/>
                </a:lnTo>
                <a:lnTo>
                  <a:pt x="24130" y="24130"/>
                </a:lnTo>
                <a:lnTo>
                  <a:pt x="24130" y="25400"/>
                </a:lnTo>
                <a:lnTo>
                  <a:pt x="148577" y="25400"/>
                </a:lnTo>
                <a:lnTo>
                  <a:pt x="148577" y="26670"/>
                </a:lnTo>
                <a:lnTo>
                  <a:pt x="151130" y="26670"/>
                </a:lnTo>
                <a:lnTo>
                  <a:pt x="151130" y="25400"/>
                </a:lnTo>
                <a:lnTo>
                  <a:pt x="151130" y="24130"/>
                </a:lnTo>
                <a:close/>
              </a:path>
              <a:path w="196850" h="38100">
                <a:moveTo>
                  <a:pt x="158750" y="20320"/>
                </a:moveTo>
                <a:lnTo>
                  <a:pt x="36830" y="20320"/>
                </a:lnTo>
                <a:lnTo>
                  <a:pt x="36830" y="19050"/>
                </a:lnTo>
                <a:lnTo>
                  <a:pt x="34277" y="19050"/>
                </a:lnTo>
                <a:lnTo>
                  <a:pt x="34277" y="20320"/>
                </a:lnTo>
                <a:lnTo>
                  <a:pt x="31750" y="20320"/>
                </a:lnTo>
                <a:lnTo>
                  <a:pt x="31750" y="22860"/>
                </a:lnTo>
                <a:lnTo>
                  <a:pt x="153644" y="22860"/>
                </a:lnTo>
                <a:lnTo>
                  <a:pt x="153644" y="24130"/>
                </a:lnTo>
                <a:lnTo>
                  <a:pt x="156197" y="24130"/>
                </a:lnTo>
                <a:lnTo>
                  <a:pt x="156197" y="22860"/>
                </a:lnTo>
                <a:lnTo>
                  <a:pt x="158750" y="22860"/>
                </a:lnTo>
                <a:lnTo>
                  <a:pt x="158750" y="20320"/>
                </a:lnTo>
                <a:close/>
              </a:path>
              <a:path w="196850" h="38100">
                <a:moveTo>
                  <a:pt x="163830" y="17780"/>
                </a:moveTo>
                <a:lnTo>
                  <a:pt x="41897" y="17780"/>
                </a:lnTo>
                <a:lnTo>
                  <a:pt x="41897" y="16510"/>
                </a:lnTo>
                <a:lnTo>
                  <a:pt x="39344" y="16510"/>
                </a:lnTo>
                <a:lnTo>
                  <a:pt x="39344" y="17780"/>
                </a:lnTo>
                <a:lnTo>
                  <a:pt x="36830" y="17780"/>
                </a:lnTo>
                <a:lnTo>
                  <a:pt x="36830" y="19050"/>
                </a:lnTo>
                <a:lnTo>
                  <a:pt x="161277" y="19050"/>
                </a:lnTo>
                <a:lnTo>
                  <a:pt x="161277" y="20320"/>
                </a:lnTo>
                <a:lnTo>
                  <a:pt x="163830" y="20320"/>
                </a:lnTo>
                <a:lnTo>
                  <a:pt x="163830" y="19050"/>
                </a:lnTo>
                <a:lnTo>
                  <a:pt x="163830" y="17780"/>
                </a:lnTo>
                <a:close/>
              </a:path>
              <a:path w="196850" h="38100">
                <a:moveTo>
                  <a:pt x="171450" y="13970"/>
                </a:moveTo>
                <a:lnTo>
                  <a:pt x="49530" y="13970"/>
                </a:lnTo>
                <a:lnTo>
                  <a:pt x="49530" y="12700"/>
                </a:lnTo>
                <a:lnTo>
                  <a:pt x="46977" y="12700"/>
                </a:lnTo>
                <a:lnTo>
                  <a:pt x="46977" y="13970"/>
                </a:lnTo>
                <a:lnTo>
                  <a:pt x="44450" y="13970"/>
                </a:lnTo>
                <a:lnTo>
                  <a:pt x="44450" y="16510"/>
                </a:lnTo>
                <a:lnTo>
                  <a:pt x="166344" y="16510"/>
                </a:lnTo>
                <a:lnTo>
                  <a:pt x="166344" y="17780"/>
                </a:lnTo>
                <a:lnTo>
                  <a:pt x="168897" y="17780"/>
                </a:lnTo>
                <a:lnTo>
                  <a:pt x="168897" y="16510"/>
                </a:lnTo>
                <a:lnTo>
                  <a:pt x="171450" y="16510"/>
                </a:lnTo>
                <a:lnTo>
                  <a:pt x="171450" y="13970"/>
                </a:lnTo>
                <a:close/>
              </a:path>
              <a:path w="196850" h="38100">
                <a:moveTo>
                  <a:pt x="176530" y="11430"/>
                </a:moveTo>
                <a:lnTo>
                  <a:pt x="54597" y="11430"/>
                </a:lnTo>
                <a:lnTo>
                  <a:pt x="54597" y="10160"/>
                </a:lnTo>
                <a:lnTo>
                  <a:pt x="52044" y="10160"/>
                </a:lnTo>
                <a:lnTo>
                  <a:pt x="52044" y="11430"/>
                </a:lnTo>
                <a:lnTo>
                  <a:pt x="49530" y="11430"/>
                </a:lnTo>
                <a:lnTo>
                  <a:pt x="49530" y="12700"/>
                </a:lnTo>
                <a:lnTo>
                  <a:pt x="173977" y="12700"/>
                </a:lnTo>
                <a:lnTo>
                  <a:pt x="173977" y="13970"/>
                </a:lnTo>
                <a:lnTo>
                  <a:pt x="176530" y="13970"/>
                </a:lnTo>
                <a:lnTo>
                  <a:pt x="176530" y="12700"/>
                </a:lnTo>
                <a:lnTo>
                  <a:pt x="176530" y="11430"/>
                </a:lnTo>
                <a:close/>
              </a:path>
              <a:path w="196850" h="38100">
                <a:moveTo>
                  <a:pt x="184150" y="7620"/>
                </a:moveTo>
                <a:lnTo>
                  <a:pt x="62230" y="7620"/>
                </a:lnTo>
                <a:lnTo>
                  <a:pt x="62230" y="6350"/>
                </a:lnTo>
                <a:lnTo>
                  <a:pt x="59677" y="6350"/>
                </a:lnTo>
                <a:lnTo>
                  <a:pt x="59677" y="7620"/>
                </a:lnTo>
                <a:lnTo>
                  <a:pt x="57150" y="7620"/>
                </a:lnTo>
                <a:lnTo>
                  <a:pt x="57150" y="10160"/>
                </a:lnTo>
                <a:lnTo>
                  <a:pt x="179044" y="10160"/>
                </a:lnTo>
                <a:lnTo>
                  <a:pt x="179044" y="11430"/>
                </a:lnTo>
                <a:lnTo>
                  <a:pt x="181597" y="11430"/>
                </a:lnTo>
                <a:lnTo>
                  <a:pt x="181597" y="10160"/>
                </a:lnTo>
                <a:lnTo>
                  <a:pt x="184150" y="10160"/>
                </a:lnTo>
                <a:lnTo>
                  <a:pt x="184150" y="7620"/>
                </a:lnTo>
                <a:close/>
              </a:path>
              <a:path w="196850" h="38100">
                <a:moveTo>
                  <a:pt x="189230" y="5080"/>
                </a:moveTo>
                <a:lnTo>
                  <a:pt x="67297" y="5080"/>
                </a:lnTo>
                <a:lnTo>
                  <a:pt x="67297" y="3810"/>
                </a:lnTo>
                <a:lnTo>
                  <a:pt x="64744" y="3810"/>
                </a:lnTo>
                <a:lnTo>
                  <a:pt x="64744" y="5080"/>
                </a:lnTo>
                <a:lnTo>
                  <a:pt x="62230" y="5080"/>
                </a:lnTo>
                <a:lnTo>
                  <a:pt x="62230" y="6350"/>
                </a:lnTo>
                <a:lnTo>
                  <a:pt x="186677" y="6350"/>
                </a:lnTo>
                <a:lnTo>
                  <a:pt x="186677" y="7620"/>
                </a:lnTo>
                <a:lnTo>
                  <a:pt x="189230" y="7620"/>
                </a:lnTo>
                <a:lnTo>
                  <a:pt x="189230" y="6350"/>
                </a:lnTo>
                <a:lnTo>
                  <a:pt x="189230" y="5080"/>
                </a:lnTo>
                <a:close/>
              </a:path>
              <a:path w="196850" h="38100">
                <a:moveTo>
                  <a:pt x="196850" y="1270"/>
                </a:moveTo>
                <a:lnTo>
                  <a:pt x="74930" y="1270"/>
                </a:lnTo>
                <a:lnTo>
                  <a:pt x="74930" y="0"/>
                </a:lnTo>
                <a:lnTo>
                  <a:pt x="72377" y="0"/>
                </a:lnTo>
                <a:lnTo>
                  <a:pt x="72377" y="1270"/>
                </a:lnTo>
                <a:lnTo>
                  <a:pt x="69850" y="1270"/>
                </a:lnTo>
                <a:lnTo>
                  <a:pt x="69850" y="3810"/>
                </a:lnTo>
                <a:lnTo>
                  <a:pt x="191744" y="3810"/>
                </a:lnTo>
                <a:lnTo>
                  <a:pt x="191744" y="5080"/>
                </a:lnTo>
                <a:lnTo>
                  <a:pt x="194297" y="5080"/>
                </a:lnTo>
                <a:lnTo>
                  <a:pt x="194297" y="3810"/>
                </a:lnTo>
                <a:lnTo>
                  <a:pt x="196850" y="3810"/>
                </a:lnTo>
                <a:lnTo>
                  <a:pt x="196850" y="1270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7402804" y="1699259"/>
            <a:ext cx="130810" cy="36195"/>
          </a:xfrm>
          <a:custGeom>
            <a:avLst/>
            <a:gdLst/>
            <a:ahLst/>
            <a:cxnLst/>
            <a:rect l="l" t="t" r="r" b="b"/>
            <a:pathLst>
              <a:path w="130809" h="36194">
                <a:moveTo>
                  <a:pt x="1270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0"/>
                </a:lnTo>
                <a:close/>
              </a:path>
              <a:path w="130809" h="36194">
                <a:moveTo>
                  <a:pt x="116852" y="1282"/>
                </a:moveTo>
                <a:lnTo>
                  <a:pt x="1270" y="1282"/>
                </a:lnTo>
                <a:lnTo>
                  <a:pt x="1270" y="3822"/>
                </a:lnTo>
                <a:lnTo>
                  <a:pt x="1270" y="5092"/>
                </a:lnTo>
                <a:lnTo>
                  <a:pt x="2552" y="5092"/>
                </a:lnTo>
                <a:lnTo>
                  <a:pt x="2552" y="3822"/>
                </a:lnTo>
                <a:lnTo>
                  <a:pt x="116852" y="3822"/>
                </a:lnTo>
                <a:lnTo>
                  <a:pt x="116852" y="1282"/>
                </a:lnTo>
                <a:close/>
              </a:path>
              <a:path w="130809" h="36194">
                <a:moveTo>
                  <a:pt x="118122" y="3822"/>
                </a:moveTo>
                <a:lnTo>
                  <a:pt x="116852" y="3822"/>
                </a:lnTo>
                <a:lnTo>
                  <a:pt x="116852" y="5092"/>
                </a:lnTo>
                <a:lnTo>
                  <a:pt x="2552" y="5092"/>
                </a:lnTo>
                <a:lnTo>
                  <a:pt x="2552" y="6362"/>
                </a:lnTo>
                <a:lnTo>
                  <a:pt x="118122" y="6362"/>
                </a:lnTo>
                <a:lnTo>
                  <a:pt x="118122" y="5092"/>
                </a:lnTo>
                <a:lnTo>
                  <a:pt x="118122" y="3822"/>
                </a:lnTo>
                <a:close/>
              </a:path>
              <a:path w="130809" h="36194">
                <a:moveTo>
                  <a:pt x="119380" y="6362"/>
                </a:moveTo>
                <a:lnTo>
                  <a:pt x="118122" y="6362"/>
                </a:lnTo>
                <a:lnTo>
                  <a:pt x="118122" y="7632"/>
                </a:lnTo>
                <a:lnTo>
                  <a:pt x="3822" y="7632"/>
                </a:lnTo>
                <a:lnTo>
                  <a:pt x="3822" y="10172"/>
                </a:lnTo>
                <a:lnTo>
                  <a:pt x="119380" y="10172"/>
                </a:lnTo>
                <a:lnTo>
                  <a:pt x="119380" y="7632"/>
                </a:lnTo>
                <a:lnTo>
                  <a:pt x="119380" y="6362"/>
                </a:lnTo>
                <a:close/>
              </a:path>
              <a:path w="130809" h="36194">
                <a:moveTo>
                  <a:pt x="120650" y="11442"/>
                </a:moveTo>
                <a:lnTo>
                  <a:pt x="5080" y="11442"/>
                </a:lnTo>
                <a:lnTo>
                  <a:pt x="5080" y="12712"/>
                </a:lnTo>
                <a:lnTo>
                  <a:pt x="120650" y="12712"/>
                </a:lnTo>
                <a:lnTo>
                  <a:pt x="120650" y="11442"/>
                </a:lnTo>
                <a:close/>
              </a:path>
              <a:path w="130809" h="36194">
                <a:moveTo>
                  <a:pt x="121920" y="12712"/>
                </a:moveTo>
                <a:lnTo>
                  <a:pt x="120650" y="12712"/>
                </a:lnTo>
                <a:lnTo>
                  <a:pt x="120650" y="13982"/>
                </a:lnTo>
                <a:lnTo>
                  <a:pt x="5080" y="13982"/>
                </a:lnTo>
                <a:lnTo>
                  <a:pt x="5080" y="16522"/>
                </a:lnTo>
                <a:lnTo>
                  <a:pt x="121920" y="16522"/>
                </a:lnTo>
                <a:lnTo>
                  <a:pt x="121920" y="13982"/>
                </a:lnTo>
                <a:lnTo>
                  <a:pt x="121920" y="12712"/>
                </a:lnTo>
                <a:close/>
              </a:path>
              <a:path w="130809" h="36194">
                <a:moveTo>
                  <a:pt x="124472" y="17792"/>
                </a:moveTo>
                <a:lnTo>
                  <a:pt x="6350" y="17792"/>
                </a:lnTo>
                <a:lnTo>
                  <a:pt x="6350" y="19062"/>
                </a:lnTo>
                <a:lnTo>
                  <a:pt x="6350" y="20332"/>
                </a:lnTo>
                <a:lnTo>
                  <a:pt x="7620" y="20332"/>
                </a:lnTo>
                <a:lnTo>
                  <a:pt x="7620" y="19062"/>
                </a:lnTo>
                <a:lnTo>
                  <a:pt x="124472" y="19062"/>
                </a:lnTo>
                <a:lnTo>
                  <a:pt x="124472" y="17792"/>
                </a:lnTo>
                <a:close/>
              </a:path>
              <a:path w="130809" h="36194">
                <a:moveTo>
                  <a:pt x="125730" y="20332"/>
                </a:moveTo>
                <a:lnTo>
                  <a:pt x="7620" y="20332"/>
                </a:lnTo>
                <a:lnTo>
                  <a:pt x="7620" y="22872"/>
                </a:lnTo>
                <a:lnTo>
                  <a:pt x="7620" y="24142"/>
                </a:lnTo>
                <a:lnTo>
                  <a:pt x="8902" y="24142"/>
                </a:lnTo>
                <a:lnTo>
                  <a:pt x="8902" y="22872"/>
                </a:lnTo>
                <a:lnTo>
                  <a:pt x="125730" y="22872"/>
                </a:lnTo>
                <a:lnTo>
                  <a:pt x="125730" y="20332"/>
                </a:lnTo>
                <a:close/>
              </a:path>
              <a:path w="130809" h="36194">
                <a:moveTo>
                  <a:pt x="127000" y="22872"/>
                </a:moveTo>
                <a:lnTo>
                  <a:pt x="125730" y="22872"/>
                </a:lnTo>
                <a:lnTo>
                  <a:pt x="125730" y="24142"/>
                </a:lnTo>
                <a:lnTo>
                  <a:pt x="8902" y="24142"/>
                </a:lnTo>
                <a:lnTo>
                  <a:pt x="8902" y="25412"/>
                </a:lnTo>
                <a:lnTo>
                  <a:pt x="127000" y="25412"/>
                </a:lnTo>
                <a:lnTo>
                  <a:pt x="127000" y="24142"/>
                </a:lnTo>
                <a:lnTo>
                  <a:pt x="127000" y="22872"/>
                </a:lnTo>
                <a:close/>
              </a:path>
              <a:path w="130809" h="36194">
                <a:moveTo>
                  <a:pt x="128270" y="25412"/>
                </a:moveTo>
                <a:lnTo>
                  <a:pt x="127000" y="25412"/>
                </a:lnTo>
                <a:lnTo>
                  <a:pt x="127000" y="26682"/>
                </a:lnTo>
                <a:lnTo>
                  <a:pt x="10172" y="26682"/>
                </a:lnTo>
                <a:lnTo>
                  <a:pt x="10172" y="29222"/>
                </a:lnTo>
                <a:lnTo>
                  <a:pt x="128270" y="29222"/>
                </a:lnTo>
                <a:lnTo>
                  <a:pt x="128270" y="26682"/>
                </a:lnTo>
                <a:lnTo>
                  <a:pt x="128270" y="25412"/>
                </a:lnTo>
                <a:close/>
              </a:path>
              <a:path w="130809" h="36194">
                <a:moveTo>
                  <a:pt x="129552" y="30480"/>
                </a:moveTo>
                <a:lnTo>
                  <a:pt x="11430" y="30480"/>
                </a:lnTo>
                <a:lnTo>
                  <a:pt x="11430" y="31750"/>
                </a:lnTo>
                <a:lnTo>
                  <a:pt x="129527" y="31750"/>
                </a:lnTo>
                <a:lnTo>
                  <a:pt x="129552" y="30480"/>
                </a:lnTo>
                <a:close/>
              </a:path>
              <a:path w="130809" h="36194">
                <a:moveTo>
                  <a:pt x="130797" y="31762"/>
                </a:moveTo>
                <a:lnTo>
                  <a:pt x="129527" y="31762"/>
                </a:lnTo>
                <a:lnTo>
                  <a:pt x="129527" y="33032"/>
                </a:lnTo>
                <a:lnTo>
                  <a:pt x="11430" y="33032"/>
                </a:lnTo>
                <a:lnTo>
                  <a:pt x="11430" y="35572"/>
                </a:lnTo>
                <a:lnTo>
                  <a:pt x="130797" y="35572"/>
                </a:lnTo>
                <a:lnTo>
                  <a:pt x="130797" y="33032"/>
                </a:lnTo>
                <a:lnTo>
                  <a:pt x="130797" y="31762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7705077" y="1699259"/>
            <a:ext cx="115570" cy="32384"/>
          </a:xfrm>
          <a:custGeom>
            <a:avLst/>
            <a:gdLst/>
            <a:ahLst/>
            <a:cxnLst/>
            <a:rect l="l" t="t" r="r" b="b"/>
            <a:pathLst>
              <a:path w="115570" h="32385">
                <a:moveTo>
                  <a:pt x="93980" y="30492"/>
                </a:moveTo>
                <a:lnTo>
                  <a:pt x="2527" y="30492"/>
                </a:lnTo>
                <a:lnTo>
                  <a:pt x="2527" y="29222"/>
                </a:lnTo>
                <a:lnTo>
                  <a:pt x="1257" y="29222"/>
                </a:lnTo>
                <a:lnTo>
                  <a:pt x="1257" y="30492"/>
                </a:lnTo>
                <a:lnTo>
                  <a:pt x="0" y="30492"/>
                </a:lnTo>
                <a:lnTo>
                  <a:pt x="0" y="31762"/>
                </a:lnTo>
                <a:lnTo>
                  <a:pt x="93980" y="31762"/>
                </a:lnTo>
                <a:lnTo>
                  <a:pt x="93980" y="30492"/>
                </a:lnTo>
                <a:close/>
              </a:path>
              <a:path w="115570" h="32385">
                <a:moveTo>
                  <a:pt x="96494" y="26682"/>
                </a:moveTo>
                <a:lnTo>
                  <a:pt x="3797" y="26682"/>
                </a:lnTo>
                <a:lnTo>
                  <a:pt x="3797" y="29222"/>
                </a:lnTo>
                <a:lnTo>
                  <a:pt x="95224" y="29222"/>
                </a:lnTo>
                <a:lnTo>
                  <a:pt x="95224" y="30492"/>
                </a:lnTo>
                <a:lnTo>
                  <a:pt x="96494" y="30492"/>
                </a:lnTo>
                <a:lnTo>
                  <a:pt x="96494" y="29222"/>
                </a:lnTo>
                <a:lnTo>
                  <a:pt x="96494" y="26682"/>
                </a:lnTo>
                <a:close/>
              </a:path>
              <a:path w="115570" h="32385">
                <a:moveTo>
                  <a:pt x="99047" y="24142"/>
                </a:moveTo>
                <a:lnTo>
                  <a:pt x="7607" y="24142"/>
                </a:lnTo>
                <a:lnTo>
                  <a:pt x="7607" y="22872"/>
                </a:lnTo>
                <a:lnTo>
                  <a:pt x="6350" y="22872"/>
                </a:lnTo>
                <a:lnTo>
                  <a:pt x="6350" y="24142"/>
                </a:lnTo>
                <a:lnTo>
                  <a:pt x="5080" y="24142"/>
                </a:lnTo>
                <a:lnTo>
                  <a:pt x="5080" y="25412"/>
                </a:lnTo>
                <a:lnTo>
                  <a:pt x="97777" y="25412"/>
                </a:lnTo>
                <a:lnTo>
                  <a:pt x="97777" y="26682"/>
                </a:lnTo>
                <a:lnTo>
                  <a:pt x="99047" y="26682"/>
                </a:lnTo>
                <a:lnTo>
                  <a:pt x="99047" y="25412"/>
                </a:lnTo>
                <a:lnTo>
                  <a:pt x="99047" y="24142"/>
                </a:lnTo>
                <a:close/>
              </a:path>
              <a:path w="115570" h="32385">
                <a:moveTo>
                  <a:pt x="101574" y="20332"/>
                </a:moveTo>
                <a:lnTo>
                  <a:pt x="10147" y="20332"/>
                </a:lnTo>
                <a:lnTo>
                  <a:pt x="10147" y="19062"/>
                </a:lnTo>
                <a:lnTo>
                  <a:pt x="8877" y="19062"/>
                </a:lnTo>
                <a:lnTo>
                  <a:pt x="8877" y="20332"/>
                </a:lnTo>
                <a:lnTo>
                  <a:pt x="8877" y="22872"/>
                </a:lnTo>
                <a:lnTo>
                  <a:pt x="99047" y="22872"/>
                </a:lnTo>
                <a:lnTo>
                  <a:pt x="99047" y="24142"/>
                </a:lnTo>
                <a:lnTo>
                  <a:pt x="100304" y="24142"/>
                </a:lnTo>
                <a:lnTo>
                  <a:pt x="100304" y="22872"/>
                </a:lnTo>
                <a:lnTo>
                  <a:pt x="101574" y="22872"/>
                </a:lnTo>
                <a:lnTo>
                  <a:pt x="101574" y="20332"/>
                </a:lnTo>
                <a:close/>
              </a:path>
              <a:path w="115570" h="32385">
                <a:moveTo>
                  <a:pt x="102844" y="17792"/>
                </a:moveTo>
                <a:lnTo>
                  <a:pt x="12700" y="17792"/>
                </a:lnTo>
                <a:lnTo>
                  <a:pt x="12700" y="16522"/>
                </a:lnTo>
                <a:lnTo>
                  <a:pt x="11430" y="16522"/>
                </a:lnTo>
                <a:lnTo>
                  <a:pt x="11430" y="17792"/>
                </a:lnTo>
                <a:lnTo>
                  <a:pt x="10147" y="17792"/>
                </a:lnTo>
                <a:lnTo>
                  <a:pt x="10147" y="19062"/>
                </a:lnTo>
                <a:lnTo>
                  <a:pt x="101574" y="19062"/>
                </a:lnTo>
                <a:lnTo>
                  <a:pt x="101574" y="20332"/>
                </a:lnTo>
                <a:lnTo>
                  <a:pt x="102844" y="20332"/>
                </a:lnTo>
                <a:lnTo>
                  <a:pt x="102844" y="19062"/>
                </a:lnTo>
                <a:lnTo>
                  <a:pt x="102844" y="17792"/>
                </a:lnTo>
                <a:close/>
              </a:path>
              <a:path w="115570" h="32385">
                <a:moveTo>
                  <a:pt x="105397" y="13982"/>
                </a:moveTo>
                <a:lnTo>
                  <a:pt x="15227" y="13982"/>
                </a:lnTo>
                <a:lnTo>
                  <a:pt x="15227" y="12712"/>
                </a:lnTo>
                <a:lnTo>
                  <a:pt x="13957" y="12712"/>
                </a:lnTo>
                <a:lnTo>
                  <a:pt x="13957" y="13982"/>
                </a:lnTo>
                <a:lnTo>
                  <a:pt x="12700" y="13982"/>
                </a:lnTo>
                <a:lnTo>
                  <a:pt x="12700" y="16522"/>
                </a:lnTo>
                <a:lnTo>
                  <a:pt x="105397" y="16522"/>
                </a:lnTo>
                <a:lnTo>
                  <a:pt x="105397" y="13982"/>
                </a:lnTo>
                <a:close/>
              </a:path>
              <a:path w="115570" h="32385">
                <a:moveTo>
                  <a:pt x="106680" y="11442"/>
                </a:moveTo>
                <a:lnTo>
                  <a:pt x="17780" y="11442"/>
                </a:lnTo>
                <a:lnTo>
                  <a:pt x="17780" y="10172"/>
                </a:lnTo>
                <a:lnTo>
                  <a:pt x="16497" y="10172"/>
                </a:lnTo>
                <a:lnTo>
                  <a:pt x="16497" y="11442"/>
                </a:lnTo>
                <a:lnTo>
                  <a:pt x="15227" y="11442"/>
                </a:lnTo>
                <a:lnTo>
                  <a:pt x="15227" y="12712"/>
                </a:lnTo>
                <a:lnTo>
                  <a:pt x="106680" y="12712"/>
                </a:lnTo>
                <a:lnTo>
                  <a:pt x="106680" y="11442"/>
                </a:lnTo>
                <a:close/>
              </a:path>
              <a:path w="115570" h="32385">
                <a:moveTo>
                  <a:pt x="109194" y="7632"/>
                </a:moveTo>
                <a:lnTo>
                  <a:pt x="20307" y="7632"/>
                </a:lnTo>
                <a:lnTo>
                  <a:pt x="20307" y="6362"/>
                </a:lnTo>
                <a:lnTo>
                  <a:pt x="19050" y="6362"/>
                </a:lnTo>
                <a:lnTo>
                  <a:pt x="19050" y="7632"/>
                </a:lnTo>
                <a:lnTo>
                  <a:pt x="17780" y="7632"/>
                </a:lnTo>
                <a:lnTo>
                  <a:pt x="17780" y="10172"/>
                </a:lnTo>
                <a:lnTo>
                  <a:pt x="107950" y="10172"/>
                </a:lnTo>
                <a:lnTo>
                  <a:pt x="107950" y="11442"/>
                </a:lnTo>
                <a:lnTo>
                  <a:pt x="109194" y="11442"/>
                </a:lnTo>
                <a:lnTo>
                  <a:pt x="109194" y="10172"/>
                </a:lnTo>
                <a:lnTo>
                  <a:pt x="109194" y="7632"/>
                </a:lnTo>
                <a:close/>
              </a:path>
              <a:path w="115570" h="32385">
                <a:moveTo>
                  <a:pt x="111747" y="5092"/>
                </a:moveTo>
                <a:lnTo>
                  <a:pt x="20307" y="5092"/>
                </a:lnTo>
                <a:lnTo>
                  <a:pt x="20307" y="6362"/>
                </a:lnTo>
                <a:lnTo>
                  <a:pt x="110477" y="6362"/>
                </a:lnTo>
                <a:lnTo>
                  <a:pt x="110477" y="7632"/>
                </a:lnTo>
                <a:lnTo>
                  <a:pt x="111747" y="7632"/>
                </a:lnTo>
                <a:lnTo>
                  <a:pt x="111747" y="6362"/>
                </a:lnTo>
                <a:lnTo>
                  <a:pt x="111747" y="5092"/>
                </a:lnTo>
                <a:close/>
              </a:path>
              <a:path w="115570" h="32385">
                <a:moveTo>
                  <a:pt x="114300" y="1282"/>
                </a:moveTo>
                <a:lnTo>
                  <a:pt x="25400" y="1282"/>
                </a:lnTo>
                <a:lnTo>
                  <a:pt x="25400" y="12"/>
                </a:lnTo>
                <a:lnTo>
                  <a:pt x="24130" y="12"/>
                </a:lnTo>
                <a:lnTo>
                  <a:pt x="24130" y="1282"/>
                </a:lnTo>
                <a:lnTo>
                  <a:pt x="22847" y="1282"/>
                </a:lnTo>
                <a:lnTo>
                  <a:pt x="22847" y="3822"/>
                </a:lnTo>
                <a:lnTo>
                  <a:pt x="111747" y="3822"/>
                </a:lnTo>
                <a:lnTo>
                  <a:pt x="111747" y="5092"/>
                </a:lnTo>
                <a:lnTo>
                  <a:pt x="113030" y="5092"/>
                </a:lnTo>
                <a:lnTo>
                  <a:pt x="113030" y="3822"/>
                </a:lnTo>
                <a:lnTo>
                  <a:pt x="114300" y="3822"/>
                </a:lnTo>
                <a:lnTo>
                  <a:pt x="114300" y="1282"/>
                </a:lnTo>
                <a:close/>
              </a:path>
              <a:path w="115570" h="32385">
                <a:moveTo>
                  <a:pt x="115544" y="0"/>
                </a:moveTo>
                <a:lnTo>
                  <a:pt x="114300" y="0"/>
                </a:lnTo>
                <a:lnTo>
                  <a:pt x="114300" y="1270"/>
                </a:lnTo>
                <a:lnTo>
                  <a:pt x="115544" y="1270"/>
                </a:lnTo>
                <a:lnTo>
                  <a:pt x="115544" y="0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7980654" y="1699259"/>
            <a:ext cx="142875" cy="8255"/>
          </a:xfrm>
          <a:custGeom>
            <a:avLst/>
            <a:gdLst/>
            <a:ahLst/>
            <a:cxnLst/>
            <a:rect l="l" t="t" r="r" b="b"/>
            <a:pathLst>
              <a:path w="142875" h="8255">
                <a:moveTo>
                  <a:pt x="129552" y="5092"/>
                </a:moveTo>
                <a:lnTo>
                  <a:pt x="6350" y="5092"/>
                </a:lnTo>
                <a:lnTo>
                  <a:pt x="6350" y="3822"/>
                </a:lnTo>
                <a:lnTo>
                  <a:pt x="3822" y="3822"/>
                </a:lnTo>
                <a:lnTo>
                  <a:pt x="3822" y="5092"/>
                </a:lnTo>
                <a:lnTo>
                  <a:pt x="2552" y="5092"/>
                </a:lnTo>
                <a:lnTo>
                  <a:pt x="2552" y="6350"/>
                </a:lnTo>
                <a:lnTo>
                  <a:pt x="0" y="6350"/>
                </a:lnTo>
                <a:lnTo>
                  <a:pt x="0" y="7620"/>
                </a:lnTo>
                <a:lnTo>
                  <a:pt x="2552" y="7620"/>
                </a:lnTo>
                <a:lnTo>
                  <a:pt x="2552" y="6362"/>
                </a:lnTo>
                <a:lnTo>
                  <a:pt x="127000" y="6362"/>
                </a:lnTo>
                <a:lnTo>
                  <a:pt x="127000" y="7632"/>
                </a:lnTo>
                <a:lnTo>
                  <a:pt x="129552" y="7632"/>
                </a:lnTo>
                <a:lnTo>
                  <a:pt x="129552" y="6362"/>
                </a:lnTo>
                <a:lnTo>
                  <a:pt x="129552" y="5092"/>
                </a:lnTo>
                <a:close/>
              </a:path>
              <a:path w="142875" h="8255">
                <a:moveTo>
                  <a:pt x="137172" y="1282"/>
                </a:moveTo>
                <a:lnTo>
                  <a:pt x="13970" y="1282"/>
                </a:lnTo>
                <a:lnTo>
                  <a:pt x="13970" y="12"/>
                </a:lnTo>
                <a:lnTo>
                  <a:pt x="11417" y="12"/>
                </a:lnTo>
                <a:lnTo>
                  <a:pt x="11417" y="1282"/>
                </a:lnTo>
                <a:lnTo>
                  <a:pt x="8902" y="1282"/>
                </a:lnTo>
                <a:lnTo>
                  <a:pt x="8902" y="3822"/>
                </a:lnTo>
                <a:lnTo>
                  <a:pt x="132067" y="3822"/>
                </a:lnTo>
                <a:lnTo>
                  <a:pt x="132067" y="5092"/>
                </a:lnTo>
                <a:lnTo>
                  <a:pt x="134620" y="5092"/>
                </a:lnTo>
                <a:lnTo>
                  <a:pt x="134620" y="3822"/>
                </a:lnTo>
                <a:lnTo>
                  <a:pt x="137172" y="3822"/>
                </a:lnTo>
                <a:lnTo>
                  <a:pt x="137172" y="1282"/>
                </a:lnTo>
                <a:close/>
              </a:path>
              <a:path w="142875" h="8255">
                <a:moveTo>
                  <a:pt x="142252" y="0"/>
                </a:moveTo>
                <a:lnTo>
                  <a:pt x="139700" y="0"/>
                </a:lnTo>
                <a:lnTo>
                  <a:pt x="139700" y="1270"/>
                </a:lnTo>
                <a:lnTo>
                  <a:pt x="142252" y="1270"/>
                </a:lnTo>
                <a:lnTo>
                  <a:pt x="142252" y="0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5615938" y="1743706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1249" y="1269"/>
                </a:moveTo>
                <a:lnTo>
                  <a:pt x="0" y="1269"/>
                </a:lnTo>
                <a:lnTo>
                  <a:pt x="0" y="0"/>
                </a:lnTo>
                <a:lnTo>
                  <a:pt x="1249" y="0"/>
                </a:lnTo>
                <a:lnTo>
                  <a:pt x="1249" y="1269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5618454" y="1743722"/>
            <a:ext cx="1004569" cy="43180"/>
          </a:xfrm>
          <a:custGeom>
            <a:avLst/>
            <a:gdLst/>
            <a:ahLst/>
            <a:cxnLst/>
            <a:rect l="l" t="t" r="r" b="b"/>
            <a:pathLst>
              <a:path w="1004570" h="43180">
                <a:moveTo>
                  <a:pt x="387350" y="1270"/>
                </a:moveTo>
                <a:lnTo>
                  <a:pt x="368300" y="1270"/>
                </a:lnTo>
                <a:lnTo>
                  <a:pt x="368300" y="0"/>
                </a:lnTo>
                <a:lnTo>
                  <a:pt x="349250" y="0"/>
                </a:lnTo>
                <a:lnTo>
                  <a:pt x="349250" y="1270"/>
                </a:lnTo>
                <a:lnTo>
                  <a:pt x="0" y="1270"/>
                </a:lnTo>
                <a:lnTo>
                  <a:pt x="0" y="3810"/>
                </a:lnTo>
                <a:lnTo>
                  <a:pt x="387350" y="3810"/>
                </a:lnTo>
                <a:lnTo>
                  <a:pt x="387350" y="1270"/>
                </a:lnTo>
                <a:close/>
              </a:path>
              <a:path w="1004570" h="43180">
                <a:moveTo>
                  <a:pt x="444500" y="5080"/>
                </a:moveTo>
                <a:lnTo>
                  <a:pt x="425450" y="5080"/>
                </a:lnTo>
                <a:lnTo>
                  <a:pt x="425450" y="3810"/>
                </a:lnTo>
                <a:lnTo>
                  <a:pt x="406400" y="3810"/>
                </a:lnTo>
                <a:lnTo>
                  <a:pt x="406400" y="5080"/>
                </a:lnTo>
                <a:lnTo>
                  <a:pt x="2552" y="5080"/>
                </a:lnTo>
                <a:lnTo>
                  <a:pt x="2552" y="6350"/>
                </a:lnTo>
                <a:lnTo>
                  <a:pt x="2552" y="7620"/>
                </a:lnTo>
                <a:lnTo>
                  <a:pt x="3822" y="7620"/>
                </a:lnTo>
                <a:lnTo>
                  <a:pt x="3822" y="6350"/>
                </a:lnTo>
                <a:lnTo>
                  <a:pt x="444500" y="6350"/>
                </a:lnTo>
                <a:lnTo>
                  <a:pt x="444500" y="5080"/>
                </a:lnTo>
                <a:close/>
              </a:path>
              <a:path w="1004570" h="43180">
                <a:moveTo>
                  <a:pt x="482600" y="7620"/>
                </a:moveTo>
                <a:lnTo>
                  <a:pt x="463550" y="7620"/>
                </a:lnTo>
                <a:lnTo>
                  <a:pt x="463550" y="6350"/>
                </a:lnTo>
                <a:lnTo>
                  <a:pt x="444500" y="6350"/>
                </a:lnTo>
                <a:lnTo>
                  <a:pt x="444500" y="7620"/>
                </a:lnTo>
                <a:lnTo>
                  <a:pt x="5080" y="7620"/>
                </a:lnTo>
                <a:lnTo>
                  <a:pt x="5080" y="10160"/>
                </a:lnTo>
                <a:lnTo>
                  <a:pt x="6350" y="10160"/>
                </a:lnTo>
                <a:lnTo>
                  <a:pt x="6350" y="11430"/>
                </a:lnTo>
                <a:lnTo>
                  <a:pt x="7632" y="11430"/>
                </a:lnTo>
                <a:lnTo>
                  <a:pt x="7632" y="10160"/>
                </a:lnTo>
                <a:lnTo>
                  <a:pt x="482600" y="10160"/>
                </a:lnTo>
                <a:lnTo>
                  <a:pt x="482600" y="7620"/>
                </a:lnTo>
                <a:close/>
              </a:path>
              <a:path w="1004570" h="43180">
                <a:moveTo>
                  <a:pt x="539750" y="11430"/>
                </a:moveTo>
                <a:lnTo>
                  <a:pt x="520700" y="11430"/>
                </a:lnTo>
                <a:lnTo>
                  <a:pt x="520700" y="10160"/>
                </a:lnTo>
                <a:lnTo>
                  <a:pt x="501650" y="10160"/>
                </a:lnTo>
                <a:lnTo>
                  <a:pt x="501650" y="11430"/>
                </a:lnTo>
                <a:lnTo>
                  <a:pt x="7632" y="11430"/>
                </a:lnTo>
                <a:lnTo>
                  <a:pt x="7632" y="12700"/>
                </a:lnTo>
                <a:lnTo>
                  <a:pt x="7632" y="13970"/>
                </a:lnTo>
                <a:lnTo>
                  <a:pt x="8902" y="13970"/>
                </a:lnTo>
                <a:lnTo>
                  <a:pt x="8902" y="12700"/>
                </a:lnTo>
                <a:lnTo>
                  <a:pt x="539750" y="12700"/>
                </a:lnTo>
                <a:lnTo>
                  <a:pt x="539750" y="11430"/>
                </a:lnTo>
                <a:close/>
              </a:path>
              <a:path w="1004570" h="43180">
                <a:moveTo>
                  <a:pt x="577850" y="13970"/>
                </a:moveTo>
                <a:lnTo>
                  <a:pt x="558800" y="13970"/>
                </a:lnTo>
                <a:lnTo>
                  <a:pt x="558800" y="12700"/>
                </a:lnTo>
                <a:lnTo>
                  <a:pt x="539750" y="12700"/>
                </a:lnTo>
                <a:lnTo>
                  <a:pt x="539750" y="13970"/>
                </a:lnTo>
                <a:lnTo>
                  <a:pt x="10172" y="13970"/>
                </a:lnTo>
                <a:lnTo>
                  <a:pt x="10172" y="16510"/>
                </a:lnTo>
                <a:lnTo>
                  <a:pt x="11430" y="16510"/>
                </a:lnTo>
                <a:lnTo>
                  <a:pt x="11430" y="17780"/>
                </a:lnTo>
                <a:lnTo>
                  <a:pt x="12700" y="17780"/>
                </a:lnTo>
                <a:lnTo>
                  <a:pt x="12700" y="16510"/>
                </a:lnTo>
                <a:lnTo>
                  <a:pt x="577850" y="16510"/>
                </a:lnTo>
                <a:lnTo>
                  <a:pt x="577850" y="13970"/>
                </a:lnTo>
                <a:close/>
              </a:path>
              <a:path w="1004570" h="43180">
                <a:moveTo>
                  <a:pt x="635000" y="17780"/>
                </a:moveTo>
                <a:lnTo>
                  <a:pt x="615950" y="17780"/>
                </a:lnTo>
                <a:lnTo>
                  <a:pt x="615950" y="16510"/>
                </a:lnTo>
                <a:lnTo>
                  <a:pt x="596900" y="16510"/>
                </a:lnTo>
                <a:lnTo>
                  <a:pt x="596900" y="17780"/>
                </a:lnTo>
                <a:lnTo>
                  <a:pt x="13982" y="17780"/>
                </a:lnTo>
                <a:lnTo>
                  <a:pt x="13982" y="19050"/>
                </a:lnTo>
                <a:lnTo>
                  <a:pt x="13982" y="20320"/>
                </a:lnTo>
                <a:lnTo>
                  <a:pt x="15252" y="20320"/>
                </a:lnTo>
                <a:lnTo>
                  <a:pt x="15252" y="19050"/>
                </a:lnTo>
                <a:lnTo>
                  <a:pt x="635000" y="19050"/>
                </a:lnTo>
                <a:lnTo>
                  <a:pt x="635000" y="17780"/>
                </a:lnTo>
                <a:close/>
              </a:path>
              <a:path w="1004570" h="43180">
                <a:moveTo>
                  <a:pt x="673100" y="20320"/>
                </a:moveTo>
                <a:lnTo>
                  <a:pt x="654050" y="20320"/>
                </a:lnTo>
                <a:lnTo>
                  <a:pt x="654050" y="19050"/>
                </a:lnTo>
                <a:lnTo>
                  <a:pt x="635000" y="19050"/>
                </a:lnTo>
                <a:lnTo>
                  <a:pt x="635000" y="20320"/>
                </a:lnTo>
                <a:lnTo>
                  <a:pt x="15252" y="20320"/>
                </a:lnTo>
                <a:lnTo>
                  <a:pt x="15252" y="22860"/>
                </a:lnTo>
                <a:lnTo>
                  <a:pt x="16522" y="22860"/>
                </a:lnTo>
                <a:lnTo>
                  <a:pt x="16522" y="24130"/>
                </a:lnTo>
                <a:lnTo>
                  <a:pt x="17780" y="24130"/>
                </a:lnTo>
                <a:lnTo>
                  <a:pt x="17780" y="22860"/>
                </a:lnTo>
                <a:lnTo>
                  <a:pt x="673100" y="22860"/>
                </a:lnTo>
                <a:lnTo>
                  <a:pt x="673100" y="20320"/>
                </a:lnTo>
                <a:close/>
              </a:path>
              <a:path w="1004570" h="43180">
                <a:moveTo>
                  <a:pt x="731532" y="24130"/>
                </a:moveTo>
                <a:lnTo>
                  <a:pt x="712482" y="24130"/>
                </a:lnTo>
                <a:lnTo>
                  <a:pt x="712482" y="22860"/>
                </a:lnTo>
                <a:lnTo>
                  <a:pt x="683272" y="22860"/>
                </a:lnTo>
                <a:lnTo>
                  <a:pt x="683272" y="24130"/>
                </a:lnTo>
                <a:lnTo>
                  <a:pt x="19050" y="24130"/>
                </a:lnTo>
                <a:lnTo>
                  <a:pt x="19050" y="25400"/>
                </a:lnTo>
                <a:lnTo>
                  <a:pt x="19050" y="26670"/>
                </a:lnTo>
                <a:lnTo>
                  <a:pt x="20332" y="26670"/>
                </a:lnTo>
                <a:lnTo>
                  <a:pt x="20332" y="25400"/>
                </a:lnTo>
                <a:lnTo>
                  <a:pt x="731532" y="25400"/>
                </a:lnTo>
                <a:lnTo>
                  <a:pt x="731532" y="24130"/>
                </a:lnTo>
                <a:close/>
              </a:path>
              <a:path w="1004570" h="43180">
                <a:moveTo>
                  <a:pt x="770902" y="26670"/>
                </a:moveTo>
                <a:lnTo>
                  <a:pt x="750582" y="26670"/>
                </a:lnTo>
                <a:lnTo>
                  <a:pt x="750582" y="25400"/>
                </a:lnTo>
                <a:lnTo>
                  <a:pt x="731532" y="25400"/>
                </a:lnTo>
                <a:lnTo>
                  <a:pt x="731532" y="26670"/>
                </a:lnTo>
                <a:lnTo>
                  <a:pt x="21602" y="26670"/>
                </a:lnTo>
                <a:lnTo>
                  <a:pt x="21602" y="29210"/>
                </a:lnTo>
                <a:lnTo>
                  <a:pt x="21602" y="30480"/>
                </a:lnTo>
                <a:lnTo>
                  <a:pt x="22872" y="30480"/>
                </a:lnTo>
                <a:lnTo>
                  <a:pt x="22872" y="29210"/>
                </a:lnTo>
                <a:lnTo>
                  <a:pt x="770902" y="29210"/>
                </a:lnTo>
                <a:lnTo>
                  <a:pt x="770902" y="26670"/>
                </a:lnTo>
                <a:close/>
              </a:path>
              <a:path w="1004570" h="43180">
                <a:moveTo>
                  <a:pt x="829322" y="30480"/>
                </a:moveTo>
                <a:lnTo>
                  <a:pt x="808977" y="30480"/>
                </a:lnTo>
                <a:lnTo>
                  <a:pt x="808977" y="29210"/>
                </a:lnTo>
                <a:lnTo>
                  <a:pt x="789952" y="29210"/>
                </a:lnTo>
                <a:lnTo>
                  <a:pt x="789952" y="30480"/>
                </a:lnTo>
                <a:lnTo>
                  <a:pt x="24130" y="30480"/>
                </a:lnTo>
                <a:lnTo>
                  <a:pt x="24130" y="31750"/>
                </a:lnTo>
                <a:lnTo>
                  <a:pt x="24130" y="33020"/>
                </a:lnTo>
                <a:lnTo>
                  <a:pt x="25400" y="33020"/>
                </a:lnTo>
                <a:lnTo>
                  <a:pt x="25400" y="31750"/>
                </a:lnTo>
                <a:lnTo>
                  <a:pt x="829322" y="31750"/>
                </a:lnTo>
                <a:lnTo>
                  <a:pt x="829322" y="30480"/>
                </a:lnTo>
                <a:close/>
              </a:path>
              <a:path w="1004570" h="43180">
                <a:moveTo>
                  <a:pt x="867422" y="33020"/>
                </a:moveTo>
                <a:lnTo>
                  <a:pt x="848372" y="33020"/>
                </a:lnTo>
                <a:lnTo>
                  <a:pt x="848372" y="31750"/>
                </a:lnTo>
                <a:lnTo>
                  <a:pt x="829322" y="31750"/>
                </a:lnTo>
                <a:lnTo>
                  <a:pt x="829322" y="33020"/>
                </a:lnTo>
                <a:lnTo>
                  <a:pt x="43180" y="33020"/>
                </a:lnTo>
                <a:lnTo>
                  <a:pt x="43180" y="35560"/>
                </a:lnTo>
                <a:lnTo>
                  <a:pt x="76200" y="35560"/>
                </a:lnTo>
                <a:lnTo>
                  <a:pt x="76200" y="36830"/>
                </a:lnTo>
                <a:lnTo>
                  <a:pt x="110502" y="36830"/>
                </a:lnTo>
                <a:lnTo>
                  <a:pt x="110502" y="35560"/>
                </a:lnTo>
                <a:lnTo>
                  <a:pt x="867422" y="35560"/>
                </a:lnTo>
                <a:lnTo>
                  <a:pt x="867422" y="33020"/>
                </a:lnTo>
                <a:close/>
              </a:path>
              <a:path w="1004570" h="43180">
                <a:moveTo>
                  <a:pt x="925830" y="36830"/>
                </a:moveTo>
                <a:lnTo>
                  <a:pt x="906780" y="36830"/>
                </a:lnTo>
                <a:lnTo>
                  <a:pt x="906780" y="35560"/>
                </a:lnTo>
                <a:lnTo>
                  <a:pt x="887730" y="35560"/>
                </a:lnTo>
                <a:lnTo>
                  <a:pt x="887730" y="36830"/>
                </a:lnTo>
                <a:lnTo>
                  <a:pt x="144780" y="36830"/>
                </a:lnTo>
                <a:lnTo>
                  <a:pt x="144780" y="38100"/>
                </a:lnTo>
                <a:lnTo>
                  <a:pt x="144780" y="39370"/>
                </a:lnTo>
                <a:lnTo>
                  <a:pt x="177800" y="39370"/>
                </a:lnTo>
                <a:lnTo>
                  <a:pt x="177800" y="38100"/>
                </a:lnTo>
                <a:lnTo>
                  <a:pt x="925830" y="38100"/>
                </a:lnTo>
                <a:lnTo>
                  <a:pt x="925830" y="36830"/>
                </a:lnTo>
                <a:close/>
              </a:path>
              <a:path w="1004570" h="43180">
                <a:moveTo>
                  <a:pt x="965200" y="39370"/>
                </a:moveTo>
                <a:lnTo>
                  <a:pt x="946150" y="39370"/>
                </a:lnTo>
                <a:lnTo>
                  <a:pt x="946150" y="38100"/>
                </a:lnTo>
                <a:lnTo>
                  <a:pt x="925830" y="38100"/>
                </a:lnTo>
                <a:lnTo>
                  <a:pt x="925830" y="39370"/>
                </a:lnTo>
                <a:lnTo>
                  <a:pt x="212102" y="39370"/>
                </a:lnTo>
                <a:lnTo>
                  <a:pt x="212102" y="41910"/>
                </a:lnTo>
                <a:lnTo>
                  <a:pt x="245122" y="41910"/>
                </a:lnTo>
                <a:lnTo>
                  <a:pt x="245122" y="43180"/>
                </a:lnTo>
                <a:lnTo>
                  <a:pt x="279400" y="43180"/>
                </a:lnTo>
                <a:lnTo>
                  <a:pt x="279400" y="41910"/>
                </a:lnTo>
                <a:lnTo>
                  <a:pt x="965200" y="41910"/>
                </a:lnTo>
                <a:lnTo>
                  <a:pt x="965200" y="39370"/>
                </a:lnTo>
                <a:close/>
              </a:path>
              <a:path w="1004570" h="43180">
                <a:moveTo>
                  <a:pt x="1004570" y="41897"/>
                </a:moveTo>
                <a:lnTo>
                  <a:pt x="984250" y="41897"/>
                </a:lnTo>
                <a:lnTo>
                  <a:pt x="984250" y="43167"/>
                </a:lnTo>
                <a:lnTo>
                  <a:pt x="1004570" y="43167"/>
                </a:lnTo>
                <a:lnTo>
                  <a:pt x="1004570" y="41897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7664425" y="1747519"/>
            <a:ext cx="124460" cy="40005"/>
          </a:xfrm>
          <a:custGeom>
            <a:avLst/>
            <a:gdLst/>
            <a:ahLst/>
            <a:cxnLst/>
            <a:rect l="l" t="t" r="r" b="b"/>
            <a:pathLst>
              <a:path w="124459" h="40005">
                <a:moveTo>
                  <a:pt x="100330" y="35572"/>
                </a:moveTo>
                <a:lnTo>
                  <a:pt x="2552" y="35572"/>
                </a:lnTo>
                <a:lnTo>
                  <a:pt x="2552" y="34302"/>
                </a:lnTo>
                <a:lnTo>
                  <a:pt x="1282" y="34302"/>
                </a:lnTo>
                <a:lnTo>
                  <a:pt x="1282" y="35572"/>
                </a:lnTo>
                <a:lnTo>
                  <a:pt x="0" y="35572"/>
                </a:lnTo>
                <a:lnTo>
                  <a:pt x="0" y="38112"/>
                </a:lnTo>
                <a:lnTo>
                  <a:pt x="97777" y="38112"/>
                </a:lnTo>
                <a:lnTo>
                  <a:pt x="97777" y="39382"/>
                </a:lnTo>
                <a:lnTo>
                  <a:pt x="99047" y="39382"/>
                </a:lnTo>
                <a:lnTo>
                  <a:pt x="99047" y="38112"/>
                </a:lnTo>
                <a:lnTo>
                  <a:pt x="100330" y="38112"/>
                </a:lnTo>
                <a:lnTo>
                  <a:pt x="100330" y="35572"/>
                </a:lnTo>
                <a:close/>
              </a:path>
              <a:path w="124459" h="40005">
                <a:moveTo>
                  <a:pt x="101600" y="33032"/>
                </a:moveTo>
                <a:lnTo>
                  <a:pt x="3810" y="33032"/>
                </a:lnTo>
                <a:lnTo>
                  <a:pt x="3810" y="31762"/>
                </a:lnTo>
                <a:lnTo>
                  <a:pt x="2552" y="31762"/>
                </a:lnTo>
                <a:lnTo>
                  <a:pt x="2552" y="33032"/>
                </a:lnTo>
                <a:lnTo>
                  <a:pt x="2552" y="34302"/>
                </a:lnTo>
                <a:lnTo>
                  <a:pt x="100330" y="34302"/>
                </a:lnTo>
                <a:lnTo>
                  <a:pt x="100330" y="35572"/>
                </a:lnTo>
                <a:lnTo>
                  <a:pt x="101600" y="35572"/>
                </a:lnTo>
                <a:lnTo>
                  <a:pt x="101600" y="34302"/>
                </a:lnTo>
                <a:lnTo>
                  <a:pt x="101600" y="33032"/>
                </a:lnTo>
                <a:close/>
              </a:path>
              <a:path w="124459" h="40005">
                <a:moveTo>
                  <a:pt x="104127" y="29222"/>
                </a:moveTo>
                <a:lnTo>
                  <a:pt x="7632" y="29222"/>
                </a:lnTo>
                <a:lnTo>
                  <a:pt x="7632" y="27952"/>
                </a:lnTo>
                <a:lnTo>
                  <a:pt x="6350" y="27952"/>
                </a:lnTo>
                <a:lnTo>
                  <a:pt x="6350" y="29222"/>
                </a:lnTo>
                <a:lnTo>
                  <a:pt x="5080" y="29222"/>
                </a:lnTo>
                <a:lnTo>
                  <a:pt x="5080" y="31762"/>
                </a:lnTo>
                <a:lnTo>
                  <a:pt x="104127" y="31762"/>
                </a:lnTo>
                <a:lnTo>
                  <a:pt x="104127" y="29222"/>
                </a:lnTo>
                <a:close/>
              </a:path>
              <a:path w="124459" h="40005">
                <a:moveTo>
                  <a:pt x="105397" y="26682"/>
                </a:moveTo>
                <a:lnTo>
                  <a:pt x="8902" y="26682"/>
                </a:lnTo>
                <a:lnTo>
                  <a:pt x="8902" y="25412"/>
                </a:lnTo>
                <a:lnTo>
                  <a:pt x="7632" y="25412"/>
                </a:lnTo>
                <a:lnTo>
                  <a:pt x="7632" y="26682"/>
                </a:lnTo>
                <a:lnTo>
                  <a:pt x="7632" y="27952"/>
                </a:lnTo>
                <a:lnTo>
                  <a:pt x="105397" y="27952"/>
                </a:lnTo>
                <a:lnTo>
                  <a:pt x="105397" y="26682"/>
                </a:lnTo>
                <a:close/>
              </a:path>
              <a:path w="124459" h="40005">
                <a:moveTo>
                  <a:pt x="107950" y="22872"/>
                </a:moveTo>
                <a:lnTo>
                  <a:pt x="10160" y="22872"/>
                </a:lnTo>
                <a:lnTo>
                  <a:pt x="10160" y="25412"/>
                </a:lnTo>
                <a:lnTo>
                  <a:pt x="106680" y="25412"/>
                </a:lnTo>
                <a:lnTo>
                  <a:pt x="106680" y="26682"/>
                </a:lnTo>
                <a:lnTo>
                  <a:pt x="107950" y="26682"/>
                </a:lnTo>
                <a:lnTo>
                  <a:pt x="107950" y="25412"/>
                </a:lnTo>
                <a:lnTo>
                  <a:pt x="107950" y="22872"/>
                </a:lnTo>
                <a:close/>
              </a:path>
              <a:path w="124459" h="40005">
                <a:moveTo>
                  <a:pt x="110490" y="20332"/>
                </a:moveTo>
                <a:lnTo>
                  <a:pt x="13982" y="20332"/>
                </a:lnTo>
                <a:lnTo>
                  <a:pt x="13982" y="19062"/>
                </a:lnTo>
                <a:lnTo>
                  <a:pt x="12700" y="19062"/>
                </a:lnTo>
                <a:lnTo>
                  <a:pt x="12700" y="20332"/>
                </a:lnTo>
                <a:lnTo>
                  <a:pt x="11430" y="20332"/>
                </a:lnTo>
                <a:lnTo>
                  <a:pt x="11430" y="21602"/>
                </a:lnTo>
                <a:lnTo>
                  <a:pt x="109232" y="21602"/>
                </a:lnTo>
                <a:lnTo>
                  <a:pt x="109232" y="22872"/>
                </a:lnTo>
                <a:lnTo>
                  <a:pt x="110477" y="22872"/>
                </a:lnTo>
                <a:lnTo>
                  <a:pt x="110477" y="21602"/>
                </a:lnTo>
                <a:lnTo>
                  <a:pt x="110490" y="20332"/>
                </a:lnTo>
                <a:close/>
              </a:path>
              <a:path w="124459" h="40005">
                <a:moveTo>
                  <a:pt x="113030" y="16522"/>
                </a:moveTo>
                <a:lnTo>
                  <a:pt x="16510" y="16522"/>
                </a:lnTo>
                <a:lnTo>
                  <a:pt x="16510" y="15252"/>
                </a:lnTo>
                <a:lnTo>
                  <a:pt x="15252" y="15252"/>
                </a:lnTo>
                <a:lnTo>
                  <a:pt x="15252" y="16522"/>
                </a:lnTo>
                <a:lnTo>
                  <a:pt x="15252" y="19062"/>
                </a:lnTo>
                <a:lnTo>
                  <a:pt x="110502" y="19062"/>
                </a:lnTo>
                <a:lnTo>
                  <a:pt x="110502" y="20332"/>
                </a:lnTo>
                <a:lnTo>
                  <a:pt x="111747" y="20332"/>
                </a:lnTo>
                <a:lnTo>
                  <a:pt x="111747" y="19062"/>
                </a:lnTo>
                <a:lnTo>
                  <a:pt x="113030" y="19062"/>
                </a:lnTo>
                <a:lnTo>
                  <a:pt x="113030" y="16522"/>
                </a:lnTo>
                <a:close/>
              </a:path>
              <a:path w="124459" h="40005">
                <a:moveTo>
                  <a:pt x="114300" y="13982"/>
                </a:moveTo>
                <a:lnTo>
                  <a:pt x="19050" y="13982"/>
                </a:lnTo>
                <a:lnTo>
                  <a:pt x="19050" y="12712"/>
                </a:lnTo>
                <a:lnTo>
                  <a:pt x="17780" y="12712"/>
                </a:lnTo>
                <a:lnTo>
                  <a:pt x="17780" y="13982"/>
                </a:lnTo>
                <a:lnTo>
                  <a:pt x="16510" y="13982"/>
                </a:lnTo>
                <a:lnTo>
                  <a:pt x="16510" y="15252"/>
                </a:lnTo>
                <a:lnTo>
                  <a:pt x="113030" y="15252"/>
                </a:lnTo>
                <a:lnTo>
                  <a:pt x="113030" y="16522"/>
                </a:lnTo>
                <a:lnTo>
                  <a:pt x="114300" y="16522"/>
                </a:lnTo>
                <a:lnTo>
                  <a:pt x="114300" y="15252"/>
                </a:lnTo>
                <a:lnTo>
                  <a:pt x="114300" y="13982"/>
                </a:lnTo>
                <a:close/>
              </a:path>
              <a:path w="124459" h="40005">
                <a:moveTo>
                  <a:pt x="116852" y="10172"/>
                </a:moveTo>
                <a:lnTo>
                  <a:pt x="21602" y="10172"/>
                </a:lnTo>
                <a:lnTo>
                  <a:pt x="21602" y="8902"/>
                </a:lnTo>
                <a:lnTo>
                  <a:pt x="20332" y="8902"/>
                </a:lnTo>
                <a:lnTo>
                  <a:pt x="20332" y="10172"/>
                </a:lnTo>
                <a:lnTo>
                  <a:pt x="20332" y="12712"/>
                </a:lnTo>
                <a:lnTo>
                  <a:pt x="116852" y="12712"/>
                </a:lnTo>
                <a:lnTo>
                  <a:pt x="116852" y="10172"/>
                </a:lnTo>
                <a:close/>
              </a:path>
              <a:path w="124459" h="40005">
                <a:moveTo>
                  <a:pt x="118097" y="7632"/>
                </a:moveTo>
                <a:lnTo>
                  <a:pt x="24130" y="7632"/>
                </a:lnTo>
                <a:lnTo>
                  <a:pt x="24130" y="6362"/>
                </a:lnTo>
                <a:lnTo>
                  <a:pt x="22860" y="6362"/>
                </a:lnTo>
                <a:lnTo>
                  <a:pt x="22860" y="7632"/>
                </a:lnTo>
                <a:lnTo>
                  <a:pt x="21602" y="7632"/>
                </a:lnTo>
                <a:lnTo>
                  <a:pt x="21602" y="8902"/>
                </a:lnTo>
                <a:lnTo>
                  <a:pt x="118097" y="8902"/>
                </a:lnTo>
                <a:lnTo>
                  <a:pt x="118097" y="7632"/>
                </a:lnTo>
                <a:close/>
              </a:path>
              <a:path w="124459" h="40005">
                <a:moveTo>
                  <a:pt x="120650" y="3822"/>
                </a:moveTo>
                <a:lnTo>
                  <a:pt x="26682" y="3822"/>
                </a:lnTo>
                <a:lnTo>
                  <a:pt x="26682" y="2552"/>
                </a:lnTo>
                <a:lnTo>
                  <a:pt x="25400" y="2552"/>
                </a:lnTo>
                <a:lnTo>
                  <a:pt x="25400" y="3822"/>
                </a:lnTo>
                <a:lnTo>
                  <a:pt x="24130" y="3822"/>
                </a:lnTo>
                <a:lnTo>
                  <a:pt x="24130" y="6362"/>
                </a:lnTo>
                <a:lnTo>
                  <a:pt x="119380" y="6362"/>
                </a:lnTo>
                <a:lnTo>
                  <a:pt x="119380" y="7632"/>
                </a:lnTo>
                <a:lnTo>
                  <a:pt x="120650" y="7632"/>
                </a:lnTo>
                <a:lnTo>
                  <a:pt x="120650" y="6362"/>
                </a:lnTo>
                <a:lnTo>
                  <a:pt x="120650" y="3822"/>
                </a:lnTo>
                <a:close/>
              </a:path>
              <a:path w="124459" h="40005">
                <a:moveTo>
                  <a:pt x="123202" y="1282"/>
                </a:moveTo>
                <a:lnTo>
                  <a:pt x="26682" y="1282"/>
                </a:lnTo>
                <a:lnTo>
                  <a:pt x="26682" y="2552"/>
                </a:lnTo>
                <a:lnTo>
                  <a:pt x="121932" y="2552"/>
                </a:lnTo>
                <a:lnTo>
                  <a:pt x="121932" y="3822"/>
                </a:lnTo>
                <a:lnTo>
                  <a:pt x="123202" y="3822"/>
                </a:lnTo>
                <a:lnTo>
                  <a:pt x="123202" y="2552"/>
                </a:lnTo>
                <a:lnTo>
                  <a:pt x="123202" y="1282"/>
                </a:lnTo>
                <a:close/>
              </a:path>
              <a:path w="124459" h="40005">
                <a:moveTo>
                  <a:pt x="124447" y="0"/>
                </a:moveTo>
                <a:lnTo>
                  <a:pt x="123202" y="0"/>
                </a:lnTo>
                <a:lnTo>
                  <a:pt x="123202" y="1270"/>
                </a:lnTo>
                <a:lnTo>
                  <a:pt x="124447" y="1270"/>
                </a:lnTo>
                <a:lnTo>
                  <a:pt x="124447" y="0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7420585" y="1747532"/>
            <a:ext cx="138430" cy="39370"/>
          </a:xfrm>
          <a:custGeom>
            <a:avLst/>
            <a:gdLst/>
            <a:ahLst/>
            <a:cxnLst/>
            <a:rect l="l" t="t" r="r" b="b"/>
            <a:pathLst>
              <a:path w="138429" h="39369">
                <a:moveTo>
                  <a:pt x="120650" y="0"/>
                </a:moveTo>
                <a:lnTo>
                  <a:pt x="119392" y="0"/>
                </a:lnTo>
                <a:lnTo>
                  <a:pt x="119392" y="1270"/>
                </a:lnTo>
                <a:lnTo>
                  <a:pt x="0" y="1270"/>
                </a:lnTo>
                <a:lnTo>
                  <a:pt x="0" y="2540"/>
                </a:lnTo>
                <a:lnTo>
                  <a:pt x="120650" y="2540"/>
                </a:lnTo>
                <a:lnTo>
                  <a:pt x="120650" y="1270"/>
                </a:lnTo>
                <a:lnTo>
                  <a:pt x="120650" y="0"/>
                </a:lnTo>
                <a:close/>
              </a:path>
              <a:path w="138429" h="39369">
                <a:moveTo>
                  <a:pt x="121920" y="2540"/>
                </a:moveTo>
                <a:lnTo>
                  <a:pt x="120650" y="2540"/>
                </a:lnTo>
                <a:lnTo>
                  <a:pt x="120650" y="3810"/>
                </a:lnTo>
                <a:lnTo>
                  <a:pt x="0" y="3810"/>
                </a:lnTo>
                <a:lnTo>
                  <a:pt x="0" y="6350"/>
                </a:lnTo>
                <a:lnTo>
                  <a:pt x="121920" y="6350"/>
                </a:lnTo>
                <a:lnTo>
                  <a:pt x="121920" y="3810"/>
                </a:lnTo>
                <a:lnTo>
                  <a:pt x="121920" y="2540"/>
                </a:lnTo>
                <a:close/>
              </a:path>
              <a:path w="138429" h="39369">
                <a:moveTo>
                  <a:pt x="124472" y="7620"/>
                </a:moveTo>
                <a:lnTo>
                  <a:pt x="1270" y="7620"/>
                </a:lnTo>
                <a:lnTo>
                  <a:pt x="1270" y="8890"/>
                </a:lnTo>
                <a:lnTo>
                  <a:pt x="1270" y="10160"/>
                </a:lnTo>
                <a:lnTo>
                  <a:pt x="2540" y="10160"/>
                </a:lnTo>
                <a:lnTo>
                  <a:pt x="2540" y="8890"/>
                </a:lnTo>
                <a:lnTo>
                  <a:pt x="124472" y="8890"/>
                </a:lnTo>
                <a:lnTo>
                  <a:pt x="124472" y="7620"/>
                </a:lnTo>
                <a:close/>
              </a:path>
              <a:path w="138429" h="39369">
                <a:moveTo>
                  <a:pt x="125742" y="10160"/>
                </a:moveTo>
                <a:lnTo>
                  <a:pt x="2540" y="10160"/>
                </a:lnTo>
                <a:lnTo>
                  <a:pt x="2540" y="12700"/>
                </a:lnTo>
                <a:lnTo>
                  <a:pt x="2540" y="13970"/>
                </a:lnTo>
                <a:lnTo>
                  <a:pt x="3822" y="13970"/>
                </a:lnTo>
                <a:lnTo>
                  <a:pt x="3822" y="12700"/>
                </a:lnTo>
                <a:lnTo>
                  <a:pt x="125742" y="12700"/>
                </a:lnTo>
                <a:lnTo>
                  <a:pt x="125742" y="10160"/>
                </a:lnTo>
                <a:close/>
              </a:path>
              <a:path w="138429" h="39369">
                <a:moveTo>
                  <a:pt x="127000" y="12700"/>
                </a:moveTo>
                <a:lnTo>
                  <a:pt x="125742" y="12700"/>
                </a:lnTo>
                <a:lnTo>
                  <a:pt x="125742" y="13970"/>
                </a:lnTo>
                <a:lnTo>
                  <a:pt x="3822" y="13970"/>
                </a:lnTo>
                <a:lnTo>
                  <a:pt x="3822" y="15240"/>
                </a:lnTo>
                <a:lnTo>
                  <a:pt x="127000" y="15240"/>
                </a:lnTo>
                <a:lnTo>
                  <a:pt x="127000" y="13970"/>
                </a:lnTo>
                <a:lnTo>
                  <a:pt x="127000" y="12700"/>
                </a:lnTo>
                <a:close/>
              </a:path>
              <a:path w="138429" h="39369">
                <a:moveTo>
                  <a:pt x="128270" y="15240"/>
                </a:moveTo>
                <a:lnTo>
                  <a:pt x="127000" y="15240"/>
                </a:lnTo>
                <a:lnTo>
                  <a:pt x="127000" y="16510"/>
                </a:lnTo>
                <a:lnTo>
                  <a:pt x="5092" y="16510"/>
                </a:lnTo>
                <a:lnTo>
                  <a:pt x="5092" y="19050"/>
                </a:lnTo>
                <a:lnTo>
                  <a:pt x="128270" y="19050"/>
                </a:lnTo>
                <a:lnTo>
                  <a:pt x="128270" y="16510"/>
                </a:lnTo>
                <a:lnTo>
                  <a:pt x="128270" y="15240"/>
                </a:lnTo>
                <a:close/>
              </a:path>
              <a:path w="138429" h="39369">
                <a:moveTo>
                  <a:pt x="129540" y="19050"/>
                </a:moveTo>
                <a:lnTo>
                  <a:pt x="128270" y="19050"/>
                </a:lnTo>
                <a:lnTo>
                  <a:pt x="128270" y="20320"/>
                </a:lnTo>
                <a:lnTo>
                  <a:pt x="6350" y="20320"/>
                </a:lnTo>
                <a:lnTo>
                  <a:pt x="6350" y="21590"/>
                </a:lnTo>
                <a:lnTo>
                  <a:pt x="129540" y="21590"/>
                </a:lnTo>
                <a:lnTo>
                  <a:pt x="129540" y="20320"/>
                </a:lnTo>
                <a:lnTo>
                  <a:pt x="129540" y="19050"/>
                </a:lnTo>
                <a:close/>
              </a:path>
              <a:path w="138429" h="39369">
                <a:moveTo>
                  <a:pt x="130797" y="21590"/>
                </a:moveTo>
                <a:lnTo>
                  <a:pt x="129540" y="21590"/>
                </a:lnTo>
                <a:lnTo>
                  <a:pt x="129540" y="22860"/>
                </a:lnTo>
                <a:lnTo>
                  <a:pt x="6350" y="22860"/>
                </a:lnTo>
                <a:lnTo>
                  <a:pt x="6350" y="25400"/>
                </a:lnTo>
                <a:lnTo>
                  <a:pt x="130797" y="25400"/>
                </a:lnTo>
                <a:lnTo>
                  <a:pt x="130797" y="22860"/>
                </a:lnTo>
                <a:lnTo>
                  <a:pt x="130797" y="21590"/>
                </a:lnTo>
                <a:close/>
              </a:path>
              <a:path w="138429" h="39369">
                <a:moveTo>
                  <a:pt x="133350" y="26670"/>
                </a:moveTo>
                <a:lnTo>
                  <a:pt x="7620" y="26670"/>
                </a:lnTo>
                <a:lnTo>
                  <a:pt x="7620" y="27940"/>
                </a:lnTo>
                <a:lnTo>
                  <a:pt x="7620" y="29210"/>
                </a:lnTo>
                <a:lnTo>
                  <a:pt x="8890" y="29210"/>
                </a:lnTo>
                <a:lnTo>
                  <a:pt x="8890" y="27940"/>
                </a:lnTo>
                <a:lnTo>
                  <a:pt x="133350" y="27940"/>
                </a:lnTo>
                <a:lnTo>
                  <a:pt x="133350" y="26670"/>
                </a:lnTo>
                <a:close/>
              </a:path>
              <a:path w="138429" h="39369">
                <a:moveTo>
                  <a:pt x="134620" y="29210"/>
                </a:moveTo>
                <a:lnTo>
                  <a:pt x="8890" y="29210"/>
                </a:lnTo>
                <a:lnTo>
                  <a:pt x="8890" y="31750"/>
                </a:lnTo>
                <a:lnTo>
                  <a:pt x="8890" y="33020"/>
                </a:lnTo>
                <a:lnTo>
                  <a:pt x="10172" y="33020"/>
                </a:lnTo>
                <a:lnTo>
                  <a:pt x="10172" y="31750"/>
                </a:lnTo>
                <a:lnTo>
                  <a:pt x="134620" y="31750"/>
                </a:lnTo>
                <a:lnTo>
                  <a:pt x="134620" y="29210"/>
                </a:lnTo>
                <a:close/>
              </a:path>
              <a:path w="138429" h="39369">
                <a:moveTo>
                  <a:pt x="135890" y="31750"/>
                </a:moveTo>
                <a:lnTo>
                  <a:pt x="134620" y="31750"/>
                </a:lnTo>
                <a:lnTo>
                  <a:pt x="134620" y="33020"/>
                </a:lnTo>
                <a:lnTo>
                  <a:pt x="10172" y="33020"/>
                </a:lnTo>
                <a:lnTo>
                  <a:pt x="10172" y="34290"/>
                </a:lnTo>
                <a:lnTo>
                  <a:pt x="10172" y="35560"/>
                </a:lnTo>
                <a:lnTo>
                  <a:pt x="11442" y="35560"/>
                </a:lnTo>
                <a:lnTo>
                  <a:pt x="11442" y="34290"/>
                </a:lnTo>
                <a:lnTo>
                  <a:pt x="135890" y="34290"/>
                </a:lnTo>
                <a:lnTo>
                  <a:pt x="135890" y="33020"/>
                </a:lnTo>
                <a:lnTo>
                  <a:pt x="135890" y="31750"/>
                </a:lnTo>
                <a:close/>
              </a:path>
              <a:path w="138429" h="39369">
                <a:moveTo>
                  <a:pt x="138417" y="38087"/>
                </a:moveTo>
                <a:lnTo>
                  <a:pt x="137172" y="38087"/>
                </a:lnTo>
                <a:lnTo>
                  <a:pt x="137172" y="35560"/>
                </a:lnTo>
                <a:lnTo>
                  <a:pt x="11442" y="35560"/>
                </a:lnTo>
                <a:lnTo>
                  <a:pt x="11442" y="38100"/>
                </a:lnTo>
                <a:lnTo>
                  <a:pt x="11442" y="39370"/>
                </a:lnTo>
                <a:lnTo>
                  <a:pt x="12700" y="39370"/>
                </a:lnTo>
                <a:lnTo>
                  <a:pt x="12700" y="38100"/>
                </a:lnTo>
                <a:lnTo>
                  <a:pt x="137172" y="38100"/>
                </a:lnTo>
                <a:lnTo>
                  <a:pt x="137172" y="39357"/>
                </a:lnTo>
                <a:lnTo>
                  <a:pt x="138417" y="39357"/>
                </a:lnTo>
                <a:lnTo>
                  <a:pt x="138417" y="38087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7693635" y="1743709"/>
            <a:ext cx="339090" cy="43815"/>
          </a:xfrm>
          <a:custGeom>
            <a:avLst/>
            <a:gdLst/>
            <a:ahLst/>
            <a:cxnLst/>
            <a:rect l="l" t="t" r="r" b="b"/>
            <a:pathLst>
              <a:path w="339090" h="43814">
                <a:moveTo>
                  <a:pt x="95237" y="1282"/>
                </a:moveTo>
                <a:lnTo>
                  <a:pt x="2540" y="1282"/>
                </a:lnTo>
                <a:lnTo>
                  <a:pt x="2540" y="12"/>
                </a:lnTo>
                <a:lnTo>
                  <a:pt x="1270" y="12"/>
                </a:lnTo>
                <a:lnTo>
                  <a:pt x="1270" y="1282"/>
                </a:lnTo>
                <a:lnTo>
                  <a:pt x="0" y="1282"/>
                </a:lnTo>
                <a:lnTo>
                  <a:pt x="0" y="3822"/>
                </a:lnTo>
                <a:lnTo>
                  <a:pt x="93992" y="3822"/>
                </a:lnTo>
                <a:lnTo>
                  <a:pt x="93992" y="5092"/>
                </a:lnTo>
                <a:lnTo>
                  <a:pt x="95237" y="5092"/>
                </a:lnTo>
                <a:lnTo>
                  <a:pt x="95237" y="3822"/>
                </a:lnTo>
                <a:lnTo>
                  <a:pt x="95237" y="1282"/>
                </a:lnTo>
                <a:close/>
              </a:path>
              <a:path w="339090" h="43814">
                <a:moveTo>
                  <a:pt x="97790" y="0"/>
                </a:moveTo>
                <a:lnTo>
                  <a:pt x="96520" y="0"/>
                </a:lnTo>
                <a:lnTo>
                  <a:pt x="96520" y="1270"/>
                </a:lnTo>
                <a:lnTo>
                  <a:pt x="97790" y="1270"/>
                </a:lnTo>
                <a:lnTo>
                  <a:pt x="97790" y="0"/>
                </a:lnTo>
                <a:close/>
              </a:path>
              <a:path w="339090" h="43814">
                <a:moveTo>
                  <a:pt x="132092" y="41910"/>
                </a:moveTo>
                <a:lnTo>
                  <a:pt x="129540" y="41910"/>
                </a:lnTo>
                <a:lnTo>
                  <a:pt x="129540" y="43180"/>
                </a:lnTo>
                <a:lnTo>
                  <a:pt x="132092" y="43180"/>
                </a:lnTo>
                <a:lnTo>
                  <a:pt x="132092" y="41910"/>
                </a:lnTo>
                <a:close/>
              </a:path>
              <a:path w="339090" h="43814">
                <a:moveTo>
                  <a:pt x="256540" y="39382"/>
                </a:moveTo>
                <a:lnTo>
                  <a:pt x="139687" y="39382"/>
                </a:lnTo>
                <a:lnTo>
                  <a:pt x="139687" y="38112"/>
                </a:lnTo>
                <a:lnTo>
                  <a:pt x="137172" y="38112"/>
                </a:lnTo>
                <a:lnTo>
                  <a:pt x="137172" y="39382"/>
                </a:lnTo>
                <a:lnTo>
                  <a:pt x="134620" y="39382"/>
                </a:lnTo>
                <a:lnTo>
                  <a:pt x="134620" y="41922"/>
                </a:lnTo>
                <a:lnTo>
                  <a:pt x="251472" y="41922"/>
                </a:lnTo>
                <a:lnTo>
                  <a:pt x="251472" y="43192"/>
                </a:lnTo>
                <a:lnTo>
                  <a:pt x="253987" y="43192"/>
                </a:lnTo>
                <a:lnTo>
                  <a:pt x="253987" y="41922"/>
                </a:lnTo>
                <a:lnTo>
                  <a:pt x="256540" y="41922"/>
                </a:lnTo>
                <a:lnTo>
                  <a:pt x="256540" y="39382"/>
                </a:lnTo>
                <a:close/>
              </a:path>
              <a:path w="339090" h="43814">
                <a:moveTo>
                  <a:pt x="261620" y="36842"/>
                </a:moveTo>
                <a:lnTo>
                  <a:pt x="144792" y="36842"/>
                </a:lnTo>
                <a:lnTo>
                  <a:pt x="144792" y="35572"/>
                </a:lnTo>
                <a:lnTo>
                  <a:pt x="142240" y="35572"/>
                </a:lnTo>
                <a:lnTo>
                  <a:pt x="142240" y="36842"/>
                </a:lnTo>
                <a:lnTo>
                  <a:pt x="139687" y="36842"/>
                </a:lnTo>
                <a:lnTo>
                  <a:pt x="139687" y="38112"/>
                </a:lnTo>
                <a:lnTo>
                  <a:pt x="259092" y="38112"/>
                </a:lnTo>
                <a:lnTo>
                  <a:pt x="259092" y="39382"/>
                </a:lnTo>
                <a:lnTo>
                  <a:pt x="261620" y="39382"/>
                </a:lnTo>
                <a:lnTo>
                  <a:pt x="261620" y="38112"/>
                </a:lnTo>
                <a:lnTo>
                  <a:pt x="261620" y="36842"/>
                </a:lnTo>
                <a:close/>
              </a:path>
              <a:path w="339090" h="43814">
                <a:moveTo>
                  <a:pt x="269240" y="33032"/>
                </a:moveTo>
                <a:lnTo>
                  <a:pt x="152387" y="33032"/>
                </a:lnTo>
                <a:lnTo>
                  <a:pt x="152387" y="31762"/>
                </a:lnTo>
                <a:lnTo>
                  <a:pt x="149872" y="31762"/>
                </a:lnTo>
                <a:lnTo>
                  <a:pt x="149872" y="33032"/>
                </a:lnTo>
                <a:lnTo>
                  <a:pt x="147320" y="33032"/>
                </a:lnTo>
                <a:lnTo>
                  <a:pt x="147320" y="35572"/>
                </a:lnTo>
                <a:lnTo>
                  <a:pt x="264172" y="35572"/>
                </a:lnTo>
                <a:lnTo>
                  <a:pt x="264172" y="36842"/>
                </a:lnTo>
                <a:lnTo>
                  <a:pt x="266687" y="36842"/>
                </a:lnTo>
                <a:lnTo>
                  <a:pt x="266687" y="35572"/>
                </a:lnTo>
                <a:lnTo>
                  <a:pt x="269240" y="35572"/>
                </a:lnTo>
                <a:lnTo>
                  <a:pt x="269240" y="33032"/>
                </a:lnTo>
                <a:close/>
              </a:path>
              <a:path w="339090" h="43814">
                <a:moveTo>
                  <a:pt x="274320" y="30492"/>
                </a:moveTo>
                <a:lnTo>
                  <a:pt x="157492" y="30492"/>
                </a:lnTo>
                <a:lnTo>
                  <a:pt x="157492" y="29222"/>
                </a:lnTo>
                <a:lnTo>
                  <a:pt x="154940" y="29222"/>
                </a:lnTo>
                <a:lnTo>
                  <a:pt x="154940" y="30492"/>
                </a:lnTo>
                <a:lnTo>
                  <a:pt x="152387" y="30492"/>
                </a:lnTo>
                <a:lnTo>
                  <a:pt x="152387" y="31762"/>
                </a:lnTo>
                <a:lnTo>
                  <a:pt x="271792" y="31762"/>
                </a:lnTo>
                <a:lnTo>
                  <a:pt x="271792" y="33032"/>
                </a:lnTo>
                <a:lnTo>
                  <a:pt x="274320" y="33032"/>
                </a:lnTo>
                <a:lnTo>
                  <a:pt x="274320" y="31762"/>
                </a:lnTo>
                <a:lnTo>
                  <a:pt x="274320" y="30492"/>
                </a:lnTo>
                <a:close/>
              </a:path>
              <a:path w="339090" h="43814">
                <a:moveTo>
                  <a:pt x="281940" y="26682"/>
                </a:moveTo>
                <a:lnTo>
                  <a:pt x="163842" y="26682"/>
                </a:lnTo>
                <a:lnTo>
                  <a:pt x="163842" y="25412"/>
                </a:lnTo>
                <a:lnTo>
                  <a:pt x="162572" y="25412"/>
                </a:lnTo>
                <a:lnTo>
                  <a:pt x="162572" y="26682"/>
                </a:lnTo>
                <a:lnTo>
                  <a:pt x="160020" y="26682"/>
                </a:lnTo>
                <a:lnTo>
                  <a:pt x="160020" y="29222"/>
                </a:lnTo>
                <a:lnTo>
                  <a:pt x="276872" y="29222"/>
                </a:lnTo>
                <a:lnTo>
                  <a:pt x="276872" y="30492"/>
                </a:lnTo>
                <a:lnTo>
                  <a:pt x="279387" y="30492"/>
                </a:lnTo>
                <a:lnTo>
                  <a:pt x="279387" y="29222"/>
                </a:lnTo>
                <a:lnTo>
                  <a:pt x="281940" y="29222"/>
                </a:lnTo>
                <a:lnTo>
                  <a:pt x="281940" y="26682"/>
                </a:lnTo>
                <a:close/>
              </a:path>
              <a:path w="339090" h="43814">
                <a:moveTo>
                  <a:pt x="287020" y="24142"/>
                </a:moveTo>
                <a:lnTo>
                  <a:pt x="168922" y="24142"/>
                </a:lnTo>
                <a:lnTo>
                  <a:pt x="168922" y="22872"/>
                </a:lnTo>
                <a:lnTo>
                  <a:pt x="166370" y="22872"/>
                </a:lnTo>
                <a:lnTo>
                  <a:pt x="166370" y="24142"/>
                </a:lnTo>
                <a:lnTo>
                  <a:pt x="163842" y="24142"/>
                </a:lnTo>
                <a:lnTo>
                  <a:pt x="163842" y="25412"/>
                </a:lnTo>
                <a:lnTo>
                  <a:pt x="284492" y="25412"/>
                </a:lnTo>
                <a:lnTo>
                  <a:pt x="284492" y="26682"/>
                </a:lnTo>
                <a:lnTo>
                  <a:pt x="287020" y="26682"/>
                </a:lnTo>
                <a:lnTo>
                  <a:pt x="287020" y="25412"/>
                </a:lnTo>
                <a:lnTo>
                  <a:pt x="287020" y="24142"/>
                </a:lnTo>
                <a:close/>
              </a:path>
              <a:path w="339090" h="43814">
                <a:moveTo>
                  <a:pt x="295897" y="20332"/>
                </a:moveTo>
                <a:lnTo>
                  <a:pt x="176542" y="20332"/>
                </a:lnTo>
                <a:lnTo>
                  <a:pt x="176542" y="19062"/>
                </a:lnTo>
                <a:lnTo>
                  <a:pt x="173990" y="19062"/>
                </a:lnTo>
                <a:lnTo>
                  <a:pt x="173990" y="20332"/>
                </a:lnTo>
                <a:lnTo>
                  <a:pt x="171437" y="20332"/>
                </a:lnTo>
                <a:lnTo>
                  <a:pt x="171437" y="22872"/>
                </a:lnTo>
                <a:lnTo>
                  <a:pt x="290817" y="22872"/>
                </a:lnTo>
                <a:lnTo>
                  <a:pt x="290817" y="24142"/>
                </a:lnTo>
                <a:lnTo>
                  <a:pt x="293370" y="24142"/>
                </a:lnTo>
                <a:lnTo>
                  <a:pt x="293370" y="22872"/>
                </a:lnTo>
                <a:lnTo>
                  <a:pt x="295897" y="22872"/>
                </a:lnTo>
                <a:lnTo>
                  <a:pt x="295897" y="20332"/>
                </a:lnTo>
                <a:close/>
              </a:path>
              <a:path w="339090" h="43814">
                <a:moveTo>
                  <a:pt x="300990" y="17792"/>
                </a:moveTo>
                <a:lnTo>
                  <a:pt x="181622" y="17792"/>
                </a:lnTo>
                <a:lnTo>
                  <a:pt x="181622" y="16522"/>
                </a:lnTo>
                <a:lnTo>
                  <a:pt x="179070" y="16522"/>
                </a:lnTo>
                <a:lnTo>
                  <a:pt x="179070" y="17792"/>
                </a:lnTo>
                <a:lnTo>
                  <a:pt x="176542" y="17792"/>
                </a:lnTo>
                <a:lnTo>
                  <a:pt x="176542" y="19062"/>
                </a:lnTo>
                <a:lnTo>
                  <a:pt x="298437" y="19062"/>
                </a:lnTo>
                <a:lnTo>
                  <a:pt x="298437" y="20332"/>
                </a:lnTo>
                <a:lnTo>
                  <a:pt x="300990" y="20332"/>
                </a:lnTo>
                <a:lnTo>
                  <a:pt x="300990" y="19062"/>
                </a:lnTo>
                <a:lnTo>
                  <a:pt x="300990" y="17792"/>
                </a:lnTo>
                <a:close/>
              </a:path>
              <a:path w="339090" h="43814">
                <a:moveTo>
                  <a:pt x="308597" y="13982"/>
                </a:moveTo>
                <a:lnTo>
                  <a:pt x="189242" y="13982"/>
                </a:lnTo>
                <a:lnTo>
                  <a:pt x="189242" y="12712"/>
                </a:lnTo>
                <a:lnTo>
                  <a:pt x="186690" y="12712"/>
                </a:lnTo>
                <a:lnTo>
                  <a:pt x="186690" y="13982"/>
                </a:lnTo>
                <a:lnTo>
                  <a:pt x="184137" y="13982"/>
                </a:lnTo>
                <a:lnTo>
                  <a:pt x="184137" y="16522"/>
                </a:lnTo>
                <a:lnTo>
                  <a:pt x="303517" y="16522"/>
                </a:lnTo>
                <a:lnTo>
                  <a:pt x="303517" y="17792"/>
                </a:lnTo>
                <a:lnTo>
                  <a:pt x="306070" y="17792"/>
                </a:lnTo>
                <a:lnTo>
                  <a:pt x="306070" y="16522"/>
                </a:lnTo>
                <a:lnTo>
                  <a:pt x="308597" y="16522"/>
                </a:lnTo>
                <a:lnTo>
                  <a:pt x="308597" y="13982"/>
                </a:lnTo>
                <a:close/>
              </a:path>
              <a:path w="339090" h="43814">
                <a:moveTo>
                  <a:pt x="313690" y="11442"/>
                </a:moveTo>
                <a:lnTo>
                  <a:pt x="194322" y="11442"/>
                </a:lnTo>
                <a:lnTo>
                  <a:pt x="194322" y="10172"/>
                </a:lnTo>
                <a:lnTo>
                  <a:pt x="191770" y="10172"/>
                </a:lnTo>
                <a:lnTo>
                  <a:pt x="191770" y="11442"/>
                </a:lnTo>
                <a:lnTo>
                  <a:pt x="189242" y="11442"/>
                </a:lnTo>
                <a:lnTo>
                  <a:pt x="189242" y="12712"/>
                </a:lnTo>
                <a:lnTo>
                  <a:pt x="311137" y="12712"/>
                </a:lnTo>
                <a:lnTo>
                  <a:pt x="311137" y="13982"/>
                </a:lnTo>
                <a:lnTo>
                  <a:pt x="313690" y="13982"/>
                </a:lnTo>
                <a:lnTo>
                  <a:pt x="313690" y="12712"/>
                </a:lnTo>
                <a:lnTo>
                  <a:pt x="313690" y="11442"/>
                </a:lnTo>
                <a:close/>
              </a:path>
              <a:path w="339090" h="43814">
                <a:moveTo>
                  <a:pt x="321297" y="7632"/>
                </a:moveTo>
                <a:lnTo>
                  <a:pt x="201942" y="7632"/>
                </a:lnTo>
                <a:lnTo>
                  <a:pt x="201942" y="6362"/>
                </a:lnTo>
                <a:lnTo>
                  <a:pt x="199390" y="6362"/>
                </a:lnTo>
                <a:lnTo>
                  <a:pt x="199390" y="7632"/>
                </a:lnTo>
                <a:lnTo>
                  <a:pt x="196837" y="7632"/>
                </a:lnTo>
                <a:lnTo>
                  <a:pt x="196837" y="10172"/>
                </a:lnTo>
                <a:lnTo>
                  <a:pt x="316217" y="10172"/>
                </a:lnTo>
                <a:lnTo>
                  <a:pt x="316217" y="11442"/>
                </a:lnTo>
                <a:lnTo>
                  <a:pt x="318770" y="11442"/>
                </a:lnTo>
                <a:lnTo>
                  <a:pt x="318770" y="10172"/>
                </a:lnTo>
                <a:lnTo>
                  <a:pt x="321297" y="10172"/>
                </a:lnTo>
                <a:lnTo>
                  <a:pt x="321297" y="7632"/>
                </a:lnTo>
                <a:close/>
              </a:path>
              <a:path w="339090" h="43814">
                <a:moveTo>
                  <a:pt x="326390" y="5092"/>
                </a:moveTo>
                <a:lnTo>
                  <a:pt x="207022" y="5092"/>
                </a:lnTo>
                <a:lnTo>
                  <a:pt x="207022" y="3822"/>
                </a:lnTo>
                <a:lnTo>
                  <a:pt x="204470" y="3822"/>
                </a:lnTo>
                <a:lnTo>
                  <a:pt x="204470" y="5092"/>
                </a:lnTo>
                <a:lnTo>
                  <a:pt x="201942" y="5092"/>
                </a:lnTo>
                <a:lnTo>
                  <a:pt x="201942" y="6362"/>
                </a:lnTo>
                <a:lnTo>
                  <a:pt x="323837" y="6362"/>
                </a:lnTo>
                <a:lnTo>
                  <a:pt x="323837" y="7632"/>
                </a:lnTo>
                <a:lnTo>
                  <a:pt x="326390" y="7632"/>
                </a:lnTo>
                <a:lnTo>
                  <a:pt x="326390" y="6362"/>
                </a:lnTo>
                <a:lnTo>
                  <a:pt x="326390" y="5092"/>
                </a:lnTo>
                <a:close/>
              </a:path>
              <a:path w="339090" h="43814">
                <a:moveTo>
                  <a:pt x="333997" y="1282"/>
                </a:moveTo>
                <a:lnTo>
                  <a:pt x="214642" y="1282"/>
                </a:lnTo>
                <a:lnTo>
                  <a:pt x="214642" y="12"/>
                </a:lnTo>
                <a:lnTo>
                  <a:pt x="212090" y="12"/>
                </a:lnTo>
                <a:lnTo>
                  <a:pt x="212090" y="1282"/>
                </a:lnTo>
                <a:lnTo>
                  <a:pt x="209537" y="1282"/>
                </a:lnTo>
                <a:lnTo>
                  <a:pt x="209537" y="3822"/>
                </a:lnTo>
                <a:lnTo>
                  <a:pt x="328917" y="3822"/>
                </a:lnTo>
                <a:lnTo>
                  <a:pt x="328917" y="5092"/>
                </a:lnTo>
                <a:lnTo>
                  <a:pt x="331470" y="5092"/>
                </a:lnTo>
                <a:lnTo>
                  <a:pt x="331470" y="3822"/>
                </a:lnTo>
                <a:lnTo>
                  <a:pt x="333997" y="3822"/>
                </a:lnTo>
                <a:lnTo>
                  <a:pt x="333997" y="1282"/>
                </a:lnTo>
                <a:close/>
              </a:path>
              <a:path w="339090" h="43814">
                <a:moveTo>
                  <a:pt x="339090" y="0"/>
                </a:moveTo>
                <a:lnTo>
                  <a:pt x="336537" y="0"/>
                </a:lnTo>
                <a:lnTo>
                  <a:pt x="336537" y="1270"/>
                </a:lnTo>
                <a:lnTo>
                  <a:pt x="339090" y="1270"/>
                </a:lnTo>
                <a:lnTo>
                  <a:pt x="339090" y="0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7419327" y="1743722"/>
            <a:ext cx="121920" cy="5080"/>
          </a:xfrm>
          <a:custGeom>
            <a:avLst/>
            <a:gdLst/>
            <a:ahLst/>
            <a:cxnLst/>
            <a:rect l="l" t="t" r="r" b="b"/>
            <a:pathLst>
              <a:path w="121920" h="5080">
                <a:moveTo>
                  <a:pt x="121907" y="3797"/>
                </a:moveTo>
                <a:lnTo>
                  <a:pt x="120650" y="3797"/>
                </a:lnTo>
                <a:lnTo>
                  <a:pt x="120650" y="1270"/>
                </a:lnTo>
                <a:lnTo>
                  <a:pt x="120650" y="0"/>
                </a:lnTo>
                <a:lnTo>
                  <a:pt x="119380" y="0"/>
                </a:lnTo>
                <a:lnTo>
                  <a:pt x="119380" y="1270"/>
                </a:lnTo>
                <a:lnTo>
                  <a:pt x="0" y="1270"/>
                </a:lnTo>
                <a:lnTo>
                  <a:pt x="0" y="3810"/>
                </a:lnTo>
                <a:lnTo>
                  <a:pt x="120650" y="3810"/>
                </a:lnTo>
                <a:lnTo>
                  <a:pt x="120650" y="5067"/>
                </a:lnTo>
                <a:lnTo>
                  <a:pt x="121907" y="5067"/>
                </a:lnTo>
                <a:lnTo>
                  <a:pt x="121907" y="3797"/>
                </a:lnTo>
                <a:close/>
              </a:path>
            </a:pathLst>
          </a:custGeom>
          <a:solidFill>
            <a:srgbClr val="A14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5932157" y="1786902"/>
            <a:ext cx="935990" cy="43180"/>
          </a:xfrm>
          <a:custGeom>
            <a:avLst/>
            <a:gdLst/>
            <a:ahLst/>
            <a:cxnLst/>
            <a:rect l="l" t="t" r="r" b="b"/>
            <a:pathLst>
              <a:path w="935990" h="43180">
                <a:moveTo>
                  <a:pt x="709917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33020" y="2540"/>
                </a:lnTo>
                <a:lnTo>
                  <a:pt x="33020" y="1270"/>
                </a:lnTo>
                <a:lnTo>
                  <a:pt x="709917" y="1270"/>
                </a:lnTo>
                <a:lnTo>
                  <a:pt x="709917" y="0"/>
                </a:lnTo>
                <a:close/>
              </a:path>
              <a:path w="935990" h="43180">
                <a:moveTo>
                  <a:pt x="749300" y="2540"/>
                </a:moveTo>
                <a:lnTo>
                  <a:pt x="728967" y="2540"/>
                </a:lnTo>
                <a:lnTo>
                  <a:pt x="728967" y="1270"/>
                </a:lnTo>
                <a:lnTo>
                  <a:pt x="709917" y="1270"/>
                </a:lnTo>
                <a:lnTo>
                  <a:pt x="709917" y="2540"/>
                </a:lnTo>
                <a:lnTo>
                  <a:pt x="67297" y="2540"/>
                </a:lnTo>
                <a:lnTo>
                  <a:pt x="67297" y="5080"/>
                </a:lnTo>
                <a:lnTo>
                  <a:pt x="100330" y="5080"/>
                </a:lnTo>
                <a:lnTo>
                  <a:pt x="100330" y="6350"/>
                </a:lnTo>
                <a:lnTo>
                  <a:pt x="134620" y="6350"/>
                </a:lnTo>
                <a:lnTo>
                  <a:pt x="134620" y="5080"/>
                </a:lnTo>
                <a:lnTo>
                  <a:pt x="749300" y="5080"/>
                </a:lnTo>
                <a:lnTo>
                  <a:pt x="749300" y="2540"/>
                </a:lnTo>
                <a:close/>
              </a:path>
              <a:path w="935990" h="43180">
                <a:moveTo>
                  <a:pt x="807720" y="6350"/>
                </a:moveTo>
                <a:lnTo>
                  <a:pt x="787400" y="6350"/>
                </a:lnTo>
                <a:lnTo>
                  <a:pt x="787400" y="5080"/>
                </a:lnTo>
                <a:lnTo>
                  <a:pt x="768350" y="5080"/>
                </a:lnTo>
                <a:lnTo>
                  <a:pt x="768350" y="6350"/>
                </a:lnTo>
                <a:lnTo>
                  <a:pt x="167627" y="6350"/>
                </a:lnTo>
                <a:lnTo>
                  <a:pt x="167627" y="7620"/>
                </a:lnTo>
                <a:lnTo>
                  <a:pt x="167627" y="8890"/>
                </a:lnTo>
                <a:lnTo>
                  <a:pt x="201930" y="8890"/>
                </a:lnTo>
                <a:lnTo>
                  <a:pt x="201930" y="7620"/>
                </a:lnTo>
                <a:lnTo>
                  <a:pt x="807720" y="7620"/>
                </a:lnTo>
                <a:lnTo>
                  <a:pt x="807720" y="6350"/>
                </a:lnTo>
                <a:close/>
              </a:path>
              <a:path w="935990" h="43180">
                <a:moveTo>
                  <a:pt x="824217" y="8890"/>
                </a:moveTo>
                <a:lnTo>
                  <a:pt x="817867" y="8890"/>
                </a:lnTo>
                <a:lnTo>
                  <a:pt x="817867" y="7620"/>
                </a:lnTo>
                <a:lnTo>
                  <a:pt x="807720" y="7620"/>
                </a:lnTo>
                <a:lnTo>
                  <a:pt x="807720" y="8890"/>
                </a:lnTo>
                <a:lnTo>
                  <a:pt x="236220" y="8890"/>
                </a:lnTo>
                <a:lnTo>
                  <a:pt x="236220" y="11430"/>
                </a:lnTo>
                <a:lnTo>
                  <a:pt x="269227" y="11430"/>
                </a:lnTo>
                <a:lnTo>
                  <a:pt x="269227" y="12700"/>
                </a:lnTo>
                <a:lnTo>
                  <a:pt x="303530" y="12700"/>
                </a:lnTo>
                <a:lnTo>
                  <a:pt x="303530" y="11430"/>
                </a:lnTo>
                <a:lnTo>
                  <a:pt x="824217" y="11430"/>
                </a:lnTo>
                <a:lnTo>
                  <a:pt x="824217" y="8890"/>
                </a:lnTo>
                <a:close/>
              </a:path>
              <a:path w="935990" h="43180">
                <a:moveTo>
                  <a:pt x="836917" y="12700"/>
                </a:moveTo>
                <a:lnTo>
                  <a:pt x="833120" y="12700"/>
                </a:lnTo>
                <a:lnTo>
                  <a:pt x="833120" y="11430"/>
                </a:lnTo>
                <a:lnTo>
                  <a:pt x="828027" y="11430"/>
                </a:lnTo>
                <a:lnTo>
                  <a:pt x="828027" y="12700"/>
                </a:lnTo>
                <a:lnTo>
                  <a:pt x="336550" y="12700"/>
                </a:lnTo>
                <a:lnTo>
                  <a:pt x="336550" y="13970"/>
                </a:lnTo>
                <a:lnTo>
                  <a:pt x="336550" y="15240"/>
                </a:lnTo>
                <a:lnTo>
                  <a:pt x="370827" y="15240"/>
                </a:lnTo>
                <a:lnTo>
                  <a:pt x="370827" y="13970"/>
                </a:lnTo>
                <a:lnTo>
                  <a:pt x="836917" y="13970"/>
                </a:lnTo>
                <a:lnTo>
                  <a:pt x="836917" y="12700"/>
                </a:lnTo>
                <a:close/>
              </a:path>
              <a:path w="935990" h="43180">
                <a:moveTo>
                  <a:pt x="845820" y="15240"/>
                </a:moveTo>
                <a:lnTo>
                  <a:pt x="841997" y="15240"/>
                </a:lnTo>
                <a:lnTo>
                  <a:pt x="841997" y="13970"/>
                </a:lnTo>
                <a:lnTo>
                  <a:pt x="836917" y="13970"/>
                </a:lnTo>
                <a:lnTo>
                  <a:pt x="836917" y="15240"/>
                </a:lnTo>
                <a:lnTo>
                  <a:pt x="405130" y="15240"/>
                </a:lnTo>
                <a:lnTo>
                  <a:pt x="405130" y="17780"/>
                </a:lnTo>
                <a:lnTo>
                  <a:pt x="454647" y="17780"/>
                </a:lnTo>
                <a:lnTo>
                  <a:pt x="454647" y="19050"/>
                </a:lnTo>
                <a:lnTo>
                  <a:pt x="458470" y="19050"/>
                </a:lnTo>
                <a:lnTo>
                  <a:pt x="458470" y="17780"/>
                </a:lnTo>
                <a:lnTo>
                  <a:pt x="845820" y="17780"/>
                </a:lnTo>
                <a:lnTo>
                  <a:pt x="845820" y="15240"/>
                </a:lnTo>
                <a:close/>
              </a:path>
              <a:path w="935990" h="43180">
                <a:moveTo>
                  <a:pt x="859777" y="19050"/>
                </a:moveTo>
                <a:lnTo>
                  <a:pt x="854697" y="19050"/>
                </a:lnTo>
                <a:lnTo>
                  <a:pt x="854697" y="17780"/>
                </a:lnTo>
                <a:lnTo>
                  <a:pt x="850900" y="17780"/>
                </a:lnTo>
                <a:lnTo>
                  <a:pt x="850900" y="19050"/>
                </a:lnTo>
                <a:lnTo>
                  <a:pt x="464820" y="19050"/>
                </a:lnTo>
                <a:lnTo>
                  <a:pt x="464820" y="20320"/>
                </a:lnTo>
                <a:lnTo>
                  <a:pt x="464820" y="21590"/>
                </a:lnTo>
                <a:lnTo>
                  <a:pt x="471170" y="21590"/>
                </a:lnTo>
                <a:lnTo>
                  <a:pt x="471170" y="20320"/>
                </a:lnTo>
                <a:lnTo>
                  <a:pt x="859777" y="20320"/>
                </a:lnTo>
                <a:lnTo>
                  <a:pt x="859777" y="19050"/>
                </a:lnTo>
                <a:close/>
              </a:path>
              <a:path w="935990" h="43180">
                <a:moveTo>
                  <a:pt x="868667" y="21590"/>
                </a:moveTo>
                <a:lnTo>
                  <a:pt x="863600" y="21590"/>
                </a:lnTo>
                <a:lnTo>
                  <a:pt x="863600" y="20320"/>
                </a:lnTo>
                <a:lnTo>
                  <a:pt x="859777" y="20320"/>
                </a:lnTo>
                <a:lnTo>
                  <a:pt x="859777" y="21590"/>
                </a:lnTo>
                <a:lnTo>
                  <a:pt x="478777" y="21590"/>
                </a:lnTo>
                <a:lnTo>
                  <a:pt x="478777" y="24130"/>
                </a:lnTo>
                <a:lnTo>
                  <a:pt x="485127" y="24130"/>
                </a:lnTo>
                <a:lnTo>
                  <a:pt x="485127" y="25400"/>
                </a:lnTo>
                <a:lnTo>
                  <a:pt x="491477" y="25400"/>
                </a:lnTo>
                <a:lnTo>
                  <a:pt x="491477" y="24130"/>
                </a:lnTo>
                <a:lnTo>
                  <a:pt x="868667" y="24130"/>
                </a:lnTo>
                <a:lnTo>
                  <a:pt x="868667" y="21590"/>
                </a:lnTo>
                <a:close/>
              </a:path>
              <a:path w="935990" h="43180">
                <a:moveTo>
                  <a:pt x="882650" y="25400"/>
                </a:moveTo>
                <a:lnTo>
                  <a:pt x="877570" y="25400"/>
                </a:lnTo>
                <a:lnTo>
                  <a:pt x="877570" y="24130"/>
                </a:lnTo>
                <a:lnTo>
                  <a:pt x="872477" y="24130"/>
                </a:lnTo>
                <a:lnTo>
                  <a:pt x="872477" y="25400"/>
                </a:lnTo>
                <a:lnTo>
                  <a:pt x="497827" y="25400"/>
                </a:lnTo>
                <a:lnTo>
                  <a:pt x="497827" y="26670"/>
                </a:lnTo>
                <a:lnTo>
                  <a:pt x="497827" y="27940"/>
                </a:lnTo>
                <a:lnTo>
                  <a:pt x="504177" y="27940"/>
                </a:lnTo>
                <a:lnTo>
                  <a:pt x="504177" y="26670"/>
                </a:lnTo>
                <a:lnTo>
                  <a:pt x="882650" y="26670"/>
                </a:lnTo>
                <a:lnTo>
                  <a:pt x="882650" y="25400"/>
                </a:lnTo>
                <a:close/>
              </a:path>
              <a:path w="935990" h="43180">
                <a:moveTo>
                  <a:pt x="891527" y="27940"/>
                </a:moveTo>
                <a:lnTo>
                  <a:pt x="886447" y="27940"/>
                </a:lnTo>
                <a:lnTo>
                  <a:pt x="886447" y="26670"/>
                </a:lnTo>
                <a:lnTo>
                  <a:pt x="882650" y="26670"/>
                </a:lnTo>
                <a:lnTo>
                  <a:pt x="882650" y="27940"/>
                </a:lnTo>
                <a:lnTo>
                  <a:pt x="511797" y="27940"/>
                </a:lnTo>
                <a:lnTo>
                  <a:pt x="511797" y="30480"/>
                </a:lnTo>
                <a:lnTo>
                  <a:pt x="518147" y="30480"/>
                </a:lnTo>
                <a:lnTo>
                  <a:pt x="518147" y="31750"/>
                </a:lnTo>
                <a:lnTo>
                  <a:pt x="524497" y="31750"/>
                </a:lnTo>
                <a:lnTo>
                  <a:pt x="524497" y="30480"/>
                </a:lnTo>
                <a:lnTo>
                  <a:pt x="891527" y="30480"/>
                </a:lnTo>
                <a:lnTo>
                  <a:pt x="891527" y="27940"/>
                </a:lnTo>
                <a:close/>
              </a:path>
              <a:path w="935990" h="43180">
                <a:moveTo>
                  <a:pt x="904227" y="31750"/>
                </a:moveTo>
                <a:lnTo>
                  <a:pt x="900417" y="31750"/>
                </a:lnTo>
                <a:lnTo>
                  <a:pt x="900417" y="30480"/>
                </a:lnTo>
                <a:lnTo>
                  <a:pt x="895350" y="30480"/>
                </a:lnTo>
                <a:lnTo>
                  <a:pt x="895350" y="31750"/>
                </a:lnTo>
                <a:lnTo>
                  <a:pt x="530847" y="31750"/>
                </a:lnTo>
                <a:lnTo>
                  <a:pt x="530847" y="33020"/>
                </a:lnTo>
                <a:lnTo>
                  <a:pt x="530847" y="34290"/>
                </a:lnTo>
                <a:lnTo>
                  <a:pt x="537197" y="34290"/>
                </a:lnTo>
                <a:lnTo>
                  <a:pt x="537197" y="33020"/>
                </a:lnTo>
                <a:lnTo>
                  <a:pt x="904227" y="33020"/>
                </a:lnTo>
                <a:lnTo>
                  <a:pt x="904227" y="31750"/>
                </a:lnTo>
                <a:close/>
              </a:path>
              <a:path w="935990" h="43180">
                <a:moveTo>
                  <a:pt x="913117" y="34290"/>
                </a:moveTo>
                <a:lnTo>
                  <a:pt x="909294" y="34290"/>
                </a:lnTo>
                <a:lnTo>
                  <a:pt x="909294" y="33020"/>
                </a:lnTo>
                <a:lnTo>
                  <a:pt x="904227" y="33020"/>
                </a:lnTo>
                <a:lnTo>
                  <a:pt x="904227" y="34290"/>
                </a:lnTo>
                <a:lnTo>
                  <a:pt x="544817" y="34290"/>
                </a:lnTo>
                <a:lnTo>
                  <a:pt x="544817" y="36830"/>
                </a:lnTo>
                <a:lnTo>
                  <a:pt x="551167" y="36830"/>
                </a:lnTo>
                <a:lnTo>
                  <a:pt x="551167" y="38100"/>
                </a:lnTo>
                <a:lnTo>
                  <a:pt x="557517" y="38100"/>
                </a:lnTo>
                <a:lnTo>
                  <a:pt x="557517" y="36830"/>
                </a:lnTo>
                <a:lnTo>
                  <a:pt x="913117" y="36830"/>
                </a:lnTo>
                <a:lnTo>
                  <a:pt x="913117" y="34290"/>
                </a:lnTo>
                <a:close/>
              </a:path>
              <a:path w="935990" h="43180">
                <a:moveTo>
                  <a:pt x="927100" y="38100"/>
                </a:moveTo>
                <a:lnTo>
                  <a:pt x="922020" y="38100"/>
                </a:lnTo>
                <a:lnTo>
                  <a:pt x="922020" y="36830"/>
                </a:lnTo>
                <a:lnTo>
                  <a:pt x="918197" y="36830"/>
                </a:lnTo>
                <a:lnTo>
                  <a:pt x="918197" y="38100"/>
                </a:lnTo>
                <a:lnTo>
                  <a:pt x="563867" y="38100"/>
                </a:lnTo>
                <a:lnTo>
                  <a:pt x="563867" y="39370"/>
                </a:lnTo>
                <a:lnTo>
                  <a:pt x="563867" y="40640"/>
                </a:lnTo>
                <a:lnTo>
                  <a:pt x="570217" y="40640"/>
                </a:lnTo>
                <a:lnTo>
                  <a:pt x="570217" y="39370"/>
                </a:lnTo>
                <a:lnTo>
                  <a:pt x="927100" y="39370"/>
                </a:lnTo>
                <a:lnTo>
                  <a:pt x="927100" y="38100"/>
                </a:lnTo>
                <a:close/>
              </a:path>
              <a:path w="935990" h="43180">
                <a:moveTo>
                  <a:pt x="935977" y="40640"/>
                </a:moveTo>
                <a:lnTo>
                  <a:pt x="930897" y="40640"/>
                </a:lnTo>
                <a:lnTo>
                  <a:pt x="930897" y="39370"/>
                </a:lnTo>
                <a:lnTo>
                  <a:pt x="927100" y="39370"/>
                </a:lnTo>
                <a:lnTo>
                  <a:pt x="927100" y="40640"/>
                </a:lnTo>
                <a:lnTo>
                  <a:pt x="577850" y="40640"/>
                </a:lnTo>
                <a:lnTo>
                  <a:pt x="577850" y="43180"/>
                </a:lnTo>
                <a:lnTo>
                  <a:pt x="935977" y="43180"/>
                </a:lnTo>
                <a:lnTo>
                  <a:pt x="935977" y="40640"/>
                </a:lnTo>
                <a:close/>
              </a:path>
            </a:pathLst>
          </a:custGeom>
          <a:solidFill>
            <a:srgbClr val="A1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7443457" y="1818652"/>
            <a:ext cx="134620" cy="11430"/>
          </a:xfrm>
          <a:custGeom>
            <a:avLst/>
            <a:gdLst/>
            <a:ahLst/>
            <a:cxnLst/>
            <a:rect l="l" t="t" r="r" b="b"/>
            <a:pathLst>
              <a:path w="134620" h="11430">
                <a:moveTo>
                  <a:pt x="130797" y="0"/>
                </a:move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1270" y="2540"/>
                </a:lnTo>
                <a:lnTo>
                  <a:pt x="1270" y="1270"/>
                </a:lnTo>
                <a:lnTo>
                  <a:pt x="130797" y="1270"/>
                </a:lnTo>
                <a:lnTo>
                  <a:pt x="130797" y="0"/>
                </a:lnTo>
                <a:close/>
              </a:path>
              <a:path w="134620" h="11430">
                <a:moveTo>
                  <a:pt x="132067" y="2540"/>
                </a:moveTo>
                <a:lnTo>
                  <a:pt x="1270" y="2540"/>
                </a:lnTo>
                <a:lnTo>
                  <a:pt x="1270" y="5080"/>
                </a:lnTo>
                <a:lnTo>
                  <a:pt x="1270" y="6350"/>
                </a:lnTo>
                <a:lnTo>
                  <a:pt x="2527" y="6350"/>
                </a:lnTo>
                <a:lnTo>
                  <a:pt x="2527" y="5080"/>
                </a:lnTo>
                <a:lnTo>
                  <a:pt x="132067" y="5080"/>
                </a:lnTo>
                <a:lnTo>
                  <a:pt x="132067" y="2540"/>
                </a:lnTo>
                <a:close/>
              </a:path>
              <a:path w="134620" h="11430">
                <a:moveTo>
                  <a:pt x="133324" y="5080"/>
                </a:moveTo>
                <a:lnTo>
                  <a:pt x="132067" y="5080"/>
                </a:lnTo>
                <a:lnTo>
                  <a:pt x="132067" y="6350"/>
                </a:lnTo>
                <a:lnTo>
                  <a:pt x="2527" y="6350"/>
                </a:lnTo>
                <a:lnTo>
                  <a:pt x="2527" y="7620"/>
                </a:lnTo>
                <a:lnTo>
                  <a:pt x="133324" y="7620"/>
                </a:lnTo>
                <a:lnTo>
                  <a:pt x="133324" y="6350"/>
                </a:lnTo>
                <a:lnTo>
                  <a:pt x="133324" y="5080"/>
                </a:lnTo>
                <a:close/>
              </a:path>
              <a:path w="134620" h="11430">
                <a:moveTo>
                  <a:pt x="134594" y="7620"/>
                </a:moveTo>
                <a:lnTo>
                  <a:pt x="133324" y="7620"/>
                </a:lnTo>
                <a:lnTo>
                  <a:pt x="133324" y="8890"/>
                </a:lnTo>
                <a:lnTo>
                  <a:pt x="3797" y="8890"/>
                </a:lnTo>
                <a:lnTo>
                  <a:pt x="3797" y="11430"/>
                </a:lnTo>
                <a:lnTo>
                  <a:pt x="134594" y="11430"/>
                </a:lnTo>
                <a:lnTo>
                  <a:pt x="134594" y="8890"/>
                </a:lnTo>
                <a:lnTo>
                  <a:pt x="134594" y="7620"/>
                </a:lnTo>
                <a:close/>
              </a:path>
            </a:pathLst>
          </a:custGeom>
          <a:solidFill>
            <a:srgbClr val="A1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7630135" y="1814842"/>
            <a:ext cx="252729" cy="15240"/>
          </a:xfrm>
          <a:custGeom>
            <a:avLst/>
            <a:gdLst/>
            <a:ahLst/>
            <a:cxnLst/>
            <a:rect l="l" t="t" r="r" b="b"/>
            <a:pathLst>
              <a:path w="252729" h="15239">
                <a:moveTo>
                  <a:pt x="105422" y="12700"/>
                </a:moveTo>
                <a:lnTo>
                  <a:pt x="2540" y="12700"/>
                </a:lnTo>
                <a:lnTo>
                  <a:pt x="2540" y="11430"/>
                </a:lnTo>
                <a:lnTo>
                  <a:pt x="1270" y="11430"/>
                </a:lnTo>
                <a:lnTo>
                  <a:pt x="1270" y="12700"/>
                </a:lnTo>
                <a:lnTo>
                  <a:pt x="0" y="12700"/>
                </a:lnTo>
                <a:lnTo>
                  <a:pt x="0" y="15240"/>
                </a:lnTo>
                <a:lnTo>
                  <a:pt x="105422" y="15240"/>
                </a:lnTo>
                <a:lnTo>
                  <a:pt x="105422" y="12700"/>
                </a:lnTo>
                <a:close/>
              </a:path>
              <a:path w="252729" h="15239">
                <a:moveTo>
                  <a:pt x="106692" y="10160"/>
                </a:moveTo>
                <a:lnTo>
                  <a:pt x="3822" y="10160"/>
                </a:lnTo>
                <a:lnTo>
                  <a:pt x="3822" y="8890"/>
                </a:lnTo>
                <a:lnTo>
                  <a:pt x="2540" y="8890"/>
                </a:lnTo>
                <a:lnTo>
                  <a:pt x="2540" y="10160"/>
                </a:lnTo>
                <a:lnTo>
                  <a:pt x="2540" y="11430"/>
                </a:lnTo>
                <a:lnTo>
                  <a:pt x="105422" y="11430"/>
                </a:lnTo>
                <a:lnTo>
                  <a:pt x="105422" y="12700"/>
                </a:lnTo>
                <a:lnTo>
                  <a:pt x="106692" y="12700"/>
                </a:lnTo>
                <a:lnTo>
                  <a:pt x="106692" y="11430"/>
                </a:lnTo>
                <a:lnTo>
                  <a:pt x="106692" y="10160"/>
                </a:lnTo>
                <a:close/>
              </a:path>
              <a:path w="252729" h="15239">
                <a:moveTo>
                  <a:pt x="109220" y="6350"/>
                </a:moveTo>
                <a:lnTo>
                  <a:pt x="7620" y="6350"/>
                </a:lnTo>
                <a:lnTo>
                  <a:pt x="7620" y="5080"/>
                </a:lnTo>
                <a:lnTo>
                  <a:pt x="6350" y="5080"/>
                </a:lnTo>
                <a:lnTo>
                  <a:pt x="6350" y="6350"/>
                </a:lnTo>
                <a:lnTo>
                  <a:pt x="5092" y="6350"/>
                </a:lnTo>
                <a:lnTo>
                  <a:pt x="5092" y="8890"/>
                </a:lnTo>
                <a:lnTo>
                  <a:pt x="109220" y="8890"/>
                </a:lnTo>
                <a:lnTo>
                  <a:pt x="109220" y="6350"/>
                </a:lnTo>
                <a:close/>
              </a:path>
              <a:path w="252729" h="15239">
                <a:moveTo>
                  <a:pt x="110490" y="3810"/>
                </a:moveTo>
                <a:lnTo>
                  <a:pt x="8890" y="3810"/>
                </a:lnTo>
                <a:lnTo>
                  <a:pt x="8890" y="2540"/>
                </a:lnTo>
                <a:lnTo>
                  <a:pt x="7620" y="2540"/>
                </a:lnTo>
                <a:lnTo>
                  <a:pt x="7620" y="3810"/>
                </a:lnTo>
                <a:lnTo>
                  <a:pt x="7620" y="5080"/>
                </a:lnTo>
                <a:lnTo>
                  <a:pt x="110490" y="5080"/>
                </a:lnTo>
                <a:lnTo>
                  <a:pt x="110490" y="3810"/>
                </a:lnTo>
                <a:close/>
              </a:path>
              <a:path w="252729" h="15239">
                <a:moveTo>
                  <a:pt x="113042" y="0"/>
                </a:moveTo>
                <a:lnTo>
                  <a:pt x="10172" y="0"/>
                </a:lnTo>
                <a:lnTo>
                  <a:pt x="10172" y="2540"/>
                </a:lnTo>
                <a:lnTo>
                  <a:pt x="111772" y="2540"/>
                </a:lnTo>
                <a:lnTo>
                  <a:pt x="111772" y="3810"/>
                </a:lnTo>
                <a:lnTo>
                  <a:pt x="113042" y="3810"/>
                </a:lnTo>
                <a:lnTo>
                  <a:pt x="113042" y="2540"/>
                </a:lnTo>
                <a:lnTo>
                  <a:pt x="113042" y="0"/>
                </a:lnTo>
                <a:close/>
              </a:path>
              <a:path w="252729" h="15239">
                <a:moveTo>
                  <a:pt x="229870" y="12700"/>
                </a:moveTo>
                <a:lnTo>
                  <a:pt x="115570" y="12700"/>
                </a:lnTo>
                <a:lnTo>
                  <a:pt x="115570" y="11430"/>
                </a:lnTo>
                <a:lnTo>
                  <a:pt x="113042" y="11430"/>
                </a:lnTo>
                <a:lnTo>
                  <a:pt x="113042" y="12700"/>
                </a:lnTo>
                <a:lnTo>
                  <a:pt x="110490" y="12700"/>
                </a:lnTo>
                <a:lnTo>
                  <a:pt x="110490" y="15240"/>
                </a:lnTo>
                <a:lnTo>
                  <a:pt x="229870" y="15240"/>
                </a:lnTo>
                <a:lnTo>
                  <a:pt x="229870" y="12700"/>
                </a:lnTo>
                <a:close/>
              </a:path>
              <a:path w="252729" h="15239">
                <a:moveTo>
                  <a:pt x="234937" y="10160"/>
                </a:moveTo>
                <a:lnTo>
                  <a:pt x="120637" y="10160"/>
                </a:lnTo>
                <a:lnTo>
                  <a:pt x="120637" y="8890"/>
                </a:lnTo>
                <a:lnTo>
                  <a:pt x="118122" y="8890"/>
                </a:lnTo>
                <a:lnTo>
                  <a:pt x="118122" y="10160"/>
                </a:lnTo>
                <a:lnTo>
                  <a:pt x="115570" y="10160"/>
                </a:lnTo>
                <a:lnTo>
                  <a:pt x="115570" y="11430"/>
                </a:lnTo>
                <a:lnTo>
                  <a:pt x="232422" y="11430"/>
                </a:lnTo>
                <a:lnTo>
                  <a:pt x="232422" y="12700"/>
                </a:lnTo>
                <a:lnTo>
                  <a:pt x="234937" y="12700"/>
                </a:lnTo>
                <a:lnTo>
                  <a:pt x="234937" y="11430"/>
                </a:lnTo>
                <a:lnTo>
                  <a:pt x="234937" y="10160"/>
                </a:lnTo>
                <a:close/>
              </a:path>
              <a:path w="252729" h="15239">
                <a:moveTo>
                  <a:pt x="242570" y="6350"/>
                </a:moveTo>
                <a:lnTo>
                  <a:pt x="128270" y="6350"/>
                </a:lnTo>
                <a:lnTo>
                  <a:pt x="128270" y="5080"/>
                </a:lnTo>
                <a:lnTo>
                  <a:pt x="125742" y="5080"/>
                </a:lnTo>
                <a:lnTo>
                  <a:pt x="125742" y="6350"/>
                </a:lnTo>
                <a:lnTo>
                  <a:pt x="123190" y="6350"/>
                </a:lnTo>
                <a:lnTo>
                  <a:pt x="123190" y="8890"/>
                </a:lnTo>
                <a:lnTo>
                  <a:pt x="237490" y="8890"/>
                </a:lnTo>
                <a:lnTo>
                  <a:pt x="237490" y="10160"/>
                </a:lnTo>
                <a:lnTo>
                  <a:pt x="240017" y="10160"/>
                </a:lnTo>
                <a:lnTo>
                  <a:pt x="240017" y="8890"/>
                </a:lnTo>
                <a:lnTo>
                  <a:pt x="242570" y="8890"/>
                </a:lnTo>
                <a:lnTo>
                  <a:pt x="242570" y="6350"/>
                </a:lnTo>
                <a:close/>
              </a:path>
              <a:path w="252729" h="15239">
                <a:moveTo>
                  <a:pt x="247637" y="3810"/>
                </a:moveTo>
                <a:lnTo>
                  <a:pt x="133337" y="3810"/>
                </a:lnTo>
                <a:lnTo>
                  <a:pt x="133337" y="2540"/>
                </a:lnTo>
                <a:lnTo>
                  <a:pt x="130822" y="2540"/>
                </a:lnTo>
                <a:lnTo>
                  <a:pt x="130822" y="3810"/>
                </a:lnTo>
                <a:lnTo>
                  <a:pt x="128270" y="3810"/>
                </a:lnTo>
                <a:lnTo>
                  <a:pt x="128270" y="5080"/>
                </a:lnTo>
                <a:lnTo>
                  <a:pt x="245122" y="5080"/>
                </a:lnTo>
                <a:lnTo>
                  <a:pt x="245122" y="6350"/>
                </a:lnTo>
                <a:lnTo>
                  <a:pt x="247637" y="6350"/>
                </a:lnTo>
                <a:lnTo>
                  <a:pt x="247637" y="5080"/>
                </a:lnTo>
                <a:lnTo>
                  <a:pt x="247637" y="3810"/>
                </a:lnTo>
                <a:close/>
              </a:path>
              <a:path w="252729" h="15239">
                <a:moveTo>
                  <a:pt x="252717" y="2527"/>
                </a:moveTo>
                <a:lnTo>
                  <a:pt x="250190" y="2527"/>
                </a:lnTo>
                <a:lnTo>
                  <a:pt x="250190" y="3924"/>
                </a:lnTo>
                <a:lnTo>
                  <a:pt x="252717" y="3924"/>
                </a:lnTo>
                <a:lnTo>
                  <a:pt x="252717" y="2527"/>
                </a:lnTo>
                <a:close/>
              </a:path>
            </a:pathLst>
          </a:custGeom>
          <a:solidFill>
            <a:srgbClr val="A1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7433285" y="1786889"/>
            <a:ext cx="139700" cy="30480"/>
          </a:xfrm>
          <a:custGeom>
            <a:avLst/>
            <a:gdLst/>
            <a:ahLst/>
            <a:cxnLst/>
            <a:rect l="l" t="t" r="r" b="b"/>
            <a:pathLst>
              <a:path w="139700" h="30480">
                <a:moveTo>
                  <a:pt x="125717" y="0"/>
                </a:moveTo>
                <a:lnTo>
                  <a:pt x="0" y="0"/>
                </a:lnTo>
                <a:lnTo>
                  <a:pt x="0" y="1270"/>
                </a:lnTo>
                <a:lnTo>
                  <a:pt x="125717" y="1270"/>
                </a:lnTo>
                <a:lnTo>
                  <a:pt x="125717" y="0"/>
                </a:lnTo>
                <a:close/>
              </a:path>
              <a:path w="139700" h="30480">
                <a:moveTo>
                  <a:pt x="127000" y="1282"/>
                </a:moveTo>
                <a:lnTo>
                  <a:pt x="125717" y="1282"/>
                </a:lnTo>
                <a:lnTo>
                  <a:pt x="125717" y="2552"/>
                </a:lnTo>
                <a:lnTo>
                  <a:pt x="1270" y="2552"/>
                </a:lnTo>
                <a:lnTo>
                  <a:pt x="1270" y="5092"/>
                </a:lnTo>
                <a:lnTo>
                  <a:pt x="127000" y="5092"/>
                </a:lnTo>
                <a:lnTo>
                  <a:pt x="127000" y="2552"/>
                </a:lnTo>
                <a:lnTo>
                  <a:pt x="127000" y="1282"/>
                </a:lnTo>
                <a:close/>
              </a:path>
              <a:path w="139700" h="30480">
                <a:moveTo>
                  <a:pt x="129540" y="6350"/>
                </a:moveTo>
                <a:lnTo>
                  <a:pt x="2540" y="6350"/>
                </a:lnTo>
                <a:lnTo>
                  <a:pt x="2540" y="7620"/>
                </a:lnTo>
                <a:lnTo>
                  <a:pt x="129540" y="7620"/>
                </a:lnTo>
                <a:lnTo>
                  <a:pt x="129540" y="6350"/>
                </a:lnTo>
                <a:close/>
              </a:path>
              <a:path w="139700" h="30480">
                <a:moveTo>
                  <a:pt x="130822" y="8890"/>
                </a:moveTo>
                <a:lnTo>
                  <a:pt x="2540" y="8890"/>
                </a:lnTo>
                <a:lnTo>
                  <a:pt x="2540" y="11430"/>
                </a:lnTo>
                <a:lnTo>
                  <a:pt x="130822" y="11430"/>
                </a:lnTo>
                <a:lnTo>
                  <a:pt x="130822" y="8890"/>
                </a:lnTo>
                <a:close/>
              </a:path>
              <a:path w="139700" h="30480">
                <a:moveTo>
                  <a:pt x="132092" y="11442"/>
                </a:moveTo>
                <a:lnTo>
                  <a:pt x="130822" y="11442"/>
                </a:lnTo>
                <a:lnTo>
                  <a:pt x="130822" y="12712"/>
                </a:lnTo>
                <a:lnTo>
                  <a:pt x="3822" y="12712"/>
                </a:lnTo>
                <a:lnTo>
                  <a:pt x="3822" y="13982"/>
                </a:lnTo>
                <a:lnTo>
                  <a:pt x="3822" y="15252"/>
                </a:lnTo>
                <a:lnTo>
                  <a:pt x="5092" y="15252"/>
                </a:lnTo>
                <a:lnTo>
                  <a:pt x="5092" y="13982"/>
                </a:lnTo>
                <a:lnTo>
                  <a:pt x="132092" y="13982"/>
                </a:lnTo>
                <a:lnTo>
                  <a:pt x="132092" y="12712"/>
                </a:lnTo>
                <a:lnTo>
                  <a:pt x="132092" y="11442"/>
                </a:lnTo>
                <a:close/>
              </a:path>
              <a:path w="139700" h="30480">
                <a:moveTo>
                  <a:pt x="133350" y="15252"/>
                </a:moveTo>
                <a:lnTo>
                  <a:pt x="5092" y="15252"/>
                </a:lnTo>
                <a:lnTo>
                  <a:pt x="5092" y="17792"/>
                </a:lnTo>
                <a:lnTo>
                  <a:pt x="5092" y="19062"/>
                </a:lnTo>
                <a:lnTo>
                  <a:pt x="6350" y="19062"/>
                </a:lnTo>
                <a:lnTo>
                  <a:pt x="6350" y="17792"/>
                </a:lnTo>
                <a:lnTo>
                  <a:pt x="133350" y="17792"/>
                </a:lnTo>
                <a:lnTo>
                  <a:pt x="133350" y="15252"/>
                </a:lnTo>
                <a:close/>
              </a:path>
              <a:path w="139700" h="30480">
                <a:moveTo>
                  <a:pt x="134620" y="17792"/>
                </a:moveTo>
                <a:lnTo>
                  <a:pt x="133350" y="17792"/>
                </a:lnTo>
                <a:lnTo>
                  <a:pt x="133350" y="19062"/>
                </a:lnTo>
                <a:lnTo>
                  <a:pt x="6350" y="19062"/>
                </a:lnTo>
                <a:lnTo>
                  <a:pt x="6350" y="20332"/>
                </a:lnTo>
                <a:lnTo>
                  <a:pt x="134620" y="20332"/>
                </a:lnTo>
                <a:lnTo>
                  <a:pt x="134620" y="19062"/>
                </a:lnTo>
                <a:lnTo>
                  <a:pt x="134620" y="17792"/>
                </a:lnTo>
                <a:close/>
              </a:path>
              <a:path w="139700" h="30480">
                <a:moveTo>
                  <a:pt x="135890" y="20332"/>
                </a:moveTo>
                <a:lnTo>
                  <a:pt x="134620" y="20332"/>
                </a:lnTo>
                <a:lnTo>
                  <a:pt x="134620" y="21602"/>
                </a:lnTo>
                <a:lnTo>
                  <a:pt x="7620" y="21602"/>
                </a:lnTo>
                <a:lnTo>
                  <a:pt x="7620" y="24142"/>
                </a:lnTo>
                <a:lnTo>
                  <a:pt x="135890" y="24142"/>
                </a:lnTo>
                <a:lnTo>
                  <a:pt x="135890" y="21602"/>
                </a:lnTo>
                <a:lnTo>
                  <a:pt x="135890" y="20332"/>
                </a:lnTo>
                <a:close/>
              </a:path>
              <a:path w="139700" h="30480">
                <a:moveTo>
                  <a:pt x="138442" y="25400"/>
                </a:moveTo>
                <a:lnTo>
                  <a:pt x="8890" y="25400"/>
                </a:lnTo>
                <a:lnTo>
                  <a:pt x="8890" y="26670"/>
                </a:lnTo>
                <a:lnTo>
                  <a:pt x="138442" y="26670"/>
                </a:lnTo>
                <a:lnTo>
                  <a:pt x="138442" y="25400"/>
                </a:lnTo>
                <a:close/>
              </a:path>
              <a:path w="139700" h="30480">
                <a:moveTo>
                  <a:pt x="139700" y="27940"/>
                </a:moveTo>
                <a:lnTo>
                  <a:pt x="8890" y="27940"/>
                </a:lnTo>
                <a:lnTo>
                  <a:pt x="8890" y="30480"/>
                </a:lnTo>
                <a:lnTo>
                  <a:pt x="139700" y="30480"/>
                </a:lnTo>
                <a:lnTo>
                  <a:pt x="139700" y="27940"/>
                </a:lnTo>
                <a:close/>
              </a:path>
            </a:pathLst>
          </a:custGeom>
          <a:solidFill>
            <a:srgbClr val="A1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7641577" y="1786902"/>
            <a:ext cx="300990" cy="31750"/>
          </a:xfrm>
          <a:custGeom>
            <a:avLst/>
            <a:gdLst/>
            <a:ahLst/>
            <a:cxnLst/>
            <a:rect l="l" t="t" r="r" b="b"/>
            <a:pathLst>
              <a:path w="300990" h="31750">
                <a:moveTo>
                  <a:pt x="104127" y="25400"/>
                </a:moveTo>
                <a:lnTo>
                  <a:pt x="2527" y="25400"/>
                </a:lnTo>
                <a:lnTo>
                  <a:pt x="2527" y="24130"/>
                </a:lnTo>
                <a:lnTo>
                  <a:pt x="1257" y="24130"/>
                </a:lnTo>
                <a:lnTo>
                  <a:pt x="1257" y="25400"/>
                </a:lnTo>
                <a:lnTo>
                  <a:pt x="0" y="25400"/>
                </a:lnTo>
                <a:lnTo>
                  <a:pt x="0" y="26670"/>
                </a:lnTo>
                <a:lnTo>
                  <a:pt x="102844" y="26670"/>
                </a:lnTo>
                <a:lnTo>
                  <a:pt x="102844" y="27940"/>
                </a:lnTo>
                <a:lnTo>
                  <a:pt x="104127" y="27940"/>
                </a:lnTo>
                <a:lnTo>
                  <a:pt x="104127" y="26670"/>
                </a:lnTo>
                <a:lnTo>
                  <a:pt x="104127" y="25400"/>
                </a:lnTo>
                <a:close/>
              </a:path>
              <a:path w="300990" h="31750">
                <a:moveTo>
                  <a:pt x="106680" y="21590"/>
                </a:moveTo>
                <a:lnTo>
                  <a:pt x="3797" y="21590"/>
                </a:lnTo>
                <a:lnTo>
                  <a:pt x="3797" y="24130"/>
                </a:lnTo>
                <a:lnTo>
                  <a:pt x="104127" y="24130"/>
                </a:lnTo>
                <a:lnTo>
                  <a:pt x="104127" y="25400"/>
                </a:lnTo>
                <a:lnTo>
                  <a:pt x="105397" y="25400"/>
                </a:lnTo>
                <a:lnTo>
                  <a:pt x="105397" y="24130"/>
                </a:lnTo>
                <a:lnTo>
                  <a:pt x="106680" y="24130"/>
                </a:lnTo>
                <a:lnTo>
                  <a:pt x="106680" y="21590"/>
                </a:lnTo>
                <a:close/>
              </a:path>
              <a:path w="300990" h="31750">
                <a:moveTo>
                  <a:pt x="107950" y="19050"/>
                </a:moveTo>
                <a:lnTo>
                  <a:pt x="7607" y="19050"/>
                </a:lnTo>
                <a:lnTo>
                  <a:pt x="7607" y="17780"/>
                </a:lnTo>
                <a:lnTo>
                  <a:pt x="6350" y="17780"/>
                </a:lnTo>
                <a:lnTo>
                  <a:pt x="6350" y="19050"/>
                </a:lnTo>
                <a:lnTo>
                  <a:pt x="5080" y="19050"/>
                </a:lnTo>
                <a:lnTo>
                  <a:pt x="5080" y="20320"/>
                </a:lnTo>
                <a:lnTo>
                  <a:pt x="106680" y="20320"/>
                </a:lnTo>
                <a:lnTo>
                  <a:pt x="106680" y="21590"/>
                </a:lnTo>
                <a:lnTo>
                  <a:pt x="107950" y="21590"/>
                </a:lnTo>
                <a:lnTo>
                  <a:pt x="107950" y="20320"/>
                </a:lnTo>
                <a:lnTo>
                  <a:pt x="107950" y="19050"/>
                </a:lnTo>
                <a:close/>
              </a:path>
              <a:path w="300990" h="31750">
                <a:moveTo>
                  <a:pt x="110477" y="15240"/>
                </a:moveTo>
                <a:lnTo>
                  <a:pt x="10147" y="15240"/>
                </a:lnTo>
                <a:lnTo>
                  <a:pt x="10147" y="13970"/>
                </a:lnTo>
                <a:lnTo>
                  <a:pt x="8877" y="13970"/>
                </a:lnTo>
                <a:lnTo>
                  <a:pt x="8877" y="15240"/>
                </a:lnTo>
                <a:lnTo>
                  <a:pt x="8877" y="17780"/>
                </a:lnTo>
                <a:lnTo>
                  <a:pt x="110477" y="17780"/>
                </a:lnTo>
                <a:lnTo>
                  <a:pt x="110477" y="15240"/>
                </a:lnTo>
                <a:close/>
              </a:path>
              <a:path w="300990" h="31750">
                <a:moveTo>
                  <a:pt x="111747" y="12700"/>
                </a:moveTo>
                <a:lnTo>
                  <a:pt x="12700" y="12700"/>
                </a:lnTo>
                <a:lnTo>
                  <a:pt x="12700" y="11430"/>
                </a:lnTo>
                <a:lnTo>
                  <a:pt x="11430" y="11430"/>
                </a:lnTo>
                <a:lnTo>
                  <a:pt x="11430" y="12700"/>
                </a:lnTo>
                <a:lnTo>
                  <a:pt x="10147" y="12700"/>
                </a:lnTo>
                <a:lnTo>
                  <a:pt x="10147" y="13970"/>
                </a:lnTo>
                <a:lnTo>
                  <a:pt x="110477" y="13970"/>
                </a:lnTo>
                <a:lnTo>
                  <a:pt x="110477" y="15240"/>
                </a:lnTo>
                <a:lnTo>
                  <a:pt x="111747" y="15240"/>
                </a:lnTo>
                <a:lnTo>
                  <a:pt x="111747" y="13970"/>
                </a:lnTo>
                <a:lnTo>
                  <a:pt x="111747" y="12700"/>
                </a:lnTo>
                <a:close/>
              </a:path>
              <a:path w="300990" h="31750">
                <a:moveTo>
                  <a:pt x="114300" y="8890"/>
                </a:moveTo>
                <a:lnTo>
                  <a:pt x="15227" y="8890"/>
                </a:lnTo>
                <a:lnTo>
                  <a:pt x="15227" y="7620"/>
                </a:lnTo>
                <a:lnTo>
                  <a:pt x="13957" y="7620"/>
                </a:lnTo>
                <a:lnTo>
                  <a:pt x="13957" y="8890"/>
                </a:lnTo>
                <a:lnTo>
                  <a:pt x="12700" y="8890"/>
                </a:lnTo>
                <a:lnTo>
                  <a:pt x="12700" y="11430"/>
                </a:lnTo>
                <a:lnTo>
                  <a:pt x="114300" y="11430"/>
                </a:lnTo>
                <a:lnTo>
                  <a:pt x="114300" y="8890"/>
                </a:lnTo>
                <a:close/>
              </a:path>
              <a:path w="300990" h="31750">
                <a:moveTo>
                  <a:pt x="115544" y="6350"/>
                </a:moveTo>
                <a:lnTo>
                  <a:pt x="17780" y="6350"/>
                </a:lnTo>
                <a:lnTo>
                  <a:pt x="17780" y="5080"/>
                </a:lnTo>
                <a:lnTo>
                  <a:pt x="16497" y="5080"/>
                </a:lnTo>
                <a:lnTo>
                  <a:pt x="16497" y="6350"/>
                </a:lnTo>
                <a:lnTo>
                  <a:pt x="15227" y="6350"/>
                </a:lnTo>
                <a:lnTo>
                  <a:pt x="15227" y="7620"/>
                </a:lnTo>
                <a:lnTo>
                  <a:pt x="115544" y="7620"/>
                </a:lnTo>
                <a:lnTo>
                  <a:pt x="115544" y="6350"/>
                </a:lnTo>
                <a:close/>
              </a:path>
              <a:path w="300990" h="31750">
                <a:moveTo>
                  <a:pt x="118097" y="2540"/>
                </a:moveTo>
                <a:lnTo>
                  <a:pt x="20307" y="2540"/>
                </a:lnTo>
                <a:lnTo>
                  <a:pt x="20307" y="1270"/>
                </a:lnTo>
                <a:lnTo>
                  <a:pt x="19050" y="1270"/>
                </a:lnTo>
                <a:lnTo>
                  <a:pt x="19050" y="2540"/>
                </a:lnTo>
                <a:lnTo>
                  <a:pt x="17780" y="2540"/>
                </a:lnTo>
                <a:lnTo>
                  <a:pt x="17780" y="5080"/>
                </a:lnTo>
                <a:lnTo>
                  <a:pt x="116827" y="5080"/>
                </a:lnTo>
                <a:lnTo>
                  <a:pt x="116827" y="6350"/>
                </a:lnTo>
                <a:lnTo>
                  <a:pt x="118097" y="6350"/>
                </a:lnTo>
                <a:lnTo>
                  <a:pt x="118097" y="5080"/>
                </a:lnTo>
                <a:lnTo>
                  <a:pt x="118097" y="2540"/>
                </a:lnTo>
                <a:close/>
              </a:path>
              <a:path w="300990" h="31750">
                <a:moveTo>
                  <a:pt x="120624" y="0"/>
                </a:moveTo>
                <a:lnTo>
                  <a:pt x="20307" y="0"/>
                </a:lnTo>
                <a:lnTo>
                  <a:pt x="20307" y="1270"/>
                </a:lnTo>
                <a:lnTo>
                  <a:pt x="119380" y="1270"/>
                </a:lnTo>
                <a:lnTo>
                  <a:pt x="119380" y="2540"/>
                </a:lnTo>
                <a:lnTo>
                  <a:pt x="120624" y="2540"/>
                </a:lnTo>
                <a:lnTo>
                  <a:pt x="120624" y="1270"/>
                </a:lnTo>
                <a:lnTo>
                  <a:pt x="120624" y="0"/>
                </a:lnTo>
                <a:close/>
              </a:path>
              <a:path w="300990" h="31750">
                <a:moveTo>
                  <a:pt x="243827" y="27940"/>
                </a:moveTo>
                <a:lnTo>
                  <a:pt x="129527" y="27940"/>
                </a:lnTo>
                <a:lnTo>
                  <a:pt x="129527" y="26670"/>
                </a:lnTo>
                <a:lnTo>
                  <a:pt x="127000" y="26670"/>
                </a:lnTo>
                <a:lnTo>
                  <a:pt x="127000" y="27940"/>
                </a:lnTo>
                <a:lnTo>
                  <a:pt x="124447" y="27940"/>
                </a:lnTo>
                <a:lnTo>
                  <a:pt x="124447" y="30480"/>
                </a:lnTo>
                <a:lnTo>
                  <a:pt x="238747" y="30480"/>
                </a:lnTo>
                <a:lnTo>
                  <a:pt x="238747" y="31750"/>
                </a:lnTo>
                <a:lnTo>
                  <a:pt x="241274" y="31750"/>
                </a:lnTo>
                <a:lnTo>
                  <a:pt x="241274" y="30480"/>
                </a:lnTo>
                <a:lnTo>
                  <a:pt x="243827" y="30480"/>
                </a:lnTo>
                <a:lnTo>
                  <a:pt x="243827" y="27940"/>
                </a:lnTo>
                <a:close/>
              </a:path>
              <a:path w="300990" h="31750">
                <a:moveTo>
                  <a:pt x="248894" y="25400"/>
                </a:moveTo>
                <a:lnTo>
                  <a:pt x="134594" y="25400"/>
                </a:lnTo>
                <a:lnTo>
                  <a:pt x="134594" y="24130"/>
                </a:lnTo>
                <a:lnTo>
                  <a:pt x="132080" y="24130"/>
                </a:lnTo>
                <a:lnTo>
                  <a:pt x="132080" y="25400"/>
                </a:lnTo>
                <a:lnTo>
                  <a:pt x="129527" y="25400"/>
                </a:lnTo>
                <a:lnTo>
                  <a:pt x="129527" y="26670"/>
                </a:lnTo>
                <a:lnTo>
                  <a:pt x="246380" y="26670"/>
                </a:lnTo>
                <a:lnTo>
                  <a:pt x="246380" y="27940"/>
                </a:lnTo>
                <a:lnTo>
                  <a:pt x="248894" y="27940"/>
                </a:lnTo>
                <a:lnTo>
                  <a:pt x="248894" y="26670"/>
                </a:lnTo>
                <a:lnTo>
                  <a:pt x="248894" y="25400"/>
                </a:lnTo>
                <a:close/>
              </a:path>
              <a:path w="300990" h="31750">
                <a:moveTo>
                  <a:pt x="256527" y="21590"/>
                </a:moveTo>
                <a:lnTo>
                  <a:pt x="142227" y="21590"/>
                </a:lnTo>
                <a:lnTo>
                  <a:pt x="142227" y="20320"/>
                </a:lnTo>
                <a:lnTo>
                  <a:pt x="139700" y="20320"/>
                </a:lnTo>
                <a:lnTo>
                  <a:pt x="139700" y="21590"/>
                </a:lnTo>
                <a:lnTo>
                  <a:pt x="137147" y="21590"/>
                </a:lnTo>
                <a:lnTo>
                  <a:pt x="137147" y="24130"/>
                </a:lnTo>
                <a:lnTo>
                  <a:pt x="251447" y="24130"/>
                </a:lnTo>
                <a:lnTo>
                  <a:pt x="251447" y="25400"/>
                </a:lnTo>
                <a:lnTo>
                  <a:pt x="253974" y="25400"/>
                </a:lnTo>
                <a:lnTo>
                  <a:pt x="253974" y="24130"/>
                </a:lnTo>
                <a:lnTo>
                  <a:pt x="256527" y="24130"/>
                </a:lnTo>
                <a:lnTo>
                  <a:pt x="256527" y="21590"/>
                </a:lnTo>
                <a:close/>
              </a:path>
              <a:path w="300990" h="31750">
                <a:moveTo>
                  <a:pt x="261594" y="19050"/>
                </a:moveTo>
                <a:lnTo>
                  <a:pt x="147294" y="19050"/>
                </a:lnTo>
                <a:lnTo>
                  <a:pt x="147294" y="17780"/>
                </a:lnTo>
                <a:lnTo>
                  <a:pt x="144780" y="17780"/>
                </a:lnTo>
                <a:lnTo>
                  <a:pt x="144780" y="19050"/>
                </a:lnTo>
                <a:lnTo>
                  <a:pt x="142227" y="19050"/>
                </a:lnTo>
                <a:lnTo>
                  <a:pt x="142227" y="20320"/>
                </a:lnTo>
                <a:lnTo>
                  <a:pt x="259080" y="20320"/>
                </a:lnTo>
                <a:lnTo>
                  <a:pt x="259080" y="21590"/>
                </a:lnTo>
                <a:lnTo>
                  <a:pt x="261594" y="21590"/>
                </a:lnTo>
                <a:lnTo>
                  <a:pt x="261594" y="20320"/>
                </a:lnTo>
                <a:lnTo>
                  <a:pt x="261594" y="19050"/>
                </a:lnTo>
                <a:close/>
              </a:path>
              <a:path w="300990" h="31750">
                <a:moveTo>
                  <a:pt x="270497" y="15240"/>
                </a:moveTo>
                <a:lnTo>
                  <a:pt x="153644" y="15240"/>
                </a:lnTo>
                <a:lnTo>
                  <a:pt x="153644" y="13970"/>
                </a:lnTo>
                <a:lnTo>
                  <a:pt x="151130" y="13970"/>
                </a:lnTo>
                <a:lnTo>
                  <a:pt x="151130" y="15240"/>
                </a:lnTo>
                <a:lnTo>
                  <a:pt x="149847" y="15240"/>
                </a:lnTo>
                <a:lnTo>
                  <a:pt x="149847" y="17780"/>
                </a:lnTo>
                <a:lnTo>
                  <a:pt x="264147" y="17780"/>
                </a:lnTo>
                <a:lnTo>
                  <a:pt x="264147" y="19050"/>
                </a:lnTo>
                <a:lnTo>
                  <a:pt x="266674" y="19050"/>
                </a:lnTo>
                <a:lnTo>
                  <a:pt x="266674" y="17780"/>
                </a:lnTo>
                <a:lnTo>
                  <a:pt x="270497" y="17780"/>
                </a:lnTo>
                <a:lnTo>
                  <a:pt x="270497" y="15240"/>
                </a:lnTo>
                <a:close/>
              </a:path>
              <a:path w="300990" h="31750">
                <a:moveTo>
                  <a:pt x="275577" y="12700"/>
                </a:moveTo>
                <a:lnTo>
                  <a:pt x="158750" y="12700"/>
                </a:lnTo>
                <a:lnTo>
                  <a:pt x="158750" y="11430"/>
                </a:lnTo>
                <a:lnTo>
                  <a:pt x="156197" y="11430"/>
                </a:lnTo>
                <a:lnTo>
                  <a:pt x="156197" y="12700"/>
                </a:lnTo>
                <a:lnTo>
                  <a:pt x="153644" y="12700"/>
                </a:lnTo>
                <a:lnTo>
                  <a:pt x="153644" y="13970"/>
                </a:lnTo>
                <a:lnTo>
                  <a:pt x="273050" y="13970"/>
                </a:lnTo>
                <a:lnTo>
                  <a:pt x="273050" y="15240"/>
                </a:lnTo>
                <a:lnTo>
                  <a:pt x="275577" y="15240"/>
                </a:lnTo>
                <a:lnTo>
                  <a:pt x="275577" y="13970"/>
                </a:lnTo>
                <a:lnTo>
                  <a:pt x="275577" y="12700"/>
                </a:lnTo>
                <a:close/>
              </a:path>
              <a:path w="300990" h="31750">
                <a:moveTo>
                  <a:pt x="283197" y="8890"/>
                </a:moveTo>
                <a:lnTo>
                  <a:pt x="166344" y="8890"/>
                </a:lnTo>
                <a:lnTo>
                  <a:pt x="166344" y="7620"/>
                </a:lnTo>
                <a:lnTo>
                  <a:pt x="163830" y="7620"/>
                </a:lnTo>
                <a:lnTo>
                  <a:pt x="163830" y="8890"/>
                </a:lnTo>
                <a:lnTo>
                  <a:pt x="161277" y="8890"/>
                </a:lnTo>
                <a:lnTo>
                  <a:pt x="161277" y="11430"/>
                </a:lnTo>
                <a:lnTo>
                  <a:pt x="278130" y="11430"/>
                </a:lnTo>
                <a:lnTo>
                  <a:pt x="278130" y="12700"/>
                </a:lnTo>
                <a:lnTo>
                  <a:pt x="280644" y="12700"/>
                </a:lnTo>
                <a:lnTo>
                  <a:pt x="280644" y="11430"/>
                </a:lnTo>
                <a:lnTo>
                  <a:pt x="283197" y="11430"/>
                </a:lnTo>
                <a:lnTo>
                  <a:pt x="283197" y="8890"/>
                </a:lnTo>
                <a:close/>
              </a:path>
              <a:path w="300990" h="31750">
                <a:moveTo>
                  <a:pt x="288277" y="6350"/>
                </a:moveTo>
                <a:lnTo>
                  <a:pt x="171450" y="6350"/>
                </a:lnTo>
                <a:lnTo>
                  <a:pt x="171450" y="5080"/>
                </a:lnTo>
                <a:lnTo>
                  <a:pt x="168897" y="5080"/>
                </a:lnTo>
                <a:lnTo>
                  <a:pt x="168897" y="6350"/>
                </a:lnTo>
                <a:lnTo>
                  <a:pt x="166344" y="6350"/>
                </a:lnTo>
                <a:lnTo>
                  <a:pt x="166344" y="7620"/>
                </a:lnTo>
                <a:lnTo>
                  <a:pt x="285750" y="7620"/>
                </a:lnTo>
                <a:lnTo>
                  <a:pt x="285750" y="8890"/>
                </a:lnTo>
                <a:lnTo>
                  <a:pt x="288277" y="8890"/>
                </a:lnTo>
                <a:lnTo>
                  <a:pt x="288277" y="7620"/>
                </a:lnTo>
                <a:lnTo>
                  <a:pt x="288277" y="6350"/>
                </a:lnTo>
                <a:close/>
              </a:path>
              <a:path w="300990" h="31750">
                <a:moveTo>
                  <a:pt x="295897" y="2540"/>
                </a:moveTo>
                <a:lnTo>
                  <a:pt x="179044" y="2540"/>
                </a:lnTo>
                <a:lnTo>
                  <a:pt x="179044" y="1270"/>
                </a:lnTo>
                <a:lnTo>
                  <a:pt x="176530" y="1270"/>
                </a:lnTo>
                <a:lnTo>
                  <a:pt x="176530" y="2540"/>
                </a:lnTo>
                <a:lnTo>
                  <a:pt x="173977" y="2540"/>
                </a:lnTo>
                <a:lnTo>
                  <a:pt x="173977" y="5080"/>
                </a:lnTo>
                <a:lnTo>
                  <a:pt x="290830" y="5080"/>
                </a:lnTo>
                <a:lnTo>
                  <a:pt x="290830" y="6350"/>
                </a:lnTo>
                <a:lnTo>
                  <a:pt x="293344" y="6350"/>
                </a:lnTo>
                <a:lnTo>
                  <a:pt x="293344" y="5080"/>
                </a:lnTo>
                <a:lnTo>
                  <a:pt x="295897" y="5080"/>
                </a:lnTo>
                <a:lnTo>
                  <a:pt x="295897" y="2540"/>
                </a:lnTo>
                <a:close/>
              </a:path>
              <a:path w="300990" h="31750">
                <a:moveTo>
                  <a:pt x="300977" y="0"/>
                </a:moveTo>
                <a:lnTo>
                  <a:pt x="179044" y="0"/>
                </a:lnTo>
                <a:lnTo>
                  <a:pt x="179044" y="1270"/>
                </a:lnTo>
                <a:lnTo>
                  <a:pt x="298450" y="1270"/>
                </a:lnTo>
                <a:lnTo>
                  <a:pt x="298450" y="2540"/>
                </a:lnTo>
                <a:lnTo>
                  <a:pt x="300977" y="2540"/>
                </a:lnTo>
                <a:lnTo>
                  <a:pt x="300977" y="1270"/>
                </a:lnTo>
                <a:lnTo>
                  <a:pt x="300977" y="0"/>
                </a:lnTo>
                <a:close/>
              </a:path>
            </a:pathLst>
          </a:custGeom>
          <a:solidFill>
            <a:srgbClr val="A14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6516361" y="1830066"/>
            <a:ext cx="6350" cy="1270"/>
          </a:xfrm>
          <a:custGeom>
            <a:avLst/>
            <a:gdLst/>
            <a:ahLst/>
            <a:cxnLst/>
            <a:rect l="l" t="t" r="r" b="b"/>
            <a:pathLst>
              <a:path w="6350" h="1269">
                <a:moveTo>
                  <a:pt x="6349" y="1269"/>
                </a:moveTo>
                <a:lnTo>
                  <a:pt x="0" y="1269"/>
                </a:lnTo>
                <a:lnTo>
                  <a:pt x="0" y="0"/>
                </a:lnTo>
                <a:lnTo>
                  <a:pt x="6349" y="0"/>
                </a:lnTo>
                <a:lnTo>
                  <a:pt x="6349" y="1269"/>
                </a:lnTo>
                <a:close/>
              </a:path>
            </a:pathLst>
          </a:custGeom>
          <a:solidFill>
            <a:srgbClr val="A0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6529057" y="1830082"/>
            <a:ext cx="419100" cy="20955"/>
          </a:xfrm>
          <a:custGeom>
            <a:avLst/>
            <a:gdLst/>
            <a:ahLst/>
            <a:cxnLst/>
            <a:rect l="l" t="t" r="r" b="b"/>
            <a:pathLst>
              <a:path w="419100" h="20955">
                <a:moveTo>
                  <a:pt x="351777" y="1270"/>
                </a:moveTo>
                <a:lnTo>
                  <a:pt x="347967" y="1270"/>
                </a:lnTo>
                <a:lnTo>
                  <a:pt x="347967" y="0"/>
                </a:lnTo>
                <a:lnTo>
                  <a:pt x="342900" y="0"/>
                </a:lnTo>
                <a:lnTo>
                  <a:pt x="342900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6350" y="3810"/>
                </a:lnTo>
                <a:lnTo>
                  <a:pt x="6350" y="2540"/>
                </a:lnTo>
                <a:lnTo>
                  <a:pt x="351777" y="2540"/>
                </a:lnTo>
                <a:lnTo>
                  <a:pt x="351777" y="1270"/>
                </a:lnTo>
                <a:close/>
              </a:path>
              <a:path w="419100" h="20955">
                <a:moveTo>
                  <a:pt x="360667" y="3810"/>
                </a:moveTo>
                <a:lnTo>
                  <a:pt x="356870" y="3810"/>
                </a:lnTo>
                <a:lnTo>
                  <a:pt x="356870" y="2540"/>
                </a:lnTo>
                <a:lnTo>
                  <a:pt x="351777" y="2540"/>
                </a:lnTo>
                <a:lnTo>
                  <a:pt x="351777" y="3810"/>
                </a:lnTo>
                <a:lnTo>
                  <a:pt x="12700" y="3810"/>
                </a:lnTo>
                <a:lnTo>
                  <a:pt x="12700" y="6350"/>
                </a:lnTo>
                <a:lnTo>
                  <a:pt x="20320" y="6350"/>
                </a:lnTo>
                <a:lnTo>
                  <a:pt x="20320" y="7620"/>
                </a:lnTo>
                <a:lnTo>
                  <a:pt x="26670" y="7620"/>
                </a:lnTo>
                <a:lnTo>
                  <a:pt x="26670" y="6350"/>
                </a:lnTo>
                <a:lnTo>
                  <a:pt x="360667" y="6350"/>
                </a:lnTo>
                <a:lnTo>
                  <a:pt x="360667" y="3810"/>
                </a:lnTo>
                <a:close/>
              </a:path>
              <a:path w="419100" h="20955">
                <a:moveTo>
                  <a:pt x="374650" y="7620"/>
                </a:moveTo>
                <a:lnTo>
                  <a:pt x="369570" y="7620"/>
                </a:lnTo>
                <a:lnTo>
                  <a:pt x="369570" y="6350"/>
                </a:lnTo>
                <a:lnTo>
                  <a:pt x="365747" y="6350"/>
                </a:lnTo>
                <a:lnTo>
                  <a:pt x="365747" y="7620"/>
                </a:lnTo>
                <a:lnTo>
                  <a:pt x="33020" y="7620"/>
                </a:lnTo>
                <a:lnTo>
                  <a:pt x="33020" y="8890"/>
                </a:lnTo>
                <a:lnTo>
                  <a:pt x="33020" y="10160"/>
                </a:lnTo>
                <a:lnTo>
                  <a:pt x="39370" y="10160"/>
                </a:lnTo>
                <a:lnTo>
                  <a:pt x="39370" y="8890"/>
                </a:lnTo>
                <a:lnTo>
                  <a:pt x="374650" y="8890"/>
                </a:lnTo>
                <a:lnTo>
                  <a:pt x="374650" y="7620"/>
                </a:lnTo>
                <a:close/>
              </a:path>
              <a:path w="419100" h="20955">
                <a:moveTo>
                  <a:pt x="383527" y="10160"/>
                </a:moveTo>
                <a:lnTo>
                  <a:pt x="378447" y="10160"/>
                </a:lnTo>
                <a:lnTo>
                  <a:pt x="378447" y="8890"/>
                </a:lnTo>
                <a:lnTo>
                  <a:pt x="374650" y="8890"/>
                </a:lnTo>
                <a:lnTo>
                  <a:pt x="374650" y="10160"/>
                </a:lnTo>
                <a:lnTo>
                  <a:pt x="45720" y="10160"/>
                </a:lnTo>
                <a:lnTo>
                  <a:pt x="45720" y="12700"/>
                </a:lnTo>
                <a:lnTo>
                  <a:pt x="53327" y="12700"/>
                </a:lnTo>
                <a:lnTo>
                  <a:pt x="53327" y="13970"/>
                </a:lnTo>
                <a:lnTo>
                  <a:pt x="59677" y="13970"/>
                </a:lnTo>
                <a:lnTo>
                  <a:pt x="59677" y="12700"/>
                </a:lnTo>
                <a:lnTo>
                  <a:pt x="383527" y="12700"/>
                </a:lnTo>
                <a:lnTo>
                  <a:pt x="383527" y="10160"/>
                </a:lnTo>
                <a:close/>
              </a:path>
              <a:path w="419100" h="20955">
                <a:moveTo>
                  <a:pt x="396227" y="13970"/>
                </a:moveTo>
                <a:lnTo>
                  <a:pt x="392417" y="13970"/>
                </a:lnTo>
                <a:lnTo>
                  <a:pt x="392417" y="12700"/>
                </a:lnTo>
                <a:lnTo>
                  <a:pt x="387324" y="12700"/>
                </a:lnTo>
                <a:lnTo>
                  <a:pt x="387324" y="13970"/>
                </a:lnTo>
                <a:lnTo>
                  <a:pt x="66027" y="13970"/>
                </a:lnTo>
                <a:lnTo>
                  <a:pt x="66027" y="15240"/>
                </a:lnTo>
                <a:lnTo>
                  <a:pt x="66027" y="16510"/>
                </a:lnTo>
                <a:lnTo>
                  <a:pt x="72377" y="16510"/>
                </a:lnTo>
                <a:lnTo>
                  <a:pt x="72377" y="15240"/>
                </a:lnTo>
                <a:lnTo>
                  <a:pt x="396227" y="15240"/>
                </a:lnTo>
                <a:lnTo>
                  <a:pt x="396227" y="13970"/>
                </a:lnTo>
                <a:close/>
              </a:path>
              <a:path w="419100" h="20955">
                <a:moveTo>
                  <a:pt x="406374" y="16510"/>
                </a:moveTo>
                <a:lnTo>
                  <a:pt x="401294" y="16510"/>
                </a:lnTo>
                <a:lnTo>
                  <a:pt x="401294" y="15240"/>
                </a:lnTo>
                <a:lnTo>
                  <a:pt x="396227" y="15240"/>
                </a:lnTo>
                <a:lnTo>
                  <a:pt x="396227" y="16510"/>
                </a:lnTo>
                <a:lnTo>
                  <a:pt x="78727" y="16510"/>
                </a:lnTo>
                <a:lnTo>
                  <a:pt x="78727" y="19050"/>
                </a:lnTo>
                <a:lnTo>
                  <a:pt x="86347" y="19050"/>
                </a:lnTo>
                <a:lnTo>
                  <a:pt x="86347" y="20320"/>
                </a:lnTo>
                <a:lnTo>
                  <a:pt x="92697" y="20320"/>
                </a:lnTo>
                <a:lnTo>
                  <a:pt x="92697" y="19050"/>
                </a:lnTo>
                <a:lnTo>
                  <a:pt x="406374" y="19050"/>
                </a:lnTo>
                <a:lnTo>
                  <a:pt x="406374" y="16510"/>
                </a:lnTo>
                <a:close/>
              </a:path>
              <a:path w="419100" h="20955">
                <a:moveTo>
                  <a:pt x="419100" y="20307"/>
                </a:moveTo>
                <a:lnTo>
                  <a:pt x="415277" y="20307"/>
                </a:lnTo>
                <a:lnTo>
                  <a:pt x="415277" y="19050"/>
                </a:lnTo>
                <a:lnTo>
                  <a:pt x="410197" y="19050"/>
                </a:lnTo>
                <a:lnTo>
                  <a:pt x="410197" y="20307"/>
                </a:lnTo>
                <a:lnTo>
                  <a:pt x="99047" y="20307"/>
                </a:lnTo>
                <a:lnTo>
                  <a:pt x="99047" y="20688"/>
                </a:lnTo>
                <a:lnTo>
                  <a:pt x="419100" y="20688"/>
                </a:lnTo>
                <a:lnTo>
                  <a:pt x="419100" y="20307"/>
                </a:lnTo>
                <a:close/>
              </a:path>
            </a:pathLst>
          </a:custGeom>
          <a:solidFill>
            <a:srgbClr val="A0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7461225" y="1869452"/>
            <a:ext cx="36195" cy="3810"/>
          </a:xfrm>
          <a:custGeom>
            <a:avLst/>
            <a:gdLst/>
            <a:ahLst/>
            <a:cxnLst/>
            <a:rect l="l" t="t" r="r" b="b"/>
            <a:pathLst>
              <a:path w="36195" h="3810">
                <a:moveTo>
                  <a:pt x="35687" y="2527"/>
                </a:moveTo>
                <a:lnTo>
                  <a:pt x="0" y="2527"/>
                </a:lnTo>
                <a:lnTo>
                  <a:pt x="0" y="3797"/>
                </a:lnTo>
                <a:lnTo>
                  <a:pt x="35687" y="3797"/>
                </a:lnTo>
                <a:lnTo>
                  <a:pt x="35687" y="2527"/>
                </a:lnTo>
                <a:close/>
              </a:path>
              <a:path w="36195" h="3810">
                <a:moveTo>
                  <a:pt x="35687" y="0"/>
                </a:moveTo>
                <a:lnTo>
                  <a:pt x="0" y="0"/>
                </a:lnTo>
                <a:lnTo>
                  <a:pt x="0" y="1257"/>
                </a:lnTo>
                <a:lnTo>
                  <a:pt x="35687" y="1257"/>
                </a:lnTo>
                <a:lnTo>
                  <a:pt x="35687" y="0"/>
                </a:lnTo>
                <a:close/>
              </a:path>
            </a:pathLst>
          </a:custGeom>
          <a:solidFill>
            <a:srgbClr val="A0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7448525" y="1830069"/>
            <a:ext cx="408940" cy="38100"/>
          </a:xfrm>
          <a:custGeom>
            <a:avLst/>
            <a:gdLst/>
            <a:ahLst/>
            <a:cxnLst/>
            <a:rect l="l" t="t" r="r" b="b"/>
            <a:pathLst>
              <a:path w="408940" h="38100">
                <a:moveTo>
                  <a:pt x="10160" y="31762"/>
                </a:moveTo>
                <a:lnTo>
                  <a:pt x="8902" y="31762"/>
                </a:lnTo>
                <a:lnTo>
                  <a:pt x="8902" y="33032"/>
                </a:lnTo>
                <a:lnTo>
                  <a:pt x="10160" y="33032"/>
                </a:lnTo>
                <a:lnTo>
                  <a:pt x="10160" y="31762"/>
                </a:lnTo>
                <a:close/>
              </a:path>
              <a:path w="408940" h="38100">
                <a:moveTo>
                  <a:pt x="48387" y="35560"/>
                </a:moveTo>
                <a:lnTo>
                  <a:pt x="11430" y="35560"/>
                </a:lnTo>
                <a:lnTo>
                  <a:pt x="11430" y="38100"/>
                </a:lnTo>
                <a:lnTo>
                  <a:pt x="48387" y="38100"/>
                </a:lnTo>
                <a:lnTo>
                  <a:pt x="48387" y="35560"/>
                </a:lnTo>
                <a:close/>
              </a:path>
              <a:path w="408940" h="38100">
                <a:moveTo>
                  <a:pt x="48387" y="33032"/>
                </a:moveTo>
                <a:lnTo>
                  <a:pt x="10160" y="33032"/>
                </a:lnTo>
                <a:lnTo>
                  <a:pt x="10160" y="34290"/>
                </a:lnTo>
                <a:lnTo>
                  <a:pt x="48387" y="34290"/>
                </a:lnTo>
                <a:lnTo>
                  <a:pt x="48387" y="33032"/>
                </a:lnTo>
                <a:close/>
              </a:path>
              <a:path w="408940" h="38100">
                <a:moveTo>
                  <a:pt x="48387" y="29210"/>
                </a:moveTo>
                <a:lnTo>
                  <a:pt x="8902" y="29210"/>
                </a:lnTo>
                <a:lnTo>
                  <a:pt x="8902" y="27952"/>
                </a:lnTo>
                <a:lnTo>
                  <a:pt x="7632" y="27952"/>
                </a:lnTo>
                <a:lnTo>
                  <a:pt x="7632" y="29222"/>
                </a:lnTo>
                <a:lnTo>
                  <a:pt x="8902" y="29222"/>
                </a:lnTo>
                <a:lnTo>
                  <a:pt x="8902" y="31750"/>
                </a:lnTo>
                <a:lnTo>
                  <a:pt x="48387" y="31750"/>
                </a:lnTo>
                <a:lnTo>
                  <a:pt x="48387" y="29210"/>
                </a:lnTo>
                <a:close/>
              </a:path>
              <a:path w="408940" h="38100">
                <a:moveTo>
                  <a:pt x="48387" y="26670"/>
                </a:moveTo>
                <a:lnTo>
                  <a:pt x="7632" y="26670"/>
                </a:lnTo>
                <a:lnTo>
                  <a:pt x="7632" y="27940"/>
                </a:lnTo>
                <a:lnTo>
                  <a:pt x="48387" y="27940"/>
                </a:lnTo>
                <a:lnTo>
                  <a:pt x="48387" y="26670"/>
                </a:lnTo>
                <a:close/>
              </a:path>
              <a:path w="408940" h="38100">
                <a:moveTo>
                  <a:pt x="48387" y="22860"/>
                </a:moveTo>
                <a:lnTo>
                  <a:pt x="6350" y="22860"/>
                </a:lnTo>
                <a:lnTo>
                  <a:pt x="6350" y="25400"/>
                </a:lnTo>
                <a:lnTo>
                  <a:pt x="48387" y="25400"/>
                </a:lnTo>
                <a:lnTo>
                  <a:pt x="48387" y="22860"/>
                </a:lnTo>
                <a:close/>
              </a:path>
              <a:path w="408940" h="38100">
                <a:moveTo>
                  <a:pt x="132080" y="1270"/>
                </a:moveTo>
                <a:lnTo>
                  <a:pt x="0" y="1270"/>
                </a:lnTo>
                <a:lnTo>
                  <a:pt x="0" y="2540"/>
                </a:lnTo>
                <a:lnTo>
                  <a:pt x="132080" y="2540"/>
                </a:lnTo>
                <a:lnTo>
                  <a:pt x="132080" y="1270"/>
                </a:lnTo>
                <a:close/>
              </a:path>
              <a:path w="408940" h="38100">
                <a:moveTo>
                  <a:pt x="133350" y="3810"/>
                </a:moveTo>
                <a:lnTo>
                  <a:pt x="0" y="3810"/>
                </a:lnTo>
                <a:lnTo>
                  <a:pt x="0" y="6350"/>
                </a:lnTo>
                <a:lnTo>
                  <a:pt x="133350" y="6350"/>
                </a:lnTo>
                <a:lnTo>
                  <a:pt x="133350" y="3810"/>
                </a:lnTo>
                <a:close/>
              </a:path>
              <a:path w="408940" h="38100">
                <a:moveTo>
                  <a:pt x="134632" y="7632"/>
                </a:moveTo>
                <a:lnTo>
                  <a:pt x="1282" y="7632"/>
                </a:lnTo>
                <a:lnTo>
                  <a:pt x="1282" y="8902"/>
                </a:lnTo>
                <a:lnTo>
                  <a:pt x="1282" y="10172"/>
                </a:lnTo>
                <a:lnTo>
                  <a:pt x="2552" y="10172"/>
                </a:lnTo>
                <a:lnTo>
                  <a:pt x="2552" y="8902"/>
                </a:lnTo>
                <a:lnTo>
                  <a:pt x="134632" y="8902"/>
                </a:lnTo>
                <a:lnTo>
                  <a:pt x="134632" y="7632"/>
                </a:lnTo>
                <a:close/>
              </a:path>
              <a:path w="408940" h="38100">
                <a:moveTo>
                  <a:pt x="135902" y="10172"/>
                </a:moveTo>
                <a:lnTo>
                  <a:pt x="2552" y="10172"/>
                </a:lnTo>
                <a:lnTo>
                  <a:pt x="2552" y="12712"/>
                </a:lnTo>
                <a:lnTo>
                  <a:pt x="2552" y="13982"/>
                </a:lnTo>
                <a:lnTo>
                  <a:pt x="3810" y="13982"/>
                </a:lnTo>
                <a:lnTo>
                  <a:pt x="3810" y="12712"/>
                </a:lnTo>
                <a:lnTo>
                  <a:pt x="135902" y="12712"/>
                </a:lnTo>
                <a:lnTo>
                  <a:pt x="135902" y="10172"/>
                </a:lnTo>
                <a:close/>
              </a:path>
              <a:path w="408940" h="38100">
                <a:moveTo>
                  <a:pt x="137160" y="12712"/>
                </a:moveTo>
                <a:lnTo>
                  <a:pt x="135902" y="12712"/>
                </a:lnTo>
                <a:lnTo>
                  <a:pt x="135902" y="13982"/>
                </a:lnTo>
                <a:lnTo>
                  <a:pt x="3810" y="13982"/>
                </a:lnTo>
                <a:lnTo>
                  <a:pt x="3810" y="15252"/>
                </a:lnTo>
                <a:lnTo>
                  <a:pt x="137160" y="15252"/>
                </a:lnTo>
                <a:lnTo>
                  <a:pt x="137160" y="13982"/>
                </a:lnTo>
                <a:lnTo>
                  <a:pt x="137160" y="12712"/>
                </a:lnTo>
                <a:close/>
              </a:path>
              <a:path w="408940" h="38100">
                <a:moveTo>
                  <a:pt x="138430" y="15252"/>
                </a:moveTo>
                <a:lnTo>
                  <a:pt x="137160" y="15252"/>
                </a:lnTo>
                <a:lnTo>
                  <a:pt x="137160" y="16522"/>
                </a:lnTo>
                <a:lnTo>
                  <a:pt x="5080" y="16522"/>
                </a:lnTo>
                <a:lnTo>
                  <a:pt x="5080" y="19062"/>
                </a:lnTo>
                <a:lnTo>
                  <a:pt x="138430" y="19062"/>
                </a:lnTo>
                <a:lnTo>
                  <a:pt x="138430" y="16522"/>
                </a:lnTo>
                <a:lnTo>
                  <a:pt x="138430" y="15252"/>
                </a:lnTo>
                <a:close/>
              </a:path>
              <a:path w="408940" h="38100">
                <a:moveTo>
                  <a:pt x="140982" y="20320"/>
                </a:moveTo>
                <a:lnTo>
                  <a:pt x="6350" y="20320"/>
                </a:lnTo>
                <a:lnTo>
                  <a:pt x="6350" y="20701"/>
                </a:lnTo>
                <a:lnTo>
                  <a:pt x="6350" y="21590"/>
                </a:lnTo>
                <a:lnTo>
                  <a:pt x="140982" y="21590"/>
                </a:lnTo>
                <a:lnTo>
                  <a:pt x="140982" y="20701"/>
                </a:lnTo>
                <a:lnTo>
                  <a:pt x="140982" y="20320"/>
                </a:lnTo>
                <a:close/>
              </a:path>
              <a:path w="408940" h="38100">
                <a:moveTo>
                  <a:pt x="364477" y="20320"/>
                </a:moveTo>
                <a:lnTo>
                  <a:pt x="166382" y="20320"/>
                </a:lnTo>
                <a:lnTo>
                  <a:pt x="166382" y="19062"/>
                </a:lnTo>
                <a:lnTo>
                  <a:pt x="165100" y="19062"/>
                </a:lnTo>
                <a:lnTo>
                  <a:pt x="165100" y="20320"/>
                </a:lnTo>
                <a:lnTo>
                  <a:pt x="163830" y="20320"/>
                </a:lnTo>
                <a:lnTo>
                  <a:pt x="163830" y="20701"/>
                </a:lnTo>
                <a:lnTo>
                  <a:pt x="364477" y="20701"/>
                </a:lnTo>
                <a:lnTo>
                  <a:pt x="364477" y="20320"/>
                </a:lnTo>
                <a:close/>
              </a:path>
              <a:path w="408940" h="38100">
                <a:moveTo>
                  <a:pt x="372097" y="16522"/>
                </a:moveTo>
                <a:lnTo>
                  <a:pt x="168910" y="16522"/>
                </a:lnTo>
                <a:lnTo>
                  <a:pt x="168910" y="15252"/>
                </a:lnTo>
                <a:lnTo>
                  <a:pt x="167652" y="15252"/>
                </a:lnTo>
                <a:lnTo>
                  <a:pt x="167652" y="16522"/>
                </a:lnTo>
                <a:lnTo>
                  <a:pt x="167652" y="19062"/>
                </a:lnTo>
                <a:lnTo>
                  <a:pt x="367030" y="19062"/>
                </a:lnTo>
                <a:lnTo>
                  <a:pt x="367030" y="20332"/>
                </a:lnTo>
                <a:lnTo>
                  <a:pt x="369582" y="20332"/>
                </a:lnTo>
                <a:lnTo>
                  <a:pt x="369582" y="19062"/>
                </a:lnTo>
                <a:lnTo>
                  <a:pt x="372097" y="19062"/>
                </a:lnTo>
                <a:lnTo>
                  <a:pt x="372097" y="16522"/>
                </a:lnTo>
                <a:close/>
              </a:path>
              <a:path w="408940" h="38100">
                <a:moveTo>
                  <a:pt x="377177" y="13982"/>
                </a:moveTo>
                <a:lnTo>
                  <a:pt x="171450" y="13982"/>
                </a:lnTo>
                <a:lnTo>
                  <a:pt x="171450" y="12712"/>
                </a:lnTo>
                <a:lnTo>
                  <a:pt x="170180" y="12712"/>
                </a:lnTo>
                <a:lnTo>
                  <a:pt x="170180" y="13982"/>
                </a:lnTo>
                <a:lnTo>
                  <a:pt x="168910" y="13982"/>
                </a:lnTo>
                <a:lnTo>
                  <a:pt x="168910" y="15252"/>
                </a:lnTo>
                <a:lnTo>
                  <a:pt x="374650" y="15252"/>
                </a:lnTo>
                <a:lnTo>
                  <a:pt x="374650" y="16522"/>
                </a:lnTo>
                <a:lnTo>
                  <a:pt x="377177" y="16522"/>
                </a:lnTo>
                <a:lnTo>
                  <a:pt x="377177" y="15252"/>
                </a:lnTo>
                <a:lnTo>
                  <a:pt x="377177" y="13982"/>
                </a:lnTo>
                <a:close/>
              </a:path>
              <a:path w="408940" h="38100">
                <a:moveTo>
                  <a:pt x="384797" y="10172"/>
                </a:moveTo>
                <a:lnTo>
                  <a:pt x="174002" y="10172"/>
                </a:lnTo>
                <a:lnTo>
                  <a:pt x="174002" y="8902"/>
                </a:lnTo>
                <a:lnTo>
                  <a:pt x="172732" y="8902"/>
                </a:lnTo>
                <a:lnTo>
                  <a:pt x="172732" y="10172"/>
                </a:lnTo>
                <a:lnTo>
                  <a:pt x="171450" y="10172"/>
                </a:lnTo>
                <a:lnTo>
                  <a:pt x="171450" y="12712"/>
                </a:lnTo>
                <a:lnTo>
                  <a:pt x="379730" y="12712"/>
                </a:lnTo>
                <a:lnTo>
                  <a:pt x="379730" y="13982"/>
                </a:lnTo>
                <a:lnTo>
                  <a:pt x="382282" y="13982"/>
                </a:lnTo>
                <a:lnTo>
                  <a:pt x="382282" y="12712"/>
                </a:lnTo>
                <a:lnTo>
                  <a:pt x="384797" y="12712"/>
                </a:lnTo>
                <a:lnTo>
                  <a:pt x="384797" y="10172"/>
                </a:lnTo>
                <a:close/>
              </a:path>
              <a:path w="408940" h="38100">
                <a:moveTo>
                  <a:pt x="391147" y="7632"/>
                </a:moveTo>
                <a:lnTo>
                  <a:pt x="176530" y="7632"/>
                </a:lnTo>
                <a:lnTo>
                  <a:pt x="176530" y="6362"/>
                </a:lnTo>
                <a:lnTo>
                  <a:pt x="175260" y="6362"/>
                </a:lnTo>
                <a:lnTo>
                  <a:pt x="175260" y="7632"/>
                </a:lnTo>
                <a:lnTo>
                  <a:pt x="174002" y="7632"/>
                </a:lnTo>
                <a:lnTo>
                  <a:pt x="174002" y="8902"/>
                </a:lnTo>
                <a:lnTo>
                  <a:pt x="388632" y="8902"/>
                </a:lnTo>
                <a:lnTo>
                  <a:pt x="388632" y="10160"/>
                </a:lnTo>
                <a:lnTo>
                  <a:pt x="391147" y="10172"/>
                </a:lnTo>
                <a:lnTo>
                  <a:pt x="391147" y="8902"/>
                </a:lnTo>
                <a:lnTo>
                  <a:pt x="391147" y="7632"/>
                </a:lnTo>
                <a:close/>
              </a:path>
              <a:path w="408940" h="38100">
                <a:moveTo>
                  <a:pt x="398780" y="3822"/>
                </a:moveTo>
                <a:lnTo>
                  <a:pt x="179082" y="3822"/>
                </a:lnTo>
                <a:lnTo>
                  <a:pt x="179082" y="2552"/>
                </a:lnTo>
                <a:lnTo>
                  <a:pt x="177800" y="2552"/>
                </a:lnTo>
                <a:lnTo>
                  <a:pt x="177800" y="3822"/>
                </a:lnTo>
                <a:lnTo>
                  <a:pt x="176530" y="3822"/>
                </a:lnTo>
                <a:lnTo>
                  <a:pt x="176530" y="6362"/>
                </a:lnTo>
                <a:lnTo>
                  <a:pt x="393700" y="6362"/>
                </a:lnTo>
                <a:lnTo>
                  <a:pt x="393700" y="7632"/>
                </a:lnTo>
                <a:lnTo>
                  <a:pt x="396227" y="7632"/>
                </a:lnTo>
                <a:lnTo>
                  <a:pt x="396227" y="6362"/>
                </a:lnTo>
                <a:lnTo>
                  <a:pt x="398780" y="6362"/>
                </a:lnTo>
                <a:lnTo>
                  <a:pt x="398780" y="3822"/>
                </a:lnTo>
                <a:close/>
              </a:path>
              <a:path w="408940" h="38100">
                <a:moveTo>
                  <a:pt x="403847" y="1282"/>
                </a:moveTo>
                <a:lnTo>
                  <a:pt x="289547" y="1282"/>
                </a:lnTo>
                <a:lnTo>
                  <a:pt x="289547" y="12"/>
                </a:lnTo>
                <a:lnTo>
                  <a:pt x="287020" y="12"/>
                </a:lnTo>
                <a:lnTo>
                  <a:pt x="287020" y="1282"/>
                </a:lnTo>
                <a:lnTo>
                  <a:pt x="285750" y="1282"/>
                </a:lnTo>
                <a:lnTo>
                  <a:pt x="285750" y="12"/>
                </a:lnTo>
                <a:lnTo>
                  <a:pt x="284480" y="12"/>
                </a:lnTo>
                <a:lnTo>
                  <a:pt x="284480" y="1282"/>
                </a:lnTo>
                <a:lnTo>
                  <a:pt x="179082" y="1282"/>
                </a:lnTo>
                <a:lnTo>
                  <a:pt x="179082" y="2552"/>
                </a:lnTo>
                <a:lnTo>
                  <a:pt x="401332" y="2552"/>
                </a:lnTo>
                <a:lnTo>
                  <a:pt x="401332" y="3822"/>
                </a:lnTo>
                <a:lnTo>
                  <a:pt x="403847" y="3822"/>
                </a:lnTo>
                <a:lnTo>
                  <a:pt x="403847" y="2552"/>
                </a:lnTo>
                <a:lnTo>
                  <a:pt x="403847" y="1282"/>
                </a:lnTo>
                <a:close/>
              </a:path>
              <a:path w="408940" h="38100">
                <a:moveTo>
                  <a:pt x="408927" y="0"/>
                </a:moveTo>
                <a:lnTo>
                  <a:pt x="406400" y="0"/>
                </a:lnTo>
                <a:lnTo>
                  <a:pt x="406400" y="1270"/>
                </a:lnTo>
                <a:lnTo>
                  <a:pt x="408927" y="1270"/>
                </a:lnTo>
                <a:lnTo>
                  <a:pt x="408927" y="0"/>
                </a:lnTo>
                <a:close/>
              </a:path>
            </a:pathLst>
          </a:custGeom>
          <a:solidFill>
            <a:srgbClr val="A0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6812260" y="1887346"/>
            <a:ext cx="7620" cy="1270"/>
          </a:xfrm>
          <a:custGeom>
            <a:avLst/>
            <a:gdLst/>
            <a:ahLst/>
            <a:cxnLst/>
            <a:rect l="l" t="t" r="r" b="b"/>
            <a:pathLst>
              <a:path w="7620" h="1269">
                <a:moveTo>
                  <a:pt x="0" y="1143"/>
                </a:moveTo>
                <a:lnTo>
                  <a:pt x="7624" y="1143"/>
                </a:lnTo>
                <a:lnTo>
                  <a:pt x="7624" y="0"/>
                </a:lnTo>
                <a:lnTo>
                  <a:pt x="0" y="0"/>
                </a:lnTo>
                <a:lnTo>
                  <a:pt x="0" y="1143"/>
                </a:lnTo>
                <a:close/>
              </a:path>
            </a:pathLst>
          </a:custGeom>
          <a:solidFill>
            <a:srgbClr val="9E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6826225" y="1887346"/>
            <a:ext cx="391160" cy="30480"/>
          </a:xfrm>
          <a:custGeom>
            <a:avLst/>
            <a:gdLst/>
            <a:ahLst/>
            <a:cxnLst/>
            <a:rect l="l" t="t" r="r" b="b"/>
            <a:pathLst>
              <a:path w="391159" h="30480">
                <a:moveTo>
                  <a:pt x="251460" y="0"/>
                </a:moveTo>
                <a:lnTo>
                  <a:pt x="247650" y="0"/>
                </a:lnTo>
                <a:lnTo>
                  <a:pt x="247650" y="1143"/>
                </a:lnTo>
                <a:lnTo>
                  <a:pt x="251460" y="1143"/>
                </a:lnTo>
                <a:lnTo>
                  <a:pt x="251460" y="0"/>
                </a:lnTo>
                <a:close/>
              </a:path>
              <a:path w="391159" h="30480">
                <a:moveTo>
                  <a:pt x="256552" y="1155"/>
                </a:moveTo>
                <a:lnTo>
                  <a:pt x="0" y="1155"/>
                </a:lnTo>
                <a:lnTo>
                  <a:pt x="0" y="2425"/>
                </a:lnTo>
                <a:lnTo>
                  <a:pt x="0" y="3695"/>
                </a:lnTo>
                <a:lnTo>
                  <a:pt x="8902" y="3695"/>
                </a:lnTo>
                <a:lnTo>
                  <a:pt x="8902" y="2425"/>
                </a:lnTo>
                <a:lnTo>
                  <a:pt x="256552" y="2425"/>
                </a:lnTo>
                <a:lnTo>
                  <a:pt x="256552" y="1155"/>
                </a:lnTo>
                <a:close/>
              </a:path>
              <a:path w="391159" h="30480">
                <a:moveTo>
                  <a:pt x="265430" y="3695"/>
                </a:moveTo>
                <a:lnTo>
                  <a:pt x="260350" y="3695"/>
                </a:lnTo>
                <a:lnTo>
                  <a:pt x="260350" y="2425"/>
                </a:lnTo>
                <a:lnTo>
                  <a:pt x="256552" y="2425"/>
                </a:lnTo>
                <a:lnTo>
                  <a:pt x="256552" y="3695"/>
                </a:lnTo>
                <a:lnTo>
                  <a:pt x="11430" y="3695"/>
                </a:lnTo>
                <a:lnTo>
                  <a:pt x="11430" y="6235"/>
                </a:lnTo>
                <a:lnTo>
                  <a:pt x="15252" y="6235"/>
                </a:lnTo>
                <a:lnTo>
                  <a:pt x="15252" y="7505"/>
                </a:lnTo>
                <a:lnTo>
                  <a:pt x="19050" y="7505"/>
                </a:lnTo>
                <a:lnTo>
                  <a:pt x="19050" y="6235"/>
                </a:lnTo>
                <a:lnTo>
                  <a:pt x="265430" y="6235"/>
                </a:lnTo>
                <a:lnTo>
                  <a:pt x="265430" y="3695"/>
                </a:lnTo>
                <a:close/>
              </a:path>
              <a:path w="391159" h="30480">
                <a:moveTo>
                  <a:pt x="278130" y="7505"/>
                </a:moveTo>
                <a:lnTo>
                  <a:pt x="274332" y="7505"/>
                </a:lnTo>
                <a:lnTo>
                  <a:pt x="274332" y="6235"/>
                </a:lnTo>
                <a:lnTo>
                  <a:pt x="269252" y="6235"/>
                </a:lnTo>
                <a:lnTo>
                  <a:pt x="269252" y="7505"/>
                </a:lnTo>
                <a:lnTo>
                  <a:pt x="22860" y="7505"/>
                </a:lnTo>
                <a:lnTo>
                  <a:pt x="22860" y="8775"/>
                </a:lnTo>
                <a:lnTo>
                  <a:pt x="22860" y="10045"/>
                </a:lnTo>
                <a:lnTo>
                  <a:pt x="26682" y="10045"/>
                </a:lnTo>
                <a:lnTo>
                  <a:pt x="26682" y="8775"/>
                </a:lnTo>
                <a:lnTo>
                  <a:pt x="278130" y="8775"/>
                </a:lnTo>
                <a:lnTo>
                  <a:pt x="278130" y="7505"/>
                </a:lnTo>
                <a:close/>
              </a:path>
              <a:path w="391159" h="30480">
                <a:moveTo>
                  <a:pt x="287032" y="10045"/>
                </a:moveTo>
                <a:lnTo>
                  <a:pt x="283210" y="10045"/>
                </a:lnTo>
                <a:lnTo>
                  <a:pt x="283210" y="8775"/>
                </a:lnTo>
                <a:lnTo>
                  <a:pt x="278130" y="8775"/>
                </a:lnTo>
                <a:lnTo>
                  <a:pt x="278130" y="10045"/>
                </a:lnTo>
                <a:lnTo>
                  <a:pt x="31750" y="10045"/>
                </a:lnTo>
                <a:lnTo>
                  <a:pt x="31750" y="12585"/>
                </a:lnTo>
                <a:lnTo>
                  <a:pt x="35560" y="12585"/>
                </a:lnTo>
                <a:lnTo>
                  <a:pt x="35560" y="13855"/>
                </a:lnTo>
                <a:lnTo>
                  <a:pt x="39382" y="13855"/>
                </a:lnTo>
                <a:lnTo>
                  <a:pt x="39382" y="12585"/>
                </a:lnTo>
                <a:lnTo>
                  <a:pt x="287032" y="12585"/>
                </a:lnTo>
                <a:lnTo>
                  <a:pt x="287032" y="10045"/>
                </a:lnTo>
                <a:close/>
              </a:path>
              <a:path w="391159" h="30480">
                <a:moveTo>
                  <a:pt x="304800" y="13855"/>
                </a:moveTo>
                <a:lnTo>
                  <a:pt x="294652" y="13855"/>
                </a:lnTo>
                <a:lnTo>
                  <a:pt x="294652" y="12585"/>
                </a:lnTo>
                <a:lnTo>
                  <a:pt x="292100" y="12585"/>
                </a:lnTo>
                <a:lnTo>
                  <a:pt x="292100" y="13855"/>
                </a:lnTo>
                <a:lnTo>
                  <a:pt x="43180" y="13855"/>
                </a:lnTo>
                <a:lnTo>
                  <a:pt x="43180" y="15125"/>
                </a:lnTo>
                <a:lnTo>
                  <a:pt x="43180" y="16395"/>
                </a:lnTo>
                <a:lnTo>
                  <a:pt x="47002" y="16395"/>
                </a:lnTo>
                <a:lnTo>
                  <a:pt x="47002" y="15125"/>
                </a:lnTo>
                <a:lnTo>
                  <a:pt x="304800" y="15125"/>
                </a:lnTo>
                <a:lnTo>
                  <a:pt x="304800" y="13855"/>
                </a:lnTo>
                <a:close/>
              </a:path>
              <a:path w="391159" h="30480">
                <a:moveTo>
                  <a:pt x="318782" y="16395"/>
                </a:moveTo>
                <a:lnTo>
                  <a:pt x="312432" y="16395"/>
                </a:lnTo>
                <a:lnTo>
                  <a:pt x="312432" y="15125"/>
                </a:lnTo>
                <a:lnTo>
                  <a:pt x="304800" y="15125"/>
                </a:lnTo>
                <a:lnTo>
                  <a:pt x="304800" y="16395"/>
                </a:lnTo>
                <a:lnTo>
                  <a:pt x="50800" y="16395"/>
                </a:lnTo>
                <a:lnTo>
                  <a:pt x="50800" y="18935"/>
                </a:lnTo>
                <a:lnTo>
                  <a:pt x="54610" y="18935"/>
                </a:lnTo>
                <a:lnTo>
                  <a:pt x="54610" y="20205"/>
                </a:lnTo>
                <a:lnTo>
                  <a:pt x="58432" y="20205"/>
                </a:lnTo>
                <a:lnTo>
                  <a:pt x="58432" y="18935"/>
                </a:lnTo>
                <a:lnTo>
                  <a:pt x="318782" y="18935"/>
                </a:lnTo>
                <a:lnTo>
                  <a:pt x="318782" y="16395"/>
                </a:lnTo>
                <a:close/>
              </a:path>
              <a:path w="391159" h="30480">
                <a:moveTo>
                  <a:pt x="340360" y="20205"/>
                </a:moveTo>
                <a:lnTo>
                  <a:pt x="334010" y="20205"/>
                </a:lnTo>
                <a:lnTo>
                  <a:pt x="334010" y="18935"/>
                </a:lnTo>
                <a:lnTo>
                  <a:pt x="326377" y="18935"/>
                </a:lnTo>
                <a:lnTo>
                  <a:pt x="326377" y="20205"/>
                </a:lnTo>
                <a:lnTo>
                  <a:pt x="62230" y="20205"/>
                </a:lnTo>
                <a:lnTo>
                  <a:pt x="62230" y="21475"/>
                </a:lnTo>
                <a:lnTo>
                  <a:pt x="62230" y="22745"/>
                </a:lnTo>
                <a:lnTo>
                  <a:pt x="66052" y="22745"/>
                </a:lnTo>
                <a:lnTo>
                  <a:pt x="66052" y="21475"/>
                </a:lnTo>
                <a:lnTo>
                  <a:pt x="340360" y="21475"/>
                </a:lnTo>
                <a:lnTo>
                  <a:pt x="340360" y="20205"/>
                </a:lnTo>
                <a:close/>
              </a:path>
              <a:path w="391159" h="30480">
                <a:moveTo>
                  <a:pt x="355600" y="22745"/>
                </a:moveTo>
                <a:lnTo>
                  <a:pt x="347980" y="22745"/>
                </a:lnTo>
                <a:lnTo>
                  <a:pt x="347980" y="21475"/>
                </a:lnTo>
                <a:lnTo>
                  <a:pt x="340360" y="21475"/>
                </a:lnTo>
                <a:lnTo>
                  <a:pt x="340360" y="22745"/>
                </a:lnTo>
                <a:lnTo>
                  <a:pt x="71132" y="22745"/>
                </a:lnTo>
                <a:lnTo>
                  <a:pt x="71132" y="25285"/>
                </a:lnTo>
                <a:lnTo>
                  <a:pt x="74930" y="25285"/>
                </a:lnTo>
                <a:lnTo>
                  <a:pt x="74930" y="26555"/>
                </a:lnTo>
                <a:lnTo>
                  <a:pt x="78752" y="26555"/>
                </a:lnTo>
                <a:lnTo>
                  <a:pt x="78752" y="25285"/>
                </a:lnTo>
                <a:lnTo>
                  <a:pt x="355600" y="25285"/>
                </a:lnTo>
                <a:lnTo>
                  <a:pt x="355600" y="22745"/>
                </a:lnTo>
                <a:close/>
              </a:path>
              <a:path w="391159" h="30480">
                <a:moveTo>
                  <a:pt x="377202" y="26555"/>
                </a:moveTo>
                <a:lnTo>
                  <a:pt x="369582" y="26555"/>
                </a:lnTo>
                <a:lnTo>
                  <a:pt x="369582" y="25285"/>
                </a:lnTo>
                <a:lnTo>
                  <a:pt x="361950" y="25285"/>
                </a:lnTo>
                <a:lnTo>
                  <a:pt x="361950" y="26555"/>
                </a:lnTo>
                <a:lnTo>
                  <a:pt x="82550" y="26555"/>
                </a:lnTo>
                <a:lnTo>
                  <a:pt x="82550" y="27825"/>
                </a:lnTo>
                <a:lnTo>
                  <a:pt x="82550" y="29095"/>
                </a:lnTo>
                <a:lnTo>
                  <a:pt x="86360" y="29095"/>
                </a:lnTo>
                <a:lnTo>
                  <a:pt x="86360" y="27825"/>
                </a:lnTo>
                <a:lnTo>
                  <a:pt x="377202" y="27825"/>
                </a:lnTo>
                <a:lnTo>
                  <a:pt x="377202" y="26555"/>
                </a:lnTo>
                <a:close/>
              </a:path>
              <a:path w="391159" h="30480">
                <a:moveTo>
                  <a:pt x="391160" y="29095"/>
                </a:moveTo>
                <a:lnTo>
                  <a:pt x="383527" y="29095"/>
                </a:lnTo>
                <a:lnTo>
                  <a:pt x="383527" y="27825"/>
                </a:lnTo>
                <a:lnTo>
                  <a:pt x="377202" y="27825"/>
                </a:lnTo>
                <a:lnTo>
                  <a:pt x="377202" y="29095"/>
                </a:lnTo>
                <a:lnTo>
                  <a:pt x="90182" y="29095"/>
                </a:lnTo>
                <a:lnTo>
                  <a:pt x="90182" y="30365"/>
                </a:lnTo>
                <a:lnTo>
                  <a:pt x="391160" y="30365"/>
                </a:lnTo>
                <a:lnTo>
                  <a:pt x="391160" y="29095"/>
                </a:lnTo>
                <a:close/>
              </a:path>
            </a:pathLst>
          </a:custGeom>
          <a:solidFill>
            <a:srgbClr val="9E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7461225" y="1873249"/>
            <a:ext cx="279400" cy="44450"/>
          </a:xfrm>
          <a:custGeom>
            <a:avLst/>
            <a:gdLst/>
            <a:ahLst/>
            <a:cxnLst/>
            <a:rect l="l" t="t" r="r" b="b"/>
            <a:pathLst>
              <a:path w="279400" h="44450">
                <a:moveTo>
                  <a:pt x="35687" y="11430"/>
                </a:moveTo>
                <a:lnTo>
                  <a:pt x="5080" y="11430"/>
                </a:lnTo>
                <a:lnTo>
                  <a:pt x="5080" y="13970"/>
                </a:lnTo>
                <a:lnTo>
                  <a:pt x="35687" y="13970"/>
                </a:lnTo>
                <a:lnTo>
                  <a:pt x="35687" y="11430"/>
                </a:lnTo>
                <a:close/>
              </a:path>
              <a:path w="279400" h="44450">
                <a:moveTo>
                  <a:pt x="35687" y="8890"/>
                </a:moveTo>
                <a:lnTo>
                  <a:pt x="3810" y="8890"/>
                </a:lnTo>
                <a:lnTo>
                  <a:pt x="3810" y="7632"/>
                </a:lnTo>
                <a:lnTo>
                  <a:pt x="2552" y="7632"/>
                </a:lnTo>
                <a:lnTo>
                  <a:pt x="2552" y="8902"/>
                </a:lnTo>
                <a:lnTo>
                  <a:pt x="3810" y="8902"/>
                </a:lnTo>
                <a:lnTo>
                  <a:pt x="3810" y="10160"/>
                </a:lnTo>
                <a:lnTo>
                  <a:pt x="35687" y="10160"/>
                </a:lnTo>
                <a:lnTo>
                  <a:pt x="35687" y="8890"/>
                </a:lnTo>
                <a:close/>
              </a:path>
              <a:path w="279400" h="44450">
                <a:moveTo>
                  <a:pt x="35687" y="5080"/>
                </a:moveTo>
                <a:lnTo>
                  <a:pt x="2552" y="5080"/>
                </a:lnTo>
                <a:lnTo>
                  <a:pt x="2552" y="3822"/>
                </a:lnTo>
                <a:lnTo>
                  <a:pt x="1282" y="3822"/>
                </a:lnTo>
                <a:lnTo>
                  <a:pt x="1282" y="5092"/>
                </a:lnTo>
                <a:lnTo>
                  <a:pt x="2552" y="5092"/>
                </a:lnTo>
                <a:lnTo>
                  <a:pt x="2552" y="7620"/>
                </a:lnTo>
                <a:lnTo>
                  <a:pt x="35687" y="7620"/>
                </a:lnTo>
                <a:lnTo>
                  <a:pt x="35687" y="5080"/>
                </a:lnTo>
                <a:close/>
              </a:path>
              <a:path w="279400" h="44450">
                <a:moveTo>
                  <a:pt x="35687" y="2552"/>
                </a:moveTo>
                <a:lnTo>
                  <a:pt x="1282" y="2552"/>
                </a:lnTo>
                <a:lnTo>
                  <a:pt x="1282" y="3810"/>
                </a:lnTo>
                <a:lnTo>
                  <a:pt x="35687" y="3810"/>
                </a:lnTo>
                <a:lnTo>
                  <a:pt x="35687" y="2552"/>
                </a:lnTo>
                <a:close/>
              </a:path>
              <a:path w="279400" h="44450">
                <a:moveTo>
                  <a:pt x="35687" y="0"/>
                </a:moveTo>
                <a:lnTo>
                  <a:pt x="0" y="0"/>
                </a:lnTo>
                <a:lnTo>
                  <a:pt x="0" y="1270"/>
                </a:lnTo>
                <a:lnTo>
                  <a:pt x="35687" y="1270"/>
                </a:lnTo>
                <a:lnTo>
                  <a:pt x="35687" y="0"/>
                </a:lnTo>
                <a:close/>
              </a:path>
              <a:path w="279400" h="44450">
                <a:moveTo>
                  <a:pt x="222250" y="40652"/>
                </a:moveTo>
                <a:lnTo>
                  <a:pt x="13982" y="40652"/>
                </a:lnTo>
                <a:lnTo>
                  <a:pt x="13982" y="41922"/>
                </a:lnTo>
                <a:lnTo>
                  <a:pt x="13982" y="43192"/>
                </a:lnTo>
                <a:lnTo>
                  <a:pt x="15252" y="43192"/>
                </a:lnTo>
                <a:lnTo>
                  <a:pt x="15252" y="44450"/>
                </a:lnTo>
                <a:lnTo>
                  <a:pt x="217182" y="44450"/>
                </a:lnTo>
                <a:lnTo>
                  <a:pt x="217182" y="43180"/>
                </a:lnTo>
                <a:lnTo>
                  <a:pt x="15252" y="43180"/>
                </a:lnTo>
                <a:lnTo>
                  <a:pt x="15252" y="41922"/>
                </a:lnTo>
                <a:lnTo>
                  <a:pt x="219710" y="41922"/>
                </a:lnTo>
                <a:lnTo>
                  <a:pt x="219710" y="43192"/>
                </a:lnTo>
                <a:lnTo>
                  <a:pt x="222250" y="43192"/>
                </a:lnTo>
                <a:lnTo>
                  <a:pt x="222250" y="41922"/>
                </a:lnTo>
                <a:lnTo>
                  <a:pt x="222250" y="40652"/>
                </a:lnTo>
                <a:close/>
              </a:path>
              <a:path w="279400" h="44450">
                <a:moveTo>
                  <a:pt x="231152" y="36842"/>
                </a:moveTo>
                <a:lnTo>
                  <a:pt x="12700" y="36842"/>
                </a:lnTo>
                <a:lnTo>
                  <a:pt x="12700" y="39382"/>
                </a:lnTo>
                <a:lnTo>
                  <a:pt x="224802" y="39382"/>
                </a:lnTo>
                <a:lnTo>
                  <a:pt x="224802" y="40652"/>
                </a:lnTo>
                <a:lnTo>
                  <a:pt x="227330" y="40652"/>
                </a:lnTo>
                <a:lnTo>
                  <a:pt x="227330" y="39382"/>
                </a:lnTo>
                <a:lnTo>
                  <a:pt x="231152" y="39382"/>
                </a:lnTo>
                <a:lnTo>
                  <a:pt x="231152" y="36842"/>
                </a:lnTo>
                <a:close/>
              </a:path>
              <a:path w="279400" h="44450">
                <a:moveTo>
                  <a:pt x="236232" y="34302"/>
                </a:moveTo>
                <a:lnTo>
                  <a:pt x="12700" y="34302"/>
                </a:lnTo>
                <a:lnTo>
                  <a:pt x="12700" y="35572"/>
                </a:lnTo>
                <a:lnTo>
                  <a:pt x="233680" y="35572"/>
                </a:lnTo>
                <a:lnTo>
                  <a:pt x="233680" y="36842"/>
                </a:lnTo>
                <a:lnTo>
                  <a:pt x="236232" y="36842"/>
                </a:lnTo>
                <a:lnTo>
                  <a:pt x="236232" y="35572"/>
                </a:lnTo>
                <a:lnTo>
                  <a:pt x="236232" y="34302"/>
                </a:lnTo>
                <a:close/>
              </a:path>
              <a:path w="279400" h="44450">
                <a:moveTo>
                  <a:pt x="243827" y="30492"/>
                </a:moveTo>
                <a:lnTo>
                  <a:pt x="11430" y="30492"/>
                </a:lnTo>
                <a:lnTo>
                  <a:pt x="11430" y="33032"/>
                </a:lnTo>
                <a:lnTo>
                  <a:pt x="238760" y="33032"/>
                </a:lnTo>
                <a:lnTo>
                  <a:pt x="238760" y="34302"/>
                </a:lnTo>
                <a:lnTo>
                  <a:pt x="241300" y="34302"/>
                </a:lnTo>
                <a:lnTo>
                  <a:pt x="241300" y="33032"/>
                </a:lnTo>
                <a:lnTo>
                  <a:pt x="243827" y="33032"/>
                </a:lnTo>
                <a:lnTo>
                  <a:pt x="243827" y="30492"/>
                </a:lnTo>
                <a:close/>
              </a:path>
              <a:path w="279400" h="44450">
                <a:moveTo>
                  <a:pt x="248907" y="27952"/>
                </a:moveTo>
                <a:lnTo>
                  <a:pt x="10160" y="27952"/>
                </a:lnTo>
                <a:lnTo>
                  <a:pt x="10160" y="29222"/>
                </a:lnTo>
                <a:lnTo>
                  <a:pt x="246380" y="29222"/>
                </a:lnTo>
                <a:lnTo>
                  <a:pt x="246380" y="30492"/>
                </a:lnTo>
                <a:lnTo>
                  <a:pt x="248907" y="30492"/>
                </a:lnTo>
                <a:lnTo>
                  <a:pt x="248907" y="29222"/>
                </a:lnTo>
                <a:lnTo>
                  <a:pt x="248907" y="27952"/>
                </a:lnTo>
                <a:close/>
              </a:path>
              <a:path w="279400" h="44450">
                <a:moveTo>
                  <a:pt x="256552" y="24142"/>
                </a:moveTo>
                <a:lnTo>
                  <a:pt x="8902" y="24142"/>
                </a:lnTo>
                <a:lnTo>
                  <a:pt x="8902" y="26682"/>
                </a:lnTo>
                <a:lnTo>
                  <a:pt x="8902" y="27952"/>
                </a:lnTo>
                <a:lnTo>
                  <a:pt x="10160" y="27952"/>
                </a:lnTo>
                <a:lnTo>
                  <a:pt x="10160" y="26682"/>
                </a:lnTo>
                <a:lnTo>
                  <a:pt x="251460" y="26682"/>
                </a:lnTo>
                <a:lnTo>
                  <a:pt x="251460" y="27952"/>
                </a:lnTo>
                <a:lnTo>
                  <a:pt x="254000" y="27952"/>
                </a:lnTo>
                <a:lnTo>
                  <a:pt x="254000" y="26682"/>
                </a:lnTo>
                <a:lnTo>
                  <a:pt x="256552" y="26682"/>
                </a:lnTo>
                <a:lnTo>
                  <a:pt x="256552" y="24142"/>
                </a:lnTo>
                <a:close/>
              </a:path>
              <a:path w="279400" h="44450">
                <a:moveTo>
                  <a:pt x="261632" y="21602"/>
                </a:moveTo>
                <a:lnTo>
                  <a:pt x="7632" y="21602"/>
                </a:lnTo>
                <a:lnTo>
                  <a:pt x="7632" y="22872"/>
                </a:lnTo>
                <a:lnTo>
                  <a:pt x="7632" y="24142"/>
                </a:lnTo>
                <a:lnTo>
                  <a:pt x="8902" y="24142"/>
                </a:lnTo>
                <a:lnTo>
                  <a:pt x="8902" y="22872"/>
                </a:lnTo>
                <a:lnTo>
                  <a:pt x="259080" y="22872"/>
                </a:lnTo>
                <a:lnTo>
                  <a:pt x="259080" y="24142"/>
                </a:lnTo>
                <a:lnTo>
                  <a:pt x="261632" y="24142"/>
                </a:lnTo>
                <a:lnTo>
                  <a:pt x="261632" y="22872"/>
                </a:lnTo>
                <a:lnTo>
                  <a:pt x="261632" y="21602"/>
                </a:lnTo>
                <a:close/>
              </a:path>
              <a:path w="279400" h="44450">
                <a:moveTo>
                  <a:pt x="269252" y="17792"/>
                </a:moveTo>
                <a:lnTo>
                  <a:pt x="6350" y="17792"/>
                </a:lnTo>
                <a:lnTo>
                  <a:pt x="6350" y="20332"/>
                </a:lnTo>
                <a:lnTo>
                  <a:pt x="264160" y="20332"/>
                </a:lnTo>
                <a:lnTo>
                  <a:pt x="264160" y="21602"/>
                </a:lnTo>
                <a:lnTo>
                  <a:pt x="266700" y="21602"/>
                </a:lnTo>
                <a:lnTo>
                  <a:pt x="266700" y="20332"/>
                </a:lnTo>
                <a:lnTo>
                  <a:pt x="269252" y="20332"/>
                </a:lnTo>
                <a:lnTo>
                  <a:pt x="269252" y="17792"/>
                </a:lnTo>
                <a:close/>
              </a:path>
              <a:path w="279400" h="44450">
                <a:moveTo>
                  <a:pt x="274332" y="15252"/>
                </a:moveTo>
                <a:lnTo>
                  <a:pt x="6350" y="15252"/>
                </a:lnTo>
                <a:lnTo>
                  <a:pt x="6350" y="16522"/>
                </a:lnTo>
                <a:lnTo>
                  <a:pt x="271780" y="16522"/>
                </a:lnTo>
                <a:lnTo>
                  <a:pt x="271780" y="17792"/>
                </a:lnTo>
                <a:lnTo>
                  <a:pt x="274332" y="17792"/>
                </a:lnTo>
                <a:lnTo>
                  <a:pt x="274332" y="16522"/>
                </a:lnTo>
                <a:lnTo>
                  <a:pt x="274332" y="15252"/>
                </a:lnTo>
                <a:close/>
              </a:path>
              <a:path w="279400" h="44450">
                <a:moveTo>
                  <a:pt x="279400" y="14097"/>
                </a:moveTo>
                <a:lnTo>
                  <a:pt x="276847" y="14097"/>
                </a:lnTo>
                <a:lnTo>
                  <a:pt x="276847" y="15240"/>
                </a:lnTo>
                <a:lnTo>
                  <a:pt x="279400" y="15240"/>
                </a:lnTo>
                <a:lnTo>
                  <a:pt x="279400" y="14097"/>
                </a:lnTo>
                <a:close/>
              </a:path>
            </a:pathLst>
          </a:custGeom>
          <a:solidFill>
            <a:srgbClr val="9E3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6" name="object 526"/>
          <p:cNvGrpSpPr/>
          <p:nvPr/>
        </p:nvGrpSpPr>
        <p:grpSpPr>
          <a:xfrm>
            <a:off x="6916411" y="1917700"/>
            <a:ext cx="762000" cy="154940"/>
            <a:chOff x="6916411" y="1917700"/>
            <a:chExt cx="762000" cy="154940"/>
          </a:xfrm>
        </p:grpSpPr>
        <p:sp>
          <p:nvSpPr>
            <p:cNvPr id="527" name="object 527"/>
            <p:cNvSpPr/>
            <p:nvPr/>
          </p:nvSpPr>
          <p:spPr>
            <a:xfrm>
              <a:off x="6916407" y="1917712"/>
              <a:ext cx="754380" cy="43180"/>
            </a:xfrm>
            <a:custGeom>
              <a:avLst/>
              <a:gdLst/>
              <a:ahLst/>
              <a:cxnLst/>
              <a:rect l="l" t="t" r="r" b="b"/>
              <a:pathLst>
                <a:path w="754379" h="43180">
                  <a:moveTo>
                    <a:pt x="30097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3797" y="1270"/>
                  </a:lnTo>
                  <a:lnTo>
                    <a:pt x="3797" y="2540"/>
                  </a:lnTo>
                  <a:lnTo>
                    <a:pt x="7620" y="2540"/>
                  </a:lnTo>
                  <a:lnTo>
                    <a:pt x="7620" y="1270"/>
                  </a:lnTo>
                  <a:lnTo>
                    <a:pt x="300977" y="1270"/>
                  </a:lnTo>
                  <a:lnTo>
                    <a:pt x="300977" y="0"/>
                  </a:lnTo>
                  <a:close/>
                </a:path>
                <a:path w="754379" h="43180">
                  <a:moveTo>
                    <a:pt x="322567" y="2540"/>
                  </a:moveTo>
                  <a:lnTo>
                    <a:pt x="314947" y="2540"/>
                  </a:lnTo>
                  <a:lnTo>
                    <a:pt x="314947" y="1270"/>
                  </a:lnTo>
                  <a:lnTo>
                    <a:pt x="307327" y="1270"/>
                  </a:lnTo>
                  <a:lnTo>
                    <a:pt x="307327" y="2540"/>
                  </a:lnTo>
                  <a:lnTo>
                    <a:pt x="11417" y="2540"/>
                  </a:lnTo>
                  <a:lnTo>
                    <a:pt x="11417" y="3810"/>
                  </a:lnTo>
                  <a:lnTo>
                    <a:pt x="11417" y="5080"/>
                  </a:lnTo>
                  <a:lnTo>
                    <a:pt x="15227" y="5080"/>
                  </a:lnTo>
                  <a:lnTo>
                    <a:pt x="15227" y="3810"/>
                  </a:lnTo>
                  <a:lnTo>
                    <a:pt x="322567" y="3810"/>
                  </a:lnTo>
                  <a:lnTo>
                    <a:pt x="322567" y="2540"/>
                  </a:lnTo>
                  <a:close/>
                </a:path>
                <a:path w="754379" h="43180">
                  <a:moveTo>
                    <a:pt x="336550" y="5080"/>
                  </a:moveTo>
                  <a:lnTo>
                    <a:pt x="328917" y="5080"/>
                  </a:lnTo>
                  <a:lnTo>
                    <a:pt x="328917" y="3810"/>
                  </a:lnTo>
                  <a:lnTo>
                    <a:pt x="322567" y="3810"/>
                  </a:lnTo>
                  <a:lnTo>
                    <a:pt x="322567" y="5080"/>
                  </a:lnTo>
                  <a:lnTo>
                    <a:pt x="19050" y="5080"/>
                  </a:lnTo>
                  <a:lnTo>
                    <a:pt x="19050" y="7620"/>
                  </a:lnTo>
                  <a:lnTo>
                    <a:pt x="24117" y="7620"/>
                  </a:lnTo>
                  <a:lnTo>
                    <a:pt x="24117" y="8890"/>
                  </a:lnTo>
                  <a:lnTo>
                    <a:pt x="27927" y="8890"/>
                  </a:lnTo>
                  <a:lnTo>
                    <a:pt x="27927" y="7620"/>
                  </a:lnTo>
                  <a:lnTo>
                    <a:pt x="336550" y="7620"/>
                  </a:lnTo>
                  <a:lnTo>
                    <a:pt x="336550" y="5080"/>
                  </a:lnTo>
                  <a:close/>
                </a:path>
                <a:path w="754379" h="43180">
                  <a:moveTo>
                    <a:pt x="358127" y="8890"/>
                  </a:moveTo>
                  <a:lnTo>
                    <a:pt x="350494" y="8890"/>
                  </a:lnTo>
                  <a:lnTo>
                    <a:pt x="350494" y="7620"/>
                  </a:lnTo>
                  <a:lnTo>
                    <a:pt x="344170" y="7620"/>
                  </a:lnTo>
                  <a:lnTo>
                    <a:pt x="344170" y="8890"/>
                  </a:lnTo>
                  <a:lnTo>
                    <a:pt x="31750" y="8890"/>
                  </a:lnTo>
                  <a:lnTo>
                    <a:pt x="31750" y="10160"/>
                  </a:lnTo>
                  <a:lnTo>
                    <a:pt x="31750" y="11430"/>
                  </a:lnTo>
                  <a:lnTo>
                    <a:pt x="35547" y="11430"/>
                  </a:lnTo>
                  <a:lnTo>
                    <a:pt x="35547" y="10160"/>
                  </a:lnTo>
                  <a:lnTo>
                    <a:pt x="358127" y="10160"/>
                  </a:lnTo>
                  <a:lnTo>
                    <a:pt x="358127" y="8890"/>
                  </a:lnTo>
                  <a:close/>
                </a:path>
                <a:path w="754379" h="43180">
                  <a:moveTo>
                    <a:pt x="372097" y="11430"/>
                  </a:moveTo>
                  <a:lnTo>
                    <a:pt x="365747" y="11430"/>
                  </a:lnTo>
                  <a:lnTo>
                    <a:pt x="365747" y="10160"/>
                  </a:lnTo>
                  <a:lnTo>
                    <a:pt x="358127" y="10160"/>
                  </a:lnTo>
                  <a:lnTo>
                    <a:pt x="358127" y="11430"/>
                  </a:lnTo>
                  <a:lnTo>
                    <a:pt x="39370" y="11430"/>
                  </a:lnTo>
                  <a:lnTo>
                    <a:pt x="39370" y="13970"/>
                  </a:lnTo>
                  <a:lnTo>
                    <a:pt x="43167" y="13970"/>
                  </a:lnTo>
                  <a:lnTo>
                    <a:pt x="43167" y="15240"/>
                  </a:lnTo>
                  <a:lnTo>
                    <a:pt x="46977" y="15240"/>
                  </a:lnTo>
                  <a:lnTo>
                    <a:pt x="46977" y="13970"/>
                  </a:lnTo>
                  <a:lnTo>
                    <a:pt x="372097" y="13970"/>
                  </a:lnTo>
                  <a:lnTo>
                    <a:pt x="372097" y="11430"/>
                  </a:lnTo>
                  <a:close/>
                </a:path>
                <a:path w="754379" h="43180">
                  <a:moveTo>
                    <a:pt x="393700" y="15240"/>
                  </a:moveTo>
                  <a:lnTo>
                    <a:pt x="387324" y="15240"/>
                  </a:lnTo>
                  <a:lnTo>
                    <a:pt x="387324" y="13970"/>
                  </a:lnTo>
                  <a:lnTo>
                    <a:pt x="379717" y="13970"/>
                  </a:lnTo>
                  <a:lnTo>
                    <a:pt x="379717" y="15240"/>
                  </a:lnTo>
                  <a:lnTo>
                    <a:pt x="50800" y="15240"/>
                  </a:lnTo>
                  <a:lnTo>
                    <a:pt x="50800" y="16510"/>
                  </a:lnTo>
                  <a:lnTo>
                    <a:pt x="50800" y="17780"/>
                  </a:lnTo>
                  <a:lnTo>
                    <a:pt x="54597" y="17780"/>
                  </a:lnTo>
                  <a:lnTo>
                    <a:pt x="54597" y="16510"/>
                  </a:lnTo>
                  <a:lnTo>
                    <a:pt x="393700" y="16510"/>
                  </a:lnTo>
                  <a:lnTo>
                    <a:pt x="393700" y="15240"/>
                  </a:lnTo>
                  <a:close/>
                </a:path>
                <a:path w="754379" h="43180">
                  <a:moveTo>
                    <a:pt x="408927" y="17780"/>
                  </a:moveTo>
                  <a:lnTo>
                    <a:pt x="401294" y="17780"/>
                  </a:lnTo>
                  <a:lnTo>
                    <a:pt x="401294" y="16510"/>
                  </a:lnTo>
                  <a:lnTo>
                    <a:pt x="393700" y="16510"/>
                  </a:lnTo>
                  <a:lnTo>
                    <a:pt x="393700" y="17780"/>
                  </a:lnTo>
                  <a:lnTo>
                    <a:pt x="58420" y="17780"/>
                  </a:lnTo>
                  <a:lnTo>
                    <a:pt x="58420" y="20320"/>
                  </a:lnTo>
                  <a:lnTo>
                    <a:pt x="63500" y="20320"/>
                  </a:lnTo>
                  <a:lnTo>
                    <a:pt x="63500" y="21590"/>
                  </a:lnTo>
                  <a:lnTo>
                    <a:pt x="67297" y="21590"/>
                  </a:lnTo>
                  <a:lnTo>
                    <a:pt x="67297" y="20320"/>
                  </a:lnTo>
                  <a:lnTo>
                    <a:pt x="408927" y="20320"/>
                  </a:lnTo>
                  <a:lnTo>
                    <a:pt x="408927" y="17780"/>
                  </a:lnTo>
                  <a:close/>
                </a:path>
                <a:path w="754379" h="43180">
                  <a:moveTo>
                    <a:pt x="430517" y="21590"/>
                  </a:moveTo>
                  <a:lnTo>
                    <a:pt x="422897" y="21590"/>
                  </a:lnTo>
                  <a:lnTo>
                    <a:pt x="422897" y="20320"/>
                  </a:lnTo>
                  <a:lnTo>
                    <a:pt x="415277" y="20320"/>
                  </a:lnTo>
                  <a:lnTo>
                    <a:pt x="415277" y="21590"/>
                  </a:lnTo>
                  <a:lnTo>
                    <a:pt x="71120" y="21590"/>
                  </a:lnTo>
                  <a:lnTo>
                    <a:pt x="71120" y="22860"/>
                  </a:lnTo>
                  <a:lnTo>
                    <a:pt x="71120" y="24130"/>
                  </a:lnTo>
                  <a:lnTo>
                    <a:pt x="74917" y="24130"/>
                  </a:lnTo>
                  <a:lnTo>
                    <a:pt x="74917" y="22860"/>
                  </a:lnTo>
                  <a:lnTo>
                    <a:pt x="430517" y="22860"/>
                  </a:lnTo>
                  <a:lnTo>
                    <a:pt x="430517" y="21590"/>
                  </a:lnTo>
                  <a:close/>
                </a:path>
                <a:path w="754379" h="43180">
                  <a:moveTo>
                    <a:pt x="444474" y="24130"/>
                  </a:moveTo>
                  <a:lnTo>
                    <a:pt x="436867" y="24130"/>
                  </a:lnTo>
                  <a:lnTo>
                    <a:pt x="436867" y="22860"/>
                  </a:lnTo>
                  <a:lnTo>
                    <a:pt x="430517" y="22860"/>
                  </a:lnTo>
                  <a:lnTo>
                    <a:pt x="430517" y="24130"/>
                  </a:lnTo>
                  <a:lnTo>
                    <a:pt x="78727" y="24130"/>
                  </a:lnTo>
                  <a:lnTo>
                    <a:pt x="78727" y="26670"/>
                  </a:lnTo>
                  <a:lnTo>
                    <a:pt x="82550" y="26670"/>
                  </a:lnTo>
                  <a:lnTo>
                    <a:pt x="82550" y="27940"/>
                  </a:lnTo>
                  <a:lnTo>
                    <a:pt x="86347" y="27940"/>
                  </a:lnTo>
                  <a:lnTo>
                    <a:pt x="86347" y="26670"/>
                  </a:lnTo>
                  <a:lnTo>
                    <a:pt x="444474" y="26670"/>
                  </a:lnTo>
                  <a:lnTo>
                    <a:pt x="444474" y="24130"/>
                  </a:lnTo>
                  <a:close/>
                </a:path>
                <a:path w="754379" h="43180">
                  <a:moveTo>
                    <a:pt x="466077" y="27940"/>
                  </a:moveTo>
                  <a:lnTo>
                    <a:pt x="458444" y="27940"/>
                  </a:lnTo>
                  <a:lnTo>
                    <a:pt x="458444" y="26670"/>
                  </a:lnTo>
                  <a:lnTo>
                    <a:pt x="452120" y="26670"/>
                  </a:lnTo>
                  <a:lnTo>
                    <a:pt x="452120" y="27940"/>
                  </a:lnTo>
                  <a:lnTo>
                    <a:pt x="90170" y="27940"/>
                  </a:lnTo>
                  <a:lnTo>
                    <a:pt x="90170" y="29210"/>
                  </a:lnTo>
                  <a:lnTo>
                    <a:pt x="90170" y="30480"/>
                  </a:lnTo>
                  <a:lnTo>
                    <a:pt x="93967" y="30480"/>
                  </a:lnTo>
                  <a:lnTo>
                    <a:pt x="93967" y="29210"/>
                  </a:lnTo>
                  <a:lnTo>
                    <a:pt x="466077" y="29210"/>
                  </a:lnTo>
                  <a:lnTo>
                    <a:pt x="466077" y="27940"/>
                  </a:lnTo>
                  <a:close/>
                </a:path>
                <a:path w="754379" h="43180">
                  <a:moveTo>
                    <a:pt x="480047" y="30480"/>
                  </a:moveTo>
                  <a:lnTo>
                    <a:pt x="473697" y="30480"/>
                  </a:lnTo>
                  <a:lnTo>
                    <a:pt x="473697" y="29210"/>
                  </a:lnTo>
                  <a:lnTo>
                    <a:pt x="466077" y="29210"/>
                  </a:lnTo>
                  <a:lnTo>
                    <a:pt x="466077" y="30480"/>
                  </a:lnTo>
                  <a:lnTo>
                    <a:pt x="97777" y="30480"/>
                  </a:lnTo>
                  <a:lnTo>
                    <a:pt x="97777" y="33020"/>
                  </a:lnTo>
                  <a:lnTo>
                    <a:pt x="102870" y="33020"/>
                  </a:lnTo>
                  <a:lnTo>
                    <a:pt x="102870" y="34290"/>
                  </a:lnTo>
                  <a:lnTo>
                    <a:pt x="106667" y="34290"/>
                  </a:lnTo>
                  <a:lnTo>
                    <a:pt x="106667" y="33020"/>
                  </a:lnTo>
                  <a:lnTo>
                    <a:pt x="480047" y="33020"/>
                  </a:lnTo>
                  <a:lnTo>
                    <a:pt x="480047" y="30480"/>
                  </a:lnTo>
                  <a:close/>
                </a:path>
                <a:path w="754379" h="43180">
                  <a:moveTo>
                    <a:pt x="501624" y="34290"/>
                  </a:moveTo>
                  <a:lnTo>
                    <a:pt x="494017" y="34290"/>
                  </a:lnTo>
                  <a:lnTo>
                    <a:pt x="494017" y="33020"/>
                  </a:lnTo>
                  <a:lnTo>
                    <a:pt x="487667" y="33020"/>
                  </a:lnTo>
                  <a:lnTo>
                    <a:pt x="487667" y="34290"/>
                  </a:lnTo>
                  <a:lnTo>
                    <a:pt x="110477" y="34290"/>
                  </a:lnTo>
                  <a:lnTo>
                    <a:pt x="110477" y="35560"/>
                  </a:lnTo>
                  <a:lnTo>
                    <a:pt x="110477" y="36830"/>
                  </a:lnTo>
                  <a:lnTo>
                    <a:pt x="114300" y="36830"/>
                  </a:lnTo>
                  <a:lnTo>
                    <a:pt x="114300" y="35560"/>
                  </a:lnTo>
                  <a:lnTo>
                    <a:pt x="501624" y="35560"/>
                  </a:lnTo>
                  <a:lnTo>
                    <a:pt x="501624" y="34290"/>
                  </a:lnTo>
                  <a:close/>
                </a:path>
                <a:path w="754379" h="43180">
                  <a:moveTo>
                    <a:pt x="515594" y="36830"/>
                  </a:moveTo>
                  <a:lnTo>
                    <a:pt x="509270" y="36830"/>
                  </a:lnTo>
                  <a:lnTo>
                    <a:pt x="509270" y="35560"/>
                  </a:lnTo>
                  <a:lnTo>
                    <a:pt x="501624" y="35560"/>
                  </a:lnTo>
                  <a:lnTo>
                    <a:pt x="501624" y="36830"/>
                  </a:lnTo>
                  <a:lnTo>
                    <a:pt x="118097" y="36830"/>
                  </a:lnTo>
                  <a:lnTo>
                    <a:pt x="118097" y="39370"/>
                  </a:lnTo>
                  <a:lnTo>
                    <a:pt x="121920" y="39370"/>
                  </a:lnTo>
                  <a:lnTo>
                    <a:pt x="121920" y="40640"/>
                  </a:lnTo>
                  <a:lnTo>
                    <a:pt x="125717" y="40640"/>
                  </a:lnTo>
                  <a:lnTo>
                    <a:pt x="125717" y="39370"/>
                  </a:lnTo>
                  <a:lnTo>
                    <a:pt x="515594" y="39370"/>
                  </a:lnTo>
                  <a:lnTo>
                    <a:pt x="515594" y="36830"/>
                  </a:lnTo>
                  <a:close/>
                </a:path>
                <a:path w="754379" h="43180">
                  <a:moveTo>
                    <a:pt x="544817" y="41897"/>
                  </a:moveTo>
                  <a:lnTo>
                    <a:pt x="537197" y="41897"/>
                  </a:lnTo>
                  <a:lnTo>
                    <a:pt x="537197" y="40640"/>
                  </a:lnTo>
                  <a:lnTo>
                    <a:pt x="530847" y="40640"/>
                  </a:lnTo>
                  <a:lnTo>
                    <a:pt x="530847" y="39370"/>
                  </a:lnTo>
                  <a:lnTo>
                    <a:pt x="523227" y="39370"/>
                  </a:lnTo>
                  <a:lnTo>
                    <a:pt x="523227" y="40640"/>
                  </a:lnTo>
                  <a:lnTo>
                    <a:pt x="129527" y="40640"/>
                  </a:lnTo>
                  <a:lnTo>
                    <a:pt x="129527" y="41910"/>
                  </a:lnTo>
                  <a:lnTo>
                    <a:pt x="129527" y="43180"/>
                  </a:lnTo>
                  <a:lnTo>
                    <a:pt x="133350" y="43180"/>
                  </a:lnTo>
                  <a:lnTo>
                    <a:pt x="133350" y="41910"/>
                  </a:lnTo>
                  <a:lnTo>
                    <a:pt x="537197" y="41910"/>
                  </a:lnTo>
                  <a:lnTo>
                    <a:pt x="537197" y="43167"/>
                  </a:lnTo>
                  <a:lnTo>
                    <a:pt x="544817" y="43167"/>
                  </a:lnTo>
                  <a:lnTo>
                    <a:pt x="544817" y="41897"/>
                  </a:lnTo>
                  <a:close/>
                </a:path>
                <a:path w="754379" h="43180">
                  <a:moveTo>
                    <a:pt x="695947" y="36830"/>
                  </a:moveTo>
                  <a:lnTo>
                    <a:pt x="572770" y="36830"/>
                  </a:lnTo>
                  <a:lnTo>
                    <a:pt x="572770" y="39370"/>
                  </a:lnTo>
                  <a:lnTo>
                    <a:pt x="572770" y="40640"/>
                  </a:lnTo>
                  <a:lnTo>
                    <a:pt x="574027" y="40640"/>
                  </a:lnTo>
                  <a:lnTo>
                    <a:pt x="574027" y="41897"/>
                  </a:lnTo>
                  <a:lnTo>
                    <a:pt x="692124" y="41897"/>
                  </a:lnTo>
                  <a:lnTo>
                    <a:pt x="692124" y="40627"/>
                  </a:lnTo>
                  <a:lnTo>
                    <a:pt x="574027" y="40627"/>
                  </a:lnTo>
                  <a:lnTo>
                    <a:pt x="574027" y="39370"/>
                  </a:lnTo>
                  <a:lnTo>
                    <a:pt x="693394" y="39370"/>
                  </a:lnTo>
                  <a:lnTo>
                    <a:pt x="693394" y="40640"/>
                  </a:lnTo>
                  <a:lnTo>
                    <a:pt x="694677" y="40640"/>
                  </a:lnTo>
                  <a:lnTo>
                    <a:pt x="694677" y="39370"/>
                  </a:lnTo>
                  <a:lnTo>
                    <a:pt x="695947" y="39370"/>
                  </a:lnTo>
                  <a:lnTo>
                    <a:pt x="695947" y="36830"/>
                  </a:lnTo>
                  <a:close/>
                </a:path>
                <a:path w="754379" h="43180">
                  <a:moveTo>
                    <a:pt x="697217" y="34290"/>
                  </a:moveTo>
                  <a:lnTo>
                    <a:pt x="571500" y="34290"/>
                  </a:lnTo>
                  <a:lnTo>
                    <a:pt x="571500" y="35560"/>
                  </a:lnTo>
                  <a:lnTo>
                    <a:pt x="571500" y="36830"/>
                  </a:lnTo>
                  <a:lnTo>
                    <a:pt x="572770" y="36830"/>
                  </a:lnTo>
                  <a:lnTo>
                    <a:pt x="572770" y="35560"/>
                  </a:lnTo>
                  <a:lnTo>
                    <a:pt x="695947" y="35560"/>
                  </a:lnTo>
                  <a:lnTo>
                    <a:pt x="695947" y="36830"/>
                  </a:lnTo>
                  <a:lnTo>
                    <a:pt x="697217" y="36830"/>
                  </a:lnTo>
                  <a:lnTo>
                    <a:pt x="697217" y="35560"/>
                  </a:lnTo>
                  <a:lnTo>
                    <a:pt x="697217" y="34290"/>
                  </a:lnTo>
                  <a:close/>
                </a:path>
                <a:path w="754379" h="43180">
                  <a:moveTo>
                    <a:pt x="699770" y="30480"/>
                  </a:moveTo>
                  <a:lnTo>
                    <a:pt x="570217" y="30480"/>
                  </a:lnTo>
                  <a:lnTo>
                    <a:pt x="570217" y="33020"/>
                  </a:lnTo>
                  <a:lnTo>
                    <a:pt x="698500" y="33020"/>
                  </a:lnTo>
                  <a:lnTo>
                    <a:pt x="698500" y="34290"/>
                  </a:lnTo>
                  <a:lnTo>
                    <a:pt x="699770" y="34290"/>
                  </a:lnTo>
                  <a:lnTo>
                    <a:pt x="699770" y="33020"/>
                  </a:lnTo>
                  <a:lnTo>
                    <a:pt x="699770" y="30480"/>
                  </a:lnTo>
                  <a:close/>
                </a:path>
                <a:path w="754379" h="43180">
                  <a:moveTo>
                    <a:pt x="703567" y="27940"/>
                  </a:moveTo>
                  <a:lnTo>
                    <a:pt x="570217" y="27940"/>
                  </a:lnTo>
                  <a:lnTo>
                    <a:pt x="570217" y="29210"/>
                  </a:lnTo>
                  <a:lnTo>
                    <a:pt x="701027" y="29210"/>
                  </a:lnTo>
                  <a:lnTo>
                    <a:pt x="701027" y="30480"/>
                  </a:lnTo>
                  <a:lnTo>
                    <a:pt x="703567" y="30480"/>
                  </a:lnTo>
                  <a:lnTo>
                    <a:pt x="703567" y="29210"/>
                  </a:lnTo>
                  <a:lnTo>
                    <a:pt x="703567" y="27940"/>
                  </a:lnTo>
                  <a:close/>
                </a:path>
                <a:path w="754379" h="43180">
                  <a:moveTo>
                    <a:pt x="711200" y="24130"/>
                  </a:moveTo>
                  <a:lnTo>
                    <a:pt x="568947" y="24130"/>
                  </a:lnTo>
                  <a:lnTo>
                    <a:pt x="568947" y="26670"/>
                  </a:lnTo>
                  <a:lnTo>
                    <a:pt x="706094" y="26670"/>
                  </a:lnTo>
                  <a:lnTo>
                    <a:pt x="706094" y="27940"/>
                  </a:lnTo>
                  <a:lnTo>
                    <a:pt x="708647" y="27940"/>
                  </a:lnTo>
                  <a:lnTo>
                    <a:pt x="708647" y="26670"/>
                  </a:lnTo>
                  <a:lnTo>
                    <a:pt x="711200" y="26670"/>
                  </a:lnTo>
                  <a:lnTo>
                    <a:pt x="711200" y="24130"/>
                  </a:lnTo>
                  <a:close/>
                </a:path>
                <a:path w="754379" h="43180">
                  <a:moveTo>
                    <a:pt x="716267" y="21590"/>
                  </a:moveTo>
                  <a:lnTo>
                    <a:pt x="567677" y="21590"/>
                  </a:lnTo>
                  <a:lnTo>
                    <a:pt x="567677" y="22860"/>
                  </a:lnTo>
                  <a:lnTo>
                    <a:pt x="713727" y="22860"/>
                  </a:lnTo>
                  <a:lnTo>
                    <a:pt x="713727" y="24130"/>
                  </a:lnTo>
                  <a:lnTo>
                    <a:pt x="716267" y="24130"/>
                  </a:lnTo>
                  <a:lnTo>
                    <a:pt x="716267" y="22860"/>
                  </a:lnTo>
                  <a:lnTo>
                    <a:pt x="716267" y="21590"/>
                  </a:lnTo>
                  <a:close/>
                </a:path>
                <a:path w="754379" h="43180">
                  <a:moveTo>
                    <a:pt x="723900" y="17780"/>
                  </a:moveTo>
                  <a:lnTo>
                    <a:pt x="566420" y="17780"/>
                  </a:lnTo>
                  <a:lnTo>
                    <a:pt x="566420" y="20320"/>
                  </a:lnTo>
                  <a:lnTo>
                    <a:pt x="566420" y="21590"/>
                  </a:lnTo>
                  <a:lnTo>
                    <a:pt x="567677" y="21590"/>
                  </a:lnTo>
                  <a:lnTo>
                    <a:pt x="567677" y="20320"/>
                  </a:lnTo>
                  <a:lnTo>
                    <a:pt x="718794" y="20320"/>
                  </a:lnTo>
                  <a:lnTo>
                    <a:pt x="718794" y="21590"/>
                  </a:lnTo>
                  <a:lnTo>
                    <a:pt x="721347" y="21590"/>
                  </a:lnTo>
                  <a:lnTo>
                    <a:pt x="721347" y="20320"/>
                  </a:lnTo>
                  <a:lnTo>
                    <a:pt x="723900" y="20320"/>
                  </a:lnTo>
                  <a:lnTo>
                    <a:pt x="723900" y="17780"/>
                  </a:lnTo>
                  <a:close/>
                </a:path>
                <a:path w="754379" h="43180">
                  <a:moveTo>
                    <a:pt x="728967" y="15240"/>
                  </a:moveTo>
                  <a:lnTo>
                    <a:pt x="565150" y="15240"/>
                  </a:lnTo>
                  <a:lnTo>
                    <a:pt x="565150" y="16510"/>
                  </a:lnTo>
                  <a:lnTo>
                    <a:pt x="565150" y="17780"/>
                  </a:lnTo>
                  <a:lnTo>
                    <a:pt x="566420" y="17780"/>
                  </a:lnTo>
                  <a:lnTo>
                    <a:pt x="566420" y="16510"/>
                  </a:lnTo>
                  <a:lnTo>
                    <a:pt x="726427" y="16510"/>
                  </a:lnTo>
                  <a:lnTo>
                    <a:pt x="726427" y="17780"/>
                  </a:lnTo>
                  <a:lnTo>
                    <a:pt x="728967" y="17780"/>
                  </a:lnTo>
                  <a:lnTo>
                    <a:pt x="728967" y="16510"/>
                  </a:lnTo>
                  <a:lnTo>
                    <a:pt x="728967" y="15240"/>
                  </a:lnTo>
                  <a:close/>
                </a:path>
                <a:path w="754379" h="43180">
                  <a:moveTo>
                    <a:pt x="736600" y="11430"/>
                  </a:moveTo>
                  <a:lnTo>
                    <a:pt x="563867" y="11430"/>
                  </a:lnTo>
                  <a:lnTo>
                    <a:pt x="563867" y="13970"/>
                  </a:lnTo>
                  <a:lnTo>
                    <a:pt x="731520" y="13970"/>
                  </a:lnTo>
                  <a:lnTo>
                    <a:pt x="731520" y="15240"/>
                  </a:lnTo>
                  <a:lnTo>
                    <a:pt x="734047" y="15240"/>
                  </a:lnTo>
                  <a:lnTo>
                    <a:pt x="734047" y="13970"/>
                  </a:lnTo>
                  <a:lnTo>
                    <a:pt x="736600" y="13970"/>
                  </a:lnTo>
                  <a:lnTo>
                    <a:pt x="736600" y="11430"/>
                  </a:lnTo>
                  <a:close/>
                </a:path>
                <a:path w="754379" h="43180">
                  <a:moveTo>
                    <a:pt x="741667" y="8890"/>
                  </a:moveTo>
                  <a:lnTo>
                    <a:pt x="563867" y="8890"/>
                  </a:lnTo>
                  <a:lnTo>
                    <a:pt x="563867" y="10160"/>
                  </a:lnTo>
                  <a:lnTo>
                    <a:pt x="739127" y="10160"/>
                  </a:lnTo>
                  <a:lnTo>
                    <a:pt x="739127" y="11430"/>
                  </a:lnTo>
                  <a:lnTo>
                    <a:pt x="741667" y="11430"/>
                  </a:lnTo>
                  <a:lnTo>
                    <a:pt x="741667" y="10160"/>
                  </a:lnTo>
                  <a:lnTo>
                    <a:pt x="741667" y="8890"/>
                  </a:lnTo>
                  <a:close/>
                </a:path>
                <a:path w="754379" h="43180">
                  <a:moveTo>
                    <a:pt x="749300" y="5080"/>
                  </a:moveTo>
                  <a:lnTo>
                    <a:pt x="562597" y="5080"/>
                  </a:lnTo>
                  <a:lnTo>
                    <a:pt x="562597" y="7620"/>
                  </a:lnTo>
                  <a:lnTo>
                    <a:pt x="744194" y="7620"/>
                  </a:lnTo>
                  <a:lnTo>
                    <a:pt x="744194" y="8890"/>
                  </a:lnTo>
                  <a:lnTo>
                    <a:pt x="746747" y="8890"/>
                  </a:lnTo>
                  <a:lnTo>
                    <a:pt x="746747" y="7620"/>
                  </a:lnTo>
                  <a:lnTo>
                    <a:pt x="749300" y="7620"/>
                  </a:lnTo>
                  <a:lnTo>
                    <a:pt x="749300" y="5080"/>
                  </a:lnTo>
                  <a:close/>
                </a:path>
                <a:path w="754379" h="43180">
                  <a:moveTo>
                    <a:pt x="754367" y="2540"/>
                  </a:moveTo>
                  <a:lnTo>
                    <a:pt x="561327" y="2540"/>
                  </a:lnTo>
                  <a:lnTo>
                    <a:pt x="561327" y="3810"/>
                  </a:lnTo>
                  <a:lnTo>
                    <a:pt x="751827" y="3810"/>
                  </a:lnTo>
                  <a:lnTo>
                    <a:pt x="751827" y="5080"/>
                  </a:lnTo>
                  <a:lnTo>
                    <a:pt x="754367" y="5080"/>
                  </a:lnTo>
                  <a:lnTo>
                    <a:pt x="754367" y="3810"/>
                  </a:lnTo>
                  <a:lnTo>
                    <a:pt x="754367" y="2540"/>
                  </a:lnTo>
                  <a:close/>
                </a:path>
              </a:pathLst>
            </a:custGeom>
            <a:solidFill>
              <a:srgbClr val="9E3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7053555" y="1917712"/>
              <a:ext cx="625475" cy="86360"/>
            </a:xfrm>
            <a:custGeom>
              <a:avLst/>
              <a:gdLst/>
              <a:ahLst/>
              <a:cxnLst/>
              <a:rect l="l" t="t" r="r" b="b"/>
              <a:pathLst>
                <a:path w="625475" h="86360">
                  <a:moveTo>
                    <a:pt x="415302" y="43180"/>
                  </a:moveTo>
                  <a:lnTo>
                    <a:pt x="0" y="43180"/>
                  </a:lnTo>
                  <a:lnTo>
                    <a:pt x="0" y="45720"/>
                  </a:lnTo>
                  <a:lnTo>
                    <a:pt x="5080" y="45720"/>
                  </a:lnTo>
                  <a:lnTo>
                    <a:pt x="5080" y="46990"/>
                  </a:lnTo>
                  <a:lnTo>
                    <a:pt x="8902" y="46990"/>
                  </a:lnTo>
                  <a:lnTo>
                    <a:pt x="8902" y="45720"/>
                  </a:lnTo>
                  <a:lnTo>
                    <a:pt x="415302" y="45720"/>
                  </a:lnTo>
                  <a:lnTo>
                    <a:pt x="415302" y="43180"/>
                  </a:lnTo>
                  <a:close/>
                </a:path>
                <a:path w="625475" h="86360">
                  <a:moveTo>
                    <a:pt x="436880" y="46990"/>
                  </a:moveTo>
                  <a:lnTo>
                    <a:pt x="429272" y="46990"/>
                  </a:lnTo>
                  <a:lnTo>
                    <a:pt x="429272" y="45720"/>
                  </a:lnTo>
                  <a:lnTo>
                    <a:pt x="421627" y="45720"/>
                  </a:lnTo>
                  <a:lnTo>
                    <a:pt x="421627" y="46990"/>
                  </a:lnTo>
                  <a:lnTo>
                    <a:pt x="12700" y="46990"/>
                  </a:lnTo>
                  <a:lnTo>
                    <a:pt x="12700" y="48260"/>
                  </a:lnTo>
                  <a:lnTo>
                    <a:pt x="12700" y="49530"/>
                  </a:lnTo>
                  <a:lnTo>
                    <a:pt x="16522" y="49530"/>
                  </a:lnTo>
                  <a:lnTo>
                    <a:pt x="16522" y="48260"/>
                  </a:lnTo>
                  <a:lnTo>
                    <a:pt x="436880" y="48260"/>
                  </a:lnTo>
                  <a:lnTo>
                    <a:pt x="436880" y="46990"/>
                  </a:lnTo>
                  <a:close/>
                </a:path>
                <a:path w="625475" h="86360">
                  <a:moveTo>
                    <a:pt x="521970" y="85077"/>
                  </a:moveTo>
                  <a:lnTo>
                    <a:pt x="130822" y="85077"/>
                  </a:lnTo>
                  <a:lnTo>
                    <a:pt x="130822" y="86347"/>
                  </a:lnTo>
                  <a:lnTo>
                    <a:pt x="521970" y="86347"/>
                  </a:lnTo>
                  <a:lnTo>
                    <a:pt x="521970" y="85077"/>
                  </a:lnTo>
                  <a:close/>
                </a:path>
                <a:path w="625475" h="86360">
                  <a:moveTo>
                    <a:pt x="524522" y="81280"/>
                  </a:moveTo>
                  <a:lnTo>
                    <a:pt x="118122" y="81280"/>
                  </a:lnTo>
                  <a:lnTo>
                    <a:pt x="118122" y="83820"/>
                  </a:lnTo>
                  <a:lnTo>
                    <a:pt x="121920" y="83820"/>
                  </a:lnTo>
                  <a:lnTo>
                    <a:pt x="121920" y="85090"/>
                  </a:lnTo>
                  <a:lnTo>
                    <a:pt x="127000" y="85090"/>
                  </a:lnTo>
                  <a:lnTo>
                    <a:pt x="127000" y="83820"/>
                  </a:lnTo>
                  <a:lnTo>
                    <a:pt x="523252" y="83820"/>
                  </a:lnTo>
                  <a:lnTo>
                    <a:pt x="523252" y="85090"/>
                  </a:lnTo>
                  <a:lnTo>
                    <a:pt x="524522" y="85090"/>
                  </a:lnTo>
                  <a:lnTo>
                    <a:pt x="524522" y="83820"/>
                  </a:lnTo>
                  <a:lnTo>
                    <a:pt x="524522" y="81280"/>
                  </a:lnTo>
                  <a:close/>
                </a:path>
                <a:path w="625475" h="86360">
                  <a:moveTo>
                    <a:pt x="527050" y="78740"/>
                  </a:moveTo>
                  <a:lnTo>
                    <a:pt x="110502" y="78740"/>
                  </a:lnTo>
                  <a:lnTo>
                    <a:pt x="110502" y="80010"/>
                  </a:lnTo>
                  <a:lnTo>
                    <a:pt x="110502" y="81280"/>
                  </a:lnTo>
                  <a:lnTo>
                    <a:pt x="114300" y="81280"/>
                  </a:lnTo>
                  <a:lnTo>
                    <a:pt x="114300" y="80010"/>
                  </a:lnTo>
                  <a:lnTo>
                    <a:pt x="525780" y="80010"/>
                  </a:lnTo>
                  <a:lnTo>
                    <a:pt x="525780" y="81280"/>
                  </a:lnTo>
                  <a:lnTo>
                    <a:pt x="527050" y="81280"/>
                  </a:lnTo>
                  <a:lnTo>
                    <a:pt x="527050" y="80010"/>
                  </a:lnTo>
                  <a:lnTo>
                    <a:pt x="527050" y="78740"/>
                  </a:lnTo>
                  <a:close/>
                </a:path>
                <a:path w="625475" h="86360">
                  <a:moveTo>
                    <a:pt x="529602" y="74930"/>
                  </a:moveTo>
                  <a:lnTo>
                    <a:pt x="99072" y="74930"/>
                  </a:lnTo>
                  <a:lnTo>
                    <a:pt x="99072" y="77470"/>
                  </a:lnTo>
                  <a:lnTo>
                    <a:pt x="102870" y="77470"/>
                  </a:lnTo>
                  <a:lnTo>
                    <a:pt x="102870" y="78740"/>
                  </a:lnTo>
                  <a:lnTo>
                    <a:pt x="106680" y="78740"/>
                  </a:lnTo>
                  <a:lnTo>
                    <a:pt x="106680" y="77470"/>
                  </a:lnTo>
                  <a:lnTo>
                    <a:pt x="529602" y="77470"/>
                  </a:lnTo>
                  <a:lnTo>
                    <a:pt x="529602" y="74930"/>
                  </a:lnTo>
                  <a:close/>
                </a:path>
                <a:path w="625475" h="86360">
                  <a:moveTo>
                    <a:pt x="532130" y="72390"/>
                  </a:moveTo>
                  <a:lnTo>
                    <a:pt x="91452" y="72390"/>
                  </a:lnTo>
                  <a:lnTo>
                    <a:pt x="91452" y="73660"/>
                  </a:lnTo>
                  <a:lnTo>
                    <a:pt x="91452" y="74930"/>
                  </a:lnTo>
                  <a:lnTo>
                    <a:pt x="95250" y="74930"/>
                  </a:lnTo>
                  <a:lnTo>
                    <a:pt x="95250" y="73660"/>
                  </a:lnTo>
                  <a:lnTo>
                    <a:pt x="530847" y="73660"/>
                  </a:lnTo>
                  <a:lnTo>
                    <a:pt x="530847" y="74930"/>
                  </a:lnTo>
                  <a:lnTo>
                    <a:pt x="532130" y="74930"/>
                  </a:lnTo>
                  <a:lnTo>
                    <a:pt x="532130" y="73660"/>
                  </a:lnTo>
                  <a:lnTo>
                    <a:pt x="532130" y="72390"/>
                  </a:lnTo>
                  <a:close/>
                </a:path>
                <a:path w="625475" h="86360">
                  <a:moveTo>
                    <a:pt x="534670" y="68580"/>
                  </a:moveTo>
                  <a:lnTo>
                    <a:pt x="78752" y="68580"/>
                  </a:lnTo>
                  <a:lnTo>
                    <a:pt x="78752" y="71120"/>
                  </a:lnTo>
                  <a:lnTo>
                    <a:pt x="82550" y="71120"/>
                  </a:lnTo>
                  <a:lnTo>
                    <a:pt x="82550" y="72390"/>
                  </a:lnTo>
                  <a:lnTo>
                    <a:pt x="87630" y="72390"/>
                  </a:lnTo>
                  <a:lnTo>
                    <a:pt x="87630" y="71120"/>
                  </a:lnTo>
                  <a:lnTo>
                    <a:pt x="532130" y="71120"/>
                  </a:lnTo>
                  <a:lnTo>
                    <a:pt x="532130" y="72390"/>
                  </a:lnTo>
                  <a:lnTo>
                    <a:pt x="533400" y="72390"/>
                  </a:lnTo>
                  <a:lnTo>
                    <a:pt x="533400" y="71120"/>
                  </a:lnTo>
                  <a:lnTo>
                    <a:pt x="534670" y="71120"/>
                  </a:lnTo>
                  <a:lnTo>
                    <a:pt x="534670" y="68580"/>
                  </a:lnTo>
                  <a:close/>
                </a:path>
                <a:path w="625475" h="86360">
                  <a:moveTo>
                    <a:pt x="535952" y="66040"/>
                  </a:moveTo>
                  <a:lnTo>
                    <a:pt x="71120" y="66040"/>
                  </a:lnTo>
                  <a:lnTo>
                    <a:pt x="71120" y="67310"/>
                  </a:lnTo>
                  <a:lnTo>
                    <a:pt x="71120" y="68580"/>
                  </a:lnTo>
                  <a:lnTo>
                    <a:pt x="74930" y="68580"/>
                  </a:lnTo>
                  <a:lnTo>
                    <a:pt x="74930" y="67310"/>
                  </a:lnTo>
                  <a:lnTo>
                    <a:pt x="535952" y="67310"/>
                  </a:lnTo>
                  <a:lnTo>
                    <a:pt x="535952" y="66040"/>
                  </a:lnTo>
                  <a:close/>
                </a:path>
                <a:path w="625475" h="86360">
                  <a:moveTo>
                    <a:pt x="539750" y="62230"/>
                  </a:moveTo>
                  <a:lnTo>
                    <a:pt x="59702" y="62230"/>
                  </a:lnTo>
                  <a:lnTo>
                    <a:pt x="59702" y="64770"/>
                  </a:lnTo>
                  <a:lnTo>
                    <a:pt x="63500" y="64770"/>
                  </a:lnTo>
                  <a:lnTo>
                    <a:pt x="63500" y="66040"/>
                  </a:lnTo>
                  <a:lnTo>
                    <a:pt x="67322" y="66040"/>
                  </a:lnTo>
                  <a:lnTo>
                    <a:pt x="67322" y="64770"/>
                  </a:lnTo>
                  <a:lnTo>
                    <a:pt x="537222" y="64770"/>
                  </a:lnTo>
                  <a:lnTo>
                    <a:pt x="537222" y="66040"/>
                  </a:lnTo>
                  <a:lnTo>
                    <a:pt x="538480" y="66040"/>
                  </a:lnTo>
                  <a:lnTo>
                    <a:pt x="538480" y="64770"/>
                  </a:lnTo>
                  <a:lnTo>
                    <a:pt x="539750" y="64770"/>
                  </a:lnTo>
                  <a:lnTo>
                    <a:pt x="539750" y="62230"/>
                  </a:lnTo>
                  <a:close/>
                </a:path>
                <a:path w="625475" h="86360">
                  <a:moveTo>
                    <a:pt x="541020" y="59690"/>
                  </a:moveTo>
                  <a:lnTo>
                    <a:pt x="52070" y="59690"/>
                  </a:lnTo>
                  <a:lnTo>
                    <a:pt x="52070" y="60960"/>
                  </a:lnTo>
                  <a:lnTo>
                    <a:pt x="52070" y="62230"/>
                  </a:lnTo>
                  <a:lnTo>
                    <a:pt x="55880" y="62230"/>
                  </a:lnTo>
                  <a:lnTo>
                    <a:pt x="55880" y="60960"/>
                  </a:lnTo>
                  <a:lnTo>
                    <a:pt x="539750" y="60960"/>
                  </a:lnTo>
                  <a:lnTo>
                    <a:pt x="539750" y="62230"/>
                  </a:lnTo>
                  <a:lnTo>
                    <a:pt x="541020" y="62230"/>
                  </a:lnTo>
                  <a:lnTo>
                    <a:pt x="541020" y="60960"/>
                  </a:lnTo>
                  <a:lnTo>
                    <a:pt x="541020" y="59690"/>
                  </a:lnTo>
                  <a:close/>
                </a:path>
                <a:path w="625475" h="86360">
                  <a:moveTo>
                    <a:pt x="543560" y="55880"/>
                  </a:moveTo>
                  <a:lnTo>
                    <a:pt x="39370" y="55880"/>
                  </a:lnTo>
                  <a:lnTo>
                    <a:pt x="39370" y="58420"/>
                  </a:lnTo>
                  <a:lnTo>
                    <a:pt x="44450" y="58420"/>
                  </a:lnTo>
                  <a:lnTo>
                    <a:pt x="44450" y="59690"/>
                  </a:lnTo>
                  <a:lnTo>
                    <a:pt x="48272" y="59690"/>
                  </a:lnTo>
                  <a:lnTo>
                    <a:pt x="48272" y="58420"/>
                  </a:lnTo>
                  <a:lnTo>
                    <a:pt x="542302" y="58420"/>
                  </a:lnTo>
                  <a:lnTo>
                    <a:pt x="542302" y="59690"/>
                  </a:lnTo>
                  <a:lnTo>
                    <a:pt x="543547" y="59690"/>
                  </a:lnTo>
                  <a:lnTo>
                    <a:pt x="543547" y="58420"/>
                  </a:lnTo>
                  <a:lnTo>
                    <a:pt x="543560" y="55880"/>
                  </a:lnTo>
                  <a:close/>
                </a:path>
                <a:path w="625475" h="86360">
                  <a:moveTo>
                    <a:pt x="546100" y="53340"/>
                  </a:moveTo>
                  <a:lnTo>
                    <a:pt x="31750" y="53340"/>
                  </a:lnTo>
                  <a:lnTo>
                    <a:pt x="31750" y="54610"/>
                  </a:lnTo>
                  <a:lnTo>
                    <a:pt x="31750" y="55880"/>
                  </a:lnTo>
                  <a:lnTo>
                    <a:pt x="35572" y="55880"/>
                  </a:lnTo>
                  <a:lnTo>
                    <a:pt x="35572" y="54610"/>
                  </a:lnTo>
                  <a:lnTo>
                    <a:pt x="544830" y="54610"/>
                  </a:lnTo>
                  <a:lnTo>
                    <a:pt x="544830" y="55880"/>
                  </a:lnTo>
                  <a:lnTo>
                    <a:pt x="546100" y="55880"/>
                  </a:lnTo>
                  <a:lnTo>
                    <a:pt x="546100" y="54610"/>
                  </a:lnTo>
                  <a:lnTo>
                    <a:pt x="546100" y="53340"/>
                  </a:lnTo>
                  <a:close/>
                </a:path>
                <a:path w="625475" h="86360">
                  <a:moveTo>
                    <a:pt x="548652" y="49530"/>
                  </a:moveTo>
                  <a:lnTo>
                    <a:pt x="439420" y="49530"/>
                  </a:lnTo>
                  <a:lnTo>
                    <a:pt x="439420" y="48260"/>
                  </a:lnTo>
                  <a:lnTo>
                    <a:pt x="436880" y="48260"/>
                  </a:lnTo>
                  <a:lnTo>
                    <a:pt x="436880" y="49530"/>
                  </a:lnTo>
                  <a:lnTo>
                    <a:pt x="20320" y="49530"/>
                  </a:lnTo>
                  <a:lnTo>
                    <a:pt x="20320" y="52070"/>
                  </a:lnTo>
                  <a:lnTo>
                    <a:pt x="24130" y="52070"/>
                  </a:lnTo>
                  <a:lnTo>
                    <a:pt x="24130" y="53340"/>
                  </a:lnTo>
                  <a:lnTo>
                    <a:pt x="27952" y="53340"/>
                  </a:lnTo>
                  <a:lnTo>
                    <a:pt x="27952" y="52070"/>
                  </a:lnTo>
                  <a:lnTo>
                    <a:pt x="548652" y="52070"/>
                  </a:lnTo>
                  <a:lnTo>
                    <a:pt x="548652" y="49530"/>
                  </a:lnTo>
                  <a:close/>
                </a:path>
                <a:path w="625475" h="86360">
                  <a:moveTo>
                    <a:pt x="551180" y="46990"/>
                  </a:moveTo>
                  <a:lnTo>
                    <a:pt x="439420" y="46990"/>
                  </a:lnTo>
                  <a:lnTo>
                    <a:pt x="439420" y="48260"/>
                  </a:lnTo>
                  <a:lnTo>
                    <a:pt x="549922" y="48260"/>
                  </a:lnTo>
                  <a:lnTo>
                    <a:pt x="549922" y="49530"/>
                  </a:lnTo>
                  <a:lnTo>
                    <a:pt x="551180" y="49530"/>
                  </a:lnTo>
                  <a:lnTo>
                    <a:pt x="551180" y="48260"/>
                  </a:lnTo>
                  <a:lnTo>
                    <a:pt x="551180" y="46990"/>
                  </a:lnTo>
                  <a:close/>
                </a:path>
                <a:path w="625475" h="86360">
                  <a:moveTo>
                    <a:pt x="553720" y="43180"/>
                  </a:moveTo>
                  <a:lnTo>
                    <a:pt x="438150" y="43180"/>
                  </a:lnTo>
                  <a:lnTo>
                    <a:pt x="438150" y="45720"/>
                  </a:lnTo>
                  <a:lnTo>
                    <a:pt x="551180" y="45720"/>
                  </a:lnTo>
                  <a:lnTo>
                    <a:pt x="551180" y="46990"/>
                  </a:lnTo>
                  <a:lnTo>
                    <a:pt x="552450" y="46990"/>
                  </a:lnTo>
                  <a:lnTo>
                    <a:pt x="552450" y="45720"/>
                  </a:lnTo>
                  <a:lnTo>
                    <a:pt x="553720" y="45720"/>
                  </a:lnTo>
                  <a:lnTo>
                    <a:pt x="553720" y="43180"/>
                  </a:lnTo>
                  <a:close/>
                </a:path>
                <a:path w="625475" h="86360">
                  <a:moveTo>
                    <a:pt x="617220" y="3810"/>
                  </a:moveTo>
                  <a:lnTo>
                    <a:pt x="614680" y="3810"/>
                  </a:lnTo>
                  <a:lnTo>
                    <a:pt x="614680" y="5080"/>
                  </a:lnTo>
                  <a:lnTo>
                    <a:pt x="617220" y="5080"/>
                  </a:lnTo>
                  <a:lnTo>
                    <a:pt x="617220" y="3810"/>
                  </a:lnTo>
                  <a:close/>
                </a:path>
                <a:path w="625475" h="86360">
                  <a:moveTo>
                    <a:pt x="624852" y="0"/>
                  </a:moveTo>
                  <a:lnTo>
                    <a:pt x="422922" y="0"/>
                  </a:lnTo>
                  <a:lnTo>
                    <a:pt x="422922" y="1270"/>
                  </a:lnTo>
                  <a:lnTo>
                    <a:pt x="422922" y="2540"/>
                  </a:lnTo>
                  <a:lnTo>
                    <a:pt x="424180" y="2540"/>
                  </a:lnTo>
                  <a:lnTo>
                    <a:pt x="424180" y="3797"/>
                  </a:lnTo>
                  <a:lnTo>
                    <a:pt x="617220" y="3797"/>
                  </a:lnTo>
                  <a:lnTo>
                    <a:pt x="617220" y="2527"/>
                  </a:lnTo>
                  <a:lnTo>
                    <a:pt x="424180" y="2527"/>
                  </a:lnTo>
                  <a:lnTo>
                    <a:pt x="424180" y="1270"/>
                  </a:lnTo>
                  <a:lnTo>
                    <a:pt x="619747" y="1270"/>
                  </a:lnTo>
                  <a:lnTo>
                    <a:pt x="619747" y="2540"/>
                  </a:lnTo>
                  <a:lnTo>
                    <a:pt x="622300" y="2540"/>
                  </a:lnTo>
                  <a:lnTo>
                    <a:pt x="622300" y="1270"/>
                  </a:lnTo>
                  <a:lnTo>
                    <a:pt x="624852" y="127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9E3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7184377" y="2004059"/>
              <a:ext cx="389890" cy="44450"/>
            </a:xfrm>
            <a:custGeom>
              <a:avLst/>
              <a:gdLst/>
              <a:ahLst/>
              <a:cxnLst/>
              <a:rect l="l" t="t" r="r" b="b"/>
              <a:pathLst>
                <a:path w="389890" h="44450">
                  <a:moveTo>
                    <a:pt x="379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3797" y="1270"/>
                  </a:lnTo>
                  <a:lnTo>
                    <a:pt x="3797" y="0"/>
                  </a:lnTo>
                  <a:close/>
                </a:path>
                <a:path w="389890" h="44450">
                  <a:moveTo>
                    <a:pt x="54597" y="16522"/>
                  </a:moveTo>
                  <a:lnTo>
                    <a:pt x="50800" y="16522"/>
                  </a:lnTo>
                  <a:lnTo>
                    <a:pt x="50800" y="17792"/>
                  </a:lnTo>
                  <a:lnTo>
                    <a:pt x="54597" y="17792"/>
                  </a:lnTo>
                  <a:lnTo>
                    <a:pt x="54597" y="16522"/>
                  </a:lnTo>
                  <a:close/>
                </a:path>
                <a:path w="389890" h="44450">
                  <a:moveTo>
                    <a:pt x="62230" y="19062"/>
                  </a:moveTo>
                  <a:lnTo>
                    <a:pt x="58407" y="19062"/>
                  </a:lnTo>
                  <a:lnTo>
                    <a:pt x="58407" y="20332"/>
                  </a:lnTo>
                  <a:lnTo>
                    <a:pt x="62230" y="20332"/>
                  </a:lnTo>
                  <a:lnTo>
                    <a:pt x="62230" y="19062"/>
                  </a:lnTo>
                  <a:close/>
                </a:path>
                <a:path w="389890" h="44450">
                  <a:moveTo>
                    <a:pt x="74930" y="22872"/>
                  </a:moveTo>
                  <a:lnTo>
                    <a:pt x="69850" y="22872"/>
                  </a:lnTo>
                  <a:lnTo>
                    <a:pt x="69850" y="24142"/>
                  </a:lnTo>
                  <a:lnTo>
                    <a:pt x="74930" y="24142"/>
                  </a:lnTo>
                  <a:lnTo>
                    <a:pt x="74930" y="22872"/>
                  </a:lnTo>
                  <a:close/>
                </a:path>
                <a:path w="389890" h="44450">
                  <a:moveTo>
                    <a:pt x="82550" y="25412"/>
                  </a:moveTo>
                  <a:lnTo>
                    <a:pt x="78727" y="25412"/>
                  </a:lnTo>
                  <a:lnTo>
                    <a:pt x="78727" y="26682"/>
                  </a:lnTo>
                  <a:lnTo>
                    <a:pt x="82550" y="26682"/>
                  </a:lnTo>
                  <a:lnTo>
                    <a:pt x="82550" y="25412"/>
                  </a:lnTo>
                  <a:close/>
                </a:path>
                <a:path w="389890" h="44450">
                  <a:moveTo>
                    <a:pt x="93980" y="29222"/>
                  </a:moveTo>
                  <a:lnTo>
                    <a:pt x="90157" y="29222"/>
                  </a:lnTo>
                  <a:lnTo>
                    <a:pt x="90157" y="30492"/>
                  </a:lnTo>
                  <a:lnTo>
                    <a:pt x="93980" y="30492"/>
                  </a:lnTo>
                  <a:lnTo>
                    <a:pt x="93980" y="29222"/>
                  </a:lnTo>
                  <a:close/>
                </a:path>
                <a:path w="389890" h="44450">
                  <a:moveTo>
                    <a:pt x="101600" y="31762"/>
                  </a:moveTo>
                  <a:lnTo>
                    <a:pt x="97777" y="31762"/>
                  </a:lnTo>
                  <a:lnTo>
                    <a:pt x="97777" y="33032"/>
                  </a:lnTo>
                  <a:lnTo>
                    <a:pt x="101600" y="33032"/>
                  </a:lnTo>
                  <a:lnTo>
                    <a:pt x="101600" y="31762"/>
                  </a:lnTo>
                  <a:close/>
                </a:path>
                <a:path w="389890" h="44450">
                  <a:moveTo>
                    <a:pt x="114300" y="35572"/>
                  </a:moveTo>
                  <a:lnTo>
                    <a:pt x="109207" y="35572"/>
                  </a:lnTo>
                  <a:lnTo>
                    <a:pt x="109207" y="36842"/>
                  </a:lnTo>
                  <a:lnTo>
                    <a:pt x="114300" y="36842"/>
                  </a:lnTo>
                  <a:lnTo>
                    <a:pt x="114300" y="35572"/>
                  </a:lnTo>
                  <a:close/>
                </a:path>
                <a:path w="389890" h="44450">
                  <a:moveTo>
                    <a:pt x="121907" y="38112"/>
                  </a:moveTo>
                  <a:lnTo>
                    <a:pt x="118097" y="38112"/>
                  </a:lnTo>
                  <a:lnTo>
                    <a:pt x="118097" y="39382"/>
                  </a:lnTo>
                  <a:lnTo>
                    <a:pt x="121907" y="39382"/>
                  </a:lnTo>
                  <a:lnTo>
                    <a:pt x="121907" y="38112"/>
                  </a:lnTo>
                  <a:close/>
                </a:path>
                <a:path w="389890" h="44450">
                  <a:moveTo>
                    <a:pt x="133350" y="41922"/>
                  </a:moveTo>
                  <a:lnTo>
                    <a:pt x="129527" y="41922"/>
                  </a:lnTo>
                  <a:lnTo>
                    <a:pt x="129527" y="43192"/>
                  </a:lnTo>
                  <a:lnTo>
                    <a:pt x="133350" y="43192"/>
                  </a:lnTo>
                  <a:lnTo>
                    <a:pt x="133350" y="41922"/>
                  </a:lnTo>
                  <a:close/>
                </a:path>
                <a:path w="389890" h="44450">
                  <a:moveTo>
                    <a:pt x="210959" y="43180"/>
                  </a:moveTo>
                  <a:lnTo>
                    <a:pt x="137147" y="43180"/>
                  </a:lnTo>
                  <a:lnTo>
                    <a:pt x="137147" y="44450"/>
                  </a:lnTo>
                  <a:lnTo>
                    <a:pt x="210959" y="44450"/>
                  </a:lnTo>
                  <a:lnTo>
                    <a:pt x="210959" y="43180"/>
                  </a:lnTo>
                  <a:close/>
                </a:path>
                <a:path w="389890" h="44450">
                  <a:moveTo>
                    <a:pt x="210959" y="39370"/>
                  </a:moveTo>
                  <a:lnTo>
                    <a:pt x="125730" y="39370"/>
                  </a:lnTo>
                  <a:lnTo>
                    <a:pt x="125730" y="41910"/>
                  </a:lnTo>
                  <a:lnTo>
                    <a:pt x="210959" y="41910"/>
                  </a:lnTo>
                  <a:lnTo>
                    <a:pt x="210959" y="39370"/>
                  </a:lnTo>
                  <a:close/>
                </a:path>
                <a:path w="389890" h="44450">
                  <a:moveTo>
                    <a:pt x="210959" y="36830"/>
                  </a:moveTo>
                  <a:lnTo>
                    <a:pt x="118097" y="36830"/>
                  </a:lnTo>
                  <a:lnTo>
                    <a:pt x="118097" y="38100"/>
                  </a:lnTo>
                  <a:lnTo>
                    <a:pt x="210959" y="38100"/>
                  </a:lnTo>
                  <a:lnTo>
                    <a:pt x="210959" y="36830"/>
                  </a:lnTo>
                  <a:close/>
                </a:path>
                <a:path w="389890" h="44450">
                  <a:moveTo>
                    <a:pt x="210959" y="33020"/>
                  </a:moveTo>
                  <a:lnTo>
                    <a:pt x="105397" y="33020"/>
                  </a:lnTo>
                  <a:lnTo>
                    <a:pt x="105397" y="35560"/>
                  </a:lnTo>
                  <a:lnTo>
                    <a:pt x="210959" y="35560"/>
                  </a:lnTo>
                  <a:lnTo>
                    <a:pt x="210959" y="33020"/>
                  </a:lnTo>
                  <a:close/>
                </a:path>
                <a:path w="389890" h="44450">
                  <a:moveTo>
                    <a:pt x="210959" y="30480"/>
                  </a:moveTo>
                  <a:lnTo>
                    <a:pt x="97777" y="30480"/>
                  </a:lnTo>
                  <a:lnTo>
                    <a:pt x="97777" y="31750"/>
                  </a:lnTo>
                  <a:lnTo>
                    <a:pt x="210959" y="31750"/>
                  </a:lnTo>
                  <a:lnTo>
                    <a:pt x="210959" y="30480"/>
                  </a:lnTo>
                  <a:close/>
                </a:path>
                <a:path w="389890" h="44450">
                  <a:moveTo>
                    <a:pt x="210959" y="26670"/>
                  </a:moveTo>
                  <a:lnTo>
                    <a:pt x="86347" y="26670"/>
                  </a:lnTo>
                  <a:lnTo>
                    <a:pt x="86347" y="29210"/>
                  </a:lnTo>
                  <a:lnTo>
                    <a:pt x="210959" y="29210"/>
                  </a:lnTo>
                  <a:lnTo>
                    <a:pt x="210959" y="26670"/>
                  </a:lnTo>
                  <a:close/>
                </a:path>
                <a:path w="389890" h="44450">
                  <a:moveTo>
                    <a:pt x="210959" y="24142"/>
                  </a:moveTo>
                  <a:lnTo>
                    <a:pt x="78727" y="24142"/>
                  </a:lnTo>
                  <a:lnTo>
                    <a:pt x="78727" y="25400"/>
                  </a:lnTo>
                  <a:lnTo>
                    <a:pt x="210959" y="25400"/>
                  </a:lnTo>
                  <a:lnTo>
                    <a:pt x="210959" y="24142"/>
                  </a:lnTo>
                  <a:close/>
                </a:path>
                <a:path w="389890" h="44450">
                  <a:moveTo>
                    <a:pt x="210959" y="20320"/>
                  </a:moveTo>
                  <a:lnTo>
                    <a:pt x="66027" y="20320"/>
                  </a:lnTo>
                  <a:lnTo>
                    <a:pt x="66027" y="22860"/>
                  </a:lnTo>
                  <a:lnTo>
                    <a:pt x="210959" y="22860"/>
                  </a:lnTo>
                  <a:lnTo>
                    <a:pt x="210959" y="20320"/>
                  </a:lnTo>
                  <a:close/>
                </a:path>
                <a:path w="389890" h="44450">
                  <a:moveTo>
                    <a:pt x="210959" y="17792"/>
                  </a:moveTo>
                  <a:lnTo>
                    <a:pt x="58407" y="17792"/>
                  </a:lnTo>
                  <a:lnTo>
                    <a:pt x="58407" y="19050"/>
                  </a:lnTo>
                  <a:lnTo>
                    <a:pt x="210959" y="19050"/>
                  </a:lnTo>
                  <a:lnTo>
                    <a:pt x="210959" y="17792"/>
                  </a:lnTo>
                  <a:close/>
                </a:path>
                <a:path w="389890" h="44450">
                  <a:moveTo>
                    <a:pt x="210959" y="13970"/>
                  </a:moveTo>
                  <a:lnTo>
                    <a:pt x="46977" y="13970"/>
                  </a:lnTo>
                  <a:lnTo>
                    <a:pt x="46977" y="16510"/>
                  </a:lnTo>
                  <a:lnTo>
                    <a:pt x="210959" y="16510"/>
                  </a:lnTo>
                  <a:lnTo>
                    <a:pt x="210959" y="13970"/>
                  </a:lnTo>
                  <a:close/>
                </a:path>
                <a:path w="389890" h="44450">
                  <a:moveTo>
                    <a:pt x="358127" y="43180"/>
                  </a:moveTo>
                  <a:lnTo>
                    <a:pt x="312534" y="43180"/>
                  </a:lnTo>
                  <a:lnTo>
                    <a:pt x="312534" y="44450"/>
                  </a:lnTo>
                  <a:lnTo>
                    <a:pt x="358127" y="44450"/>
                  </a:lnTo>
                  <a:lnTo>
                    <a:pt x="358127" y="43180"/>
                  </a:lnTo>
                  <a:close/>
                </a:path>
                <a:path w="389890" h="44450">
                  <a:moveTo>
                    <a:pt x="360680" y="41922"/>
                  </a:moveTo>
                  <a:lnTo>
                    <a:pt x="359397" y="41922"/>
                  </a:lnTo>
                  <a:lnTo>
                    <a:pt x="359397" y="43192"/>
                  </a:lnTo>
                  <a:lnTo>
                    <a:pt x="360680" y="43192"/>
                  </a:lnTo>
                  <a:lnTo>
                    <a:pt x="360680" y="41922"/>
                  </a:lnTo>
                  <a:close/>
                </a:path>
                <a:path w="389890" h="44450">
                  <a:moveTo>
                    <a:pt x="360680" y="39370"/>
                  </a:moveTo>
                  <a:lnTo>
                    <a:pt x="312534" y="39370"/>
                  </a:lnTo>
                  <a:lnTo>
                    <a:pt x="312534" y="41910"/>
                  </a:lnTo>
                  <a:lnTo>
                    <a:pt x="360680" y="41910"/>
                  </a:lnTo>
                  <a:lnTo>
                    <a:pt x="360680" y="39370"/>
                  </a:lnTo>
                  <a:close/>
                </a:path>
                <a:path w="389890" h="44450">
                  <a:moveTo>
                    <a:pt x="363207" y="38112"/>
                  </a:moveTo>
                  <a:lnTo>
                    <a:pt x="361924" y="38112"/>
                  </a:lnTo>
                  <a:lnTo>
                    <a:pt x="361924" y="39382"/>
                  </a:lnTo>
                  <a:lnTo>
                    <a:pt x="363207" y="39382"/>
                  </a:lnTo>
                  <a:lnTo>
                    <a:pt x="363207" y="38112"/>
                  </a:lnTo>
                  <a:close/>
                </a:path>
                <a:path w="389890" h="44450">
                  <a:moveTo>
                    <a:pt x="363207" y="36830"/>
                  </a:moveTo>
                  <a:lnTo>
                    <a:pt x="312534" y="36830"/>
                  </a:lnTo>
                  <a:lnTo>
                    <a:pt x="312534" y="38100"/>
                  </a:lnTo>
                  <a:lnTo>
                    <a:pt x="363207" y="38100"/>
                  </a:lnTo>
                  <a:lnTo>
                    <a:pt x="363207" y="36830"/>
                  </a:lnTo>
                  <a:close/>
                </a:path>
                <a:path w="389890" h="44450">
                  <a:moveTo>
                    <a:pt x="365747" y="33020"/>
                  </a:moveTo>
                  <a:lnTo>
                    <a:pt x="312534" y="33020"/>
                  </a:lnTo>
                  <a:lnTo>
                    <a:pt x="312534" y="35560"/>
                  </a:lnTo>
                  <a:lnTo>
                    <a:pt x="365747" y="35560"/>
                  </a:lnTo>
                  <a:lnTo>
                    <a:pt x="365747" y="33020"/>
                  </a:lnTo>
                  <a:close/>
                </a:path>
                <a:path w="389890" h="44450">
                  <a:moveTo>
                    <a:pt x="368274" y="31762"/>
                  </a:moveTo>
                  <a:lnTo>
                    <a:pt x="367030" y="31762"/>
                  </a:lnTo>
                  <a:lnTo>
                    <a:pt x="367030" y="33032"/>
                  </a:lnTo>
                  <a:lnTo>
                    <a:pt x="368274" y="33032"/>
                  </a:lnTo>
                  <a:lnTo>
                    <a:pt x="368274" y="31762"/>
                  </a:lnTo>
                  <a:close/>
                </a:path>
                <a:path w="389890" h="44450">
                  <a:moveTo>
                    <a:pt x="368287" y="30480"/>
                  </a:moveTo>
                  <a:lnTo>
                    <a:pt x="312534" y="30480"/>
                  </a:lnTo>
                  <a:lnTo>
                    <a:pt x="312534" y="31750"/>
                  </a:lnTo>
                  <a:lnTo>
                    <a:pt x="368287" y="31750"/>
                  </a:lnTo>
                  <a:lnTo>
                    <a:pt x="368287" y="30480"/>
                  </a:lnTo>
                  <a:close/>
                </a:path>
                <a:path w="389890" h="44450">
                  <a:moveTo>
                    <a:pt x="369557" y="29222"/>
                  </a:moveTo>
                  <a:lnTo>
                    <a:pt x="368300" y="29222"/>
                  </a:lnTo>
                  <a:lnTo>
                    <a:pt x="368300" y="30492"/>
                  </a:lnTo>
                  <a:lnTo>
                    <a:pt x="369557" y="30492"/>
                  </a:lnTo>
                  <a:lnTo>
                    <a:pt x="369557" y="29222"/>
                  </a:lnTo>
                  <a:close/>
                </a:path>
                <a:path w="389890" h="44450">
                  <a:moveTo>
                    <a:pt x="370827" y="26670"/>
                  </a:moveTo>
                  <a:lnTo>
                    <a:pt x="312534" y="26670"/>
                  </a:lnTo>
                  <a:lnTo>
                    <a:pt x="312534" y="29210"/>
                  </a:lnTo>
                  <a:lnTo>
                    <a:pt x="370827" y="29210"/>
                  </a:lnTo>
                  <a:lnTo>
                    <a:pt x="370827" y="26670"/>
                  </a:lnTo>
                  <a:close/>
                </a:path>
                <a:path w="389890" h="44450">
                  <a:moveTo>
                    <a:pt x="372097" y="24142"/>
                  </a:moveTo>
                  <a:lnTo>
                    <a:pt x="312534" y="24142"/>
                  </a:lnTo>
                  <a:lnTo>
                    <a:pt x="312534" y="25400"/>
                  </a:lnTo>
                  <a:lnTo>
                    <a:pt x="372097" y="25400"/>
                  </a:lnTo>
                  <a:lnTo>
                    <a:pt x="372097" y="24142"/>
                  </a:lnTo>
                  <a:close/>
                </a:path>
                <a:path w="389890" h="44450">
                  <a:moveTo>
                    <a:pt x="374650" y="22872"/>
                  </a:moveTo>
                  <a:lnTo>
                    <a:pt x="373380" y="22872"/>
                  </a:lnTo>
                  <a:lnTo>
                    <a:pt x="373380" y="24142"/>
                  </a:lnTo>
                  <a:lnTo>
                    <a:pt x="374650" y="24142"/>
                  </a:lnTo>
                  <a:lnTo>
                    <a:pt x="374650" y="22872"/>
                  </a:lnTo>
                  <a:close/>
                </a:path>
                <a:path w="389890" h="44450">
                  <a:moveTo>
                    <a:pt x="377177" y="19062"/>
                  </a:moveTo>
                  <a:lnTo>
                    <a:pt x="375907" y="19062"/>
                  </a:lnTo>
                  <a:lnTo>
                    <a:pt x="375907" y="20320"/>
                  </a:lnTo>
                  <a:lnTo>
                    <a:pt x="312534" y="20320"/>
                  </a:lnTo>
                  <a:lnTo>
                    <a:pt x="312534" y="22860"/>
                  </a:lnTo>
                  <a:lnTo>
                    <a:pt x="375907" y="22860"/>
                  </a:lnTo>
                  <a:lnTo>
                    <a:pt x="375907" y="20332"/>
                  </a:lnTo>
                  <a:lnTo>
                    <a:pt x="377177" y="20332"/>
                  </a:lnTo>
                  <a:lnTo>
                    <a:pt x="377177" y="19062"/>
                  </a:lnTo>
                  <a:close/>
                </a:path>
                <a:path w="389890" h="44450">
                  <a:moveTo>
                    <a:pt x="377177" y="17792"/>
                  </a:moveTo>
                  <a:lnTo>
                    <a:pt x="312534" y="17792"/>
                  </a:lnTo>
                  <a:lnTo>
                    <a:pt x="312534" y="19050"/>
                  </a:lnTo>
                  <a:lnTo>
                    <a:pt x="377177" y="19050"/>
                  </a:lnTo>
                  <a:lnTo>
                    <a:pt x="377177" y="17792"/>
                  </a:lnTo>
                  <a:close/>
                </a:path>
                <a:path w="389890" h="44450">
                  <a:moveTo>
                    <a:pt x="379730" y="16522"/>
                  </a:moveTo>
                  <a:lnTo>
                    <a:pt x="378447" y="16522"/>
                  </a:lnTo>
                  <a:lnTo>
                    <a:pt x="378447" y="17792"/>
                  </a:lnTo>
                  <a:lnTo>
                    <a:pt x="379730" y="17792"/>
                  </a:lnTo>
                  <a:lnTo>
                    <a:pt x="379730" y="16522"/>
                  </a:lnTo>
                  <a:close/>
                </a:path>
                <a:path w="389890" h="44450">
                  <a:moveTo>
                    <a:pt x="379730" y="13970"/>
                  </a:moveTo>
                  <a:lnTo>
                    <a:pt x="312534" y="13970"/>
                  </a:lnTo>
                  <a:lnTo>
                    <a:pt x="312534" y="16510"/>
                  </a:lnTo>
                  <a:lnTo>
                    <a:pt x="379730" y="16510"/>
                  </a:lnTo>
                  <a:lnTo>
                    <a:pt x="379730" y="13970"/>
                  </a:lnTo>
                  <a:close/>
                </a:path>
                <a:path w="389890" h="44450">
                  <a:moveTo>
                    <a:pt x="382257" y="11442"/>
                  </a:moveTo>
                  <a:lnTo>
                    <a:pt x="39357" y="11442"/>
                  </a:lnTo>
                  <a:lnTo>
                    <a:pt x="39357" y="12712"/>
                  </a:lnTo>
                  <a:lnTo>
                    <a:pt x="39357" y="13982"/>
                  </a:lnTo>
                  <a:lnTo>
                    <a:pt x="43180" y="13982"/>
                  </a:lnTo>
                  <a:lnTo>
                    <a:pt x="43180" y="12712"/>
                  </a:lnTo>
                  <a:lnTo>
                    <a:pt x="381000" y="12712"/>
                  </a:lnTo>
                  <a:lnTo>
                    <a:pt x="381000" y="13982"/>
                  </a:lnTo>
                  <a:lnTo>
                    <a:pt x="382257" y="13982"/>
                  </a:lnTo>
                  <a:lnTo>
                    <a:pt x="382257" y="12712"/>
                  </a:lnTo>
                  <a:lnTo>
                    <a:pt x="382257" y="11442"/>
                  </a:lnTo>
                  <a:close/>
                </a:path>
                <a:path w="389890" h="44450">
                  <a:moveTo>
                    <a:pt x="384797" y="7632"/>
                  </a:moveTo>
                  <a:lnTo>
                    <a:pt x="26657" y="7632"/>
                  </a:lnTo>
                  <a:lnTo>
                    <a:pt x="26657" y="10172"/>
                  </a:lnTo>
                  <a:lnTo>
                    <a:pt x="30480" y="10172"/>
                  </a:lnTo>
                  <a:lnTo>
                    <a:pt x="30480" y="11442"/>
                  </a:lnTo>
                  <a:lnTo>
                    <a:pt x="35547" y="11442"/>
                  </a:lnTo>
                  <a:lnTo>
                    <a:pt x="35547" y="10172"/>
                  </a:lnTo>
                  <a:lnTo>
                    <a:pt x="384797" y="10172"/>
                  </a:lnTo>
                  <a:lnTo>
                    <a:pt x="384797" y="7632"/>
                  </a:lnTo>
                  <a:close/>
                </a:path>
                <a:path w="389890" h="44450">
                  <a:moveTo>
                    <a:pt x="389877" y="1282"/>
                  </a:moveTo>
                  <a:lnTo>
                    <a:pt x="7607" y="1282"/>
                  </a:lnTo>
                  <a:lnTo>
                    <a:pt x="7607" y="3822"/>
                  </a:lnTo>
                  <a:lnTo>
                    <a:pt x="11430" y="3822"/>
                  </a:lnTo>
                  <a:lnTo>
                    <a:pt x="11430" y="5092"/>
                  </a:lnTo>
                  <a:lnTo>
                    <a:pt x="15227" y="5092"/>
                  </a:lnTo>
                  <a:lnTo>
                    <a:pt x="15227" y="3822"/>
                  </a:lnTo>
                  <a:lnTo>
                    <a:pt x="387337" y="3822"/>
                  </a:lnTo>
                  <a:lnTo>
                    <a:pt x="387337" y="5092"/>
                  </a:lnTo>
                  <a:lnTo>
                    <a:pt x="19050" y="5092"/>
                  </a:lnTo>
                  <a:lnTo>
                    <a:pt x="19050" y="6362"/>
                  </a:lnTo>
                  <a:lnTo>
                    <a:pt x="19050" y="7632"/>
                  </a:lnTo>
                  <a:lnTo>
                    <a:pt x="22847" y="7632"/>
                  </a:lnTo>
                  <a:lnTo>
                    <a:pt x="22847" y="6362"/>
                  </a:lnTo>
                  <a:lnTo>
                    <a:pt x="386080" y="6362"/>
                  </a:lnTo>
                  <a:lnTo>
                    <a:pt x="386080" y="7632"/>
                  </a:lnTo>
                  <a:lnTo>
                    <a:pt x="387350" y="7632"/>
                  </a:lnTo>
                  <a:lnTo>
                    <a:pt x="387350" y="6362"/>
                  </a:lnTo>
                  <a:lnTo>
                    <a:pt x="387350" y="5092"/>
                  </a:lnTo>
                  <a:lnTo>
                    <a:pt x="388607" y="5092"/>
                  </a:lnTo>
                  <a:lnTo>
                    <a:pt x="388607" y="3822"/>
                  </a:lnTo>
                  <a:lnTo>
                    <a:pt x="389877" y="3822"/>
                  </a:lnTo>
                  <a:lnTo>
                    <a:pt x="389877" y="1282"/>
                  </a:lnTo>
                  <a:close/>
                </a:path>
              </a:pathLst>
            </a:custGeom>
            <a:solidFill>
              <a:srgbClr val="9E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7321525" y="2048509"/>
              <a:ext cx="220979" cy="24765"/>
            </a:xfrm>
            <a:custGeom>
              <a:avLst/>
              <a:gdLst/>
              <a:ahLst/>
              <a:cxnLst/>
              <a:rect l="l" t="t" r="r" b="b"/>
              <a:pathLst>
                <a:path w="220979" h="24764">
                  <a:moveTo>
                    <a:pt x="3810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3810" y="1270"/>
                  </a:lnTo>
                  <a:lnTo>
                    <a:pt x="3810" y="0"/>
                  </a:lnTo>
                  <a:close/>
                </a:path>
                <a:path w="220979" h="24764">
                  <a:moveTo>
                    <a:pt x="15252" y="3822"/>
                  </a:moveTo>
                  <a:lnTo>
                    <a:pt x="11430" y="3822"/>
                  </a:lnTo>
                  <a:lnTo>
                    <a:pt x="11430" y="5092"/>
                  </a:lnTo>
                  <a:lnTo>
                    <a:pt x="15252" y="5092"/>
                  </a:lnTo>
                  <a:lnTo>
                    <a:pt x="15252" y="3822"/>
                  </a:lnTo>
                  <a:close/>
                </a:path>
                <a:path w="220979" h="24764">
                  <a:moveTo>
                    <a:pt x="24130" y="6362"/>
                  </a:moveTo>
                  <a:lnTo>
                    <a:pt x="20332" y="6362"/>
                  </a:lnTo>
                  <a:lnTo>
                    <a:pt x="20332" y="7632"/>
                  </a:lnTo>
                  <a:lnTo>
                    <a:pt x="24130" y="7632"/>
                  </a:lnTo>
                  <a:lnTo>
                    <a:pt x="24130" y="6362"/>
                  </a:lnTo>
                  <a:close/>
                </a:path>
                <a:path w="220979" h="24764">
                  <a:moveTo>
                    <a:pt x="73812" y="1270"/>
                  </a:moveTo>
                  <a:lnTo>
                    <a:pt x="7632" y="1270"/>
                  </a:lnTo>
                  <a:lnTo>
                    <a:pt x="7632" y="3810"/>
                  </a:lnTo>
                  <a:lnTo>
                    <a:pt x="73812" y="3810"/>
                  </a:lnTo>
                  <a:lnTo>
                    <a:pt x="73812" y="1270"/>
                  </a:lnTo>
                  <a:close/>
                </a:path>
                <a:path w="220979" h="24764">
                  <a:moveTo>
                    <a:pt x="185407" y="20332"/>
                  </a:moveTo>
                  <a:lnTo>
                    <a:pt x="67310" y="20332"/>
                  </a:lnTo>
                  <a:lnTo>
                    <a:pt x="67310" y="22872"/>
                  </a:lnTo>
                  <a:lnTo>
                    <a:pt x="71132" y="22872"/>
                  </a:lnTo>
                  <a:lnTo>
                    <a:pt x="71132" y="24142"/>
                  </a:lnTo>
                  <a:lnTo>
                    <a:pt x="76200" y="24142"/>
                  </a:lnTo>
                  <a:lnTo>
                    <a:pt x="76200" y="22872"/>
                  </a:lnTo>
                  <a:lnTo>
                    <a:pt x="177800" y="22872"/>
                  </a:lnTo>
                  <a:lnTo>
                    <a:pt x="177800" y="24142"/>
                  </a:lnTo>
                  <a:lnTo>
                    <a:pt x="181610" y="24142"/>
                  </a:lnTo>
                  <a:lnTo>
                    <a:pt x="181610" y="22872"/>
                  </a:lnTo>
                  <a:lnTo>
                    <a:pt x="185407" y="22872"/>
                  </a:lnTo>
                  <a:lnTo>
                    <a:pt x="185407" y="20332"/>
                  </a:lnTo>
                  <a:close/>
                </a:path>
                <a:path w="220979" h="24764">
                  <a:moveTo>
                    <a:pt x="193052" y="17792"/>
                  </a:moveTo>
                  <a:lnTo>
                    <a:pt x="59702" y="17792"/>
                  </a:lnTo>
                  <a:lnTo>
                    <a:pt x="59702" y="19062"/>
                  </a:lnTo>
                  <a:lnTo>
                    <a:pt x="59702" y="20332"/>
                  </a:lnTo>
                  <a:lnTo>
                    <a:pt x="63500" y="20332"/>
                  </a:lnTo>
                  <a:lnTo>
                    <a:pt x="63500" y="19062"/>
                  </a:lnTo>
                  <a:lnTo>
                    <a:pt x="189230" y="19062"/>
                  </a:lnTo>
                  <a:lnTo>
                    <a:pt x="189230" y="20332"/>
                  </a:lnTo>
                  <a:lnTo>
                    <a:pt x="193052" y="20332"/>
                  </a:lnTo>
                  <a:lnTo>
                    <a:pt x="193052" y="19062"/>
                  </a:lnTo>
                  <a:lnTo>
                    <a:pt x="193052" y="17792"/>
                  </a:lnTo>
                  <a:close/>
                </a:path>
                <a:path w="220979" h="24764">
                  <a:moveTo>
                    <a:pt x="205752" y="13982"/>
                  </a:moveTo>
                  <a:lnTo>
                    <a:pt x="47002" y="13982"/>
                  </a:lnTo>
                  <a:lnTo>
                    <a:pt x="47002" y="16522"/>
                  </a:lnTo>
                  <a:lnTo>
                    <a:pt x="50800" y="16522"/>
                  </a:lnTo>
                  <a:lnTo>
                    <a:pt x="50800" y="17792"/>
                  </a:lnTo>
                  <a:lnTo>
                    <a:pt x="54610" y="17792"/>
                  </a:lnTo>
                  <a:lnTo>
                    <a:pt x="54610" y="16522"/>
                  </a:lnTo>
                  <a:lnTo>
                    <a:pt x="196850" y="16522"/>
                  </a:lnTo>
                  <a:lnTo>
                    <a:pt x="196850" y="17792"/>
                  </a:lnTo>
                  <a:lnTo>
                    <a:pt x="201930" y="17792"/>
                  </a:lnTo>
                  <a:lnTo>
                    <a:pt x="201930" y="16522"/>
                  </a:lnTo>
                  <a:lnTo>
                    <a:pt x="205752" y="16522"/>
                  </a:lnTo>
                  <a:lnTo>
                    <a:pt x="205752" y="13982"/>
                  </a:lnTo>
                  <a:close/>
                </a:path>
                <a:path w="220979" h="24764">
                  <a:moveTo>
                    <a:pt x="214630" y="7632"/>
                  </a:moveTo>
                  <a:lnTo>
                    <a:pt x="27952" y="7632"/>
                  </a:lnTo>
                  <a:lnTo>
                    <a:pt x="27952" y="10172"/>
                  </a:lnTo>
                  <a:lnTo>
                    <a:pt x="31750" y="10172"/>
                  </a:lnTo>
                  <a:lnTo>
                    <a:pt x="31750" y="11442"/>
                  </a:lnTo>
                  <a:lnTo>
                    <a:pt x="35560" y="11442"/>
                  </a:lnTo>
                  <a:lnTo>
                    <a:pt x="35560" y="10172"/>
                  </a:lnTo>
                  <a:lnTo>
                    <a:pt x="212090" y="10172"/>
                  </a:lnTo>
                  <a:lnTo>
                    <a:pt x="212090" y="11442"/>
                  </a:lnTo>
                  <a:lnTo>
                    <a:pt x="39382" y="11442"/>
                  </a:lnTo>
                  <a:lnTo>
                    <a:pt x="39382" y="12712"/>
                  </a:lnTo>
                  <a:lnTo>
                    <a:pt x="39382" y="13982"/>
                  </a:lnTo>
                  <a:lnTo>
                    <a:pt x="43180" y="13982"/>
                  </a:lnTo>
                  <a:lnTo>
                    <a:pt x="43180" y="12712"/>
                  </a:lnTo>
                  <a:lnTo>
                    <a:pt x="210832" y="12712"/>
                  </a:lnTo>
                  <a:lnTo>
                    <a:pt x="210832" y="13982"/>
                  </a:lnTo>
                  <a:lnTo>
                    <a:pt x="212102" y="13982"/>
                  </a:lnTo>
                  <a:lnTo>
                    <a:pt x="212102" y="12712"/>
                  </a:lnTo>
                  <a:lnTo>
                    <a:pt x="212102" y="11442"/>
                  </a:lnTo>
                  <a:lnTo>
                    <a:pt x="213360" y="11442"/>
                  </a:lnTo>
                  <a:lnTo>
                    <a:pt x="213360" y="10172"/>
                  </a:lnTo>
                  <a:lnTo>
                    <a:pt x="214630" y="10172"/>
                  </a:lnTo>
                  <a:lnTo>
                    <a:pt x="214630" y="7632"/>
                  </a:lnTo>
                  <a:close/>
                </a:path>
                <a:path w="220979" h="24764">
                  <a:moveTo>
                    <a:pt x="215900" y="5092"/>
                  </a:moveTo>
                  <a:lnTo>
                    <a:pt x="20332" y="5092"/>
                  </a:lnTo>
                  <a:lnTo>
                    <a:pt x="20332" y="5461"/>
                  </a:lnTo>
                  <a:lnTo>
                    <a:pt x="20332" y="6350"/>
                  </a:lnTo>
                  <a:lnTo>
                    <a:pt x="215900" y="6350"/>
                  </a:lnTo>
                  <a:lnTo>
                    <a:pt x="215900" y="5461"/>
                  </a:lnTo>
                  <a:lnTo>
                    <a:pt x="215900" y="5092"/>
                  </a:lnTo>
                  <a:close/>
                </a:path>
                <a:path w="220979" h="24764">
                  <a:moveTo>
                    <a:pt x="218427" y="3822"/>
                  </a:moveTo>
                  <a:lnTo>
                    <a:pt x="217182" y="3822"/>
                  </a:lnTo>
                  <a:lnTo>
                    <a:pt x="217182" y="5092"/>
                  </a:lnTo>
                  <a:lnTo>
                    <a:pt x="218427" y="5092"/>
                  </a:lnTo>
                  <a:lnTo>
                    <a:pt x="218427" y="3822"/>
                  </a:lnTo>
                  <a:close/>
                </a:path>
                <a:path w="220979" h="24764">
                  <a:moveTo>
                    <a:pt x="219710" y="1270"/>
                  </a:moveTo>
                  <a:lnTo>
                    <a:pt x="175387" y="1270"/>
                  </a:lnTo>
                  <a:lnTo>
                    <a:pt x="175387" y="3810"/>
                  </a:lnTo>
                  <a:lnTo>
                    <a:pt x="219710" y="3810"/>
                  </a:lnTo>
                  <a:lnTo>
                    <a:pt x="219710" y="1270"/>
                  </a:lnTo>
                  <a:close/>
                </a:path>
                <a:path w="220979" h="24764">
                  <a:moveTo>
                    <a:pt x="220980" y="0"/>
                  </a:moveTo>
                  <a:lnTo>
                    <a:pt x="219710" y="0"/>
                  </a:lnTo>
                  <a:lnTo>
                    <a:pt x="219710" y="1270"/>
                  </a:lnTo>
                  <a:lnTo>
                    <a:pt x="220980" y="1270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9C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1" name="object 531"/>
          <p:cNvSpPr/>
          <p:nvPr/>
        </p:nvSpPr>
        <p:spPr>
          <a:xfrm>
            <a:off x="7152627" y="2134869"/>
            <a:ext cx="148590" cy="44450"/>
          </a:xfrm>
          <a:custGeom>
            <a:avLst/>
            <a:gdLst/>
            <a:ahLst/>
            <a:cxnLst/>
            <a:rect l="l" t="t" r="r" b="b"/>
            <a:pathLst>
              <a:path w="148590" h="44450">
                <a:moveTo>
                  <a:pt x="36830" y="41910"/>
                </a:moveTo>
                <a:lnTo>
                  <a:pt x="5080" y="41910"/>
                </a:lnTo>
                <a:lnTo>
                  <a:pt x="5080" y="40640"/>
                </a:lnTo>
                <a:lnTo>
                  <a:pt x="2527" y="40640"/>
                </a:lnTo>
                <a:lnTo>
                  <a:pt x="2527" y="41910"/>
                </a:lnTo>
                <a:lnTo>
                  <a:pt x="0" y="41910"/>
                </a:lnTo>
                <a:lnTo>
                  <a:pt x="0" y="44450"/>
                </a:lnTo>
                <a:lnTo>
                  <a:pt x="36830" y="44450"/>
                </a:lnTo>
                <a:lnTo>
                  <a:pt x="36830" y="41910"/>
                </a:lnTo>
                <a:close/>
              </a:path>
              <a:path w="148590" h="44450">
                <a:moveTo>
                  <a:pt x="41897" y="39370"/>
                </a:moveTo>
                <a:lnTo>
                  <a:pt x="8877" y="39370"/>
                </a:lnTo>
                <a:lnTo>
                  <a:pt x="8877" y="38100"/>
                </a:lnTo>
                <a:lnTo>
                  <a:pt x="6350" y="38100"/>
                </a:lnTo>
                <a:lnTo>
                  <a:pt x="6350" y="39370"/>
                </a:lnTo>
                <a:lnTo>
                  <a:pt x="5080" y="39370"/>
                </a:lnTo>
                <a:lnTo>
                  <a:pt x="5080" y="40640"/>
                </a:lnTo>
                <a:lnTo>
                  <a:pt x="39357" y="40640"/>
                </a:lnTo>
                <a:lnTo>
                  <a:pt x="39357" y="41910"/>
                </a:lnTo>
                <a:lnTo>
                  <a:pt x="41897" y="41910"/>
                </a:lnTo>
                <a:lnTo>
                  <a:pt x="41897" y="39370"/>
                </a:lnTo>
                <a:close/>
              </a:path>
              <a:path w="148590" h="44450">
                <a:moveTo>
                  <a:pt x="48247" y="35560"/>
                </a:moveTo>
                <a:lnTo>
                  <a:pt x="16497" y="35560"/>
                </a:lnTo>
                <a:lnTo>
                  <a:pt x="16497" y="34290"/>
                </a:lnTo>
                <a:lnTo>
                  <a:pt x="13957" y="34290"/>
                </a:lnTo>
                <a:lnTo>
                  <a:pt x="13957" y="35560"/>
                </a:lnTo>
                <a:lnTo>
                  <a:pt x="11430" y="35560"/>
                </a:lnTo>
                <a:lnTo>
                  <a:pt x="11430" y="38100"/>
                </a:lnTo>
                <a:lnTo>
                  <a:pt x="43180" y="38100"/>
                </a:lnTo>
                <a:lnTo>
                  <a:pt x="43180" y="39370"/>
                </a:lnTo>
                <a:lnTo>
                  <a:pt x="45707" y="39370"/>
                </a:lnTo>
                <a:lnTo>
                  <a:pt x="45707" y="38100"/>
                </a:lnTo>
                <a:lnTo>
                  <a:pt x="48247" y="38100"/>
                </a:lnTo>
                <a:lnTo>
                  <a:pt x="48247" y="35560"/>
                </a:lnTo>
                <a:close/>
              </a:path>
              <a:path w="148590" h="44450">
                <a:moveTo>
                  <a:pt x="53327" y="33020"/>
                </a:moveTo>
                <a:lnTo>
                  <a:pt x="21577" y="33020"/>
                </a:lnTo>
                <a:lnTo>
                  <a:pt x="21577" y="31750"/>
                </a:lnTo>
                <a:lnTo>
                  <a:pt x="19050" y="31750"/>
                </a:lnTo>
                <a:lnTo>
                  <a:pt x="19050" y="33020"/>
                </a:lnTo>
                <a:lnTo>
                  <a:pt x="16497" y="33020"/>
                </a:lnTo>
                <a:lnTo>
                  <a:pt x="16497" y="34290"/>
                </a:lnTo>
                <a:lnTo>
                  <a:pt x="50800" y="34290"/>
                </a:lnTo>
                <a:lnTo>
                  <a:pt x="50800" y="35560"/>
                </a:lnTo>
                <a:lnTo>
                  <a:pt x="53327" y="35560"/>
                </a:lnTo>
                <a:lnTo>
                  <a:pt x="53327" y="33020"/>
                </a:lnTo>
                <a:close/>
              </a:path>
              <a:path w="148590" h="44450">
                <a:moveTo>
                  <a:pt x="60947" y="29210"/>
                </a:moveTo>
                <a:lnTo>
                  <a:pt x="29197" y="29210"/>
                </a:lnTo>
                <a:lnTo>
                  <a:pt x="29197" y="27940"/>
                </a:lnTo>
                <a:lnTo>
                  <a:pt x="26657" y="27940"/>
                </a:lnTo>
                <a:lnTo>
                  <a:pt x="26657" y="29210"/>
                </a:lnTo>
                <a:lnTo>
                  <a:pt x="24130" y="29210"/>
                </a:lnTo>
                <a:lnTo>
                  <a:pt x="24130" y="31750"/>
                </a:lnTo>
                <a:lnTo>
                  <a:pt x="55880" y="31750"/>
                </a:lnTo>
                <a:lnTo>
                  <a:pt x="55880" y="33020"/>
                </a:lnTo>
                <a:lnTo>
                  <a:pt x="58407" y="33020"/>
                </a:lnTo>
                <a:lnTo>
                  <a:pt x="58407" y="31750"/>
                </a:lnTo>
                <a:lnTo>
                  <a:pt x="60947" y="31750"/>
                </a:lnTo>
                <a:lnTo>
                  <a:pt x="60947" y="29210"/>
                </a:lnTo>
                <a:close/>
              </a:path>
              <a:path w="148590" h="44450">
                <a:moveTo>
                  <a:pt x="66027" y="26670"/>
                </a:moveTo>
                <a:lnTo>
                  <a:pt x="34277" y="26670"/>
                </a:lnTo>
                <a:lnTo>
                  <a:pt x="34277" y="25400"/>
                </a:lnTo>
                <a:lnTo>
                  <a:pt x="31750" y="25400"/>
                </a:lnTo>
                <a:lnTo>
                  <a:pt x="31750" y="26670"/>
                </a:lnTo>
                <a:lnTo>
                  <a:pt x="29197" y="26670"/>
                </a:lnTo>
                <a:lnTo>
                  <a:pt x="29197" y="27940"/>
                </a:lnTo>
                <a:lnTo>
                  <a:pt x="63500" y="27940"/>
                </a:lnTo>
                <a:lnTo>
                  <a:pt x="63500" y="29210"/>
                </a:lnTo>
                <a:lnTo>
                  <a:pt x="66027" y="29210"/>
                </a:lnTo>
                <a:lnTo>
                  <a:pt x="66027" y="26670"/>
                </a:lnTo>
                <a:close/>
              </a:path>
              <a:path w="148590" h="44450">
                <a:moveTo>
                  <a:pt x="73647" y="22860"/>
                </a:moveTo>
                <a:lnTo>
                  <a:pt x="40627" y="22860"/>
                </a:lnTo>
                <a:lnTo>
                  <a:pt x="40627" y="21590"/>
                </a:lnTo>
                <a:lnTo>
                  <a:pt x="39357" y="21590"/>
                </a:lnTo>
                <a:lnTo>
                  <a:pt x="39357" y="22860"/>
                </a:lnTo>
                <a:lnTo>
                  <a:pt x="36830" y="22860"/>
                </a:lnTo>
                <a:lnTo>
                  <a:pt x="36830" y="25400"/>
                </a:lnTo>
                <a:lnTo>
                  <a:pt x="68580" y="25400"/>
                </a:lnTo>
                <a:lnTo>
                  <a:pt x="68580" y="26670"/>
                </a:lnTo>
                <a:lnTo>
                  <a:pt x="71107" y="26670"/>
                </a:lnTo>
                <a:lnTo>
                  <a:pt x="71107" y="25400"/>
                </a:lnTo>
                <a:lnTo>
                  <a:pt x="73647" y="25400"/>
                </a:lnTo>
                <a:lnTo>
                  <a:pt x="73647" y="22860"/>
                </a:lnTo>
                <a:close/>
              </a:path>
              <a:path w="148590" h="44450">
                <a:moveTo>
                  <a:pt x="79997" y="20320"/>
                </a:moveTo>
                <a:lnTo>
                  <a:pt x="45707" y="20320"/>
                </a:lnTo>
                <a:lnTo>
                  <a:pt x="45707" y="19050"/>
                </a:lnTo>
                <a:lnTo>
                  <a:pt x="43180" y="19050"/>
                </a:lnTo>
                <a:lnTo>
                  <a:pt x="43180" y="20320"/>
                </a:lnTo>
                <a:lnTo>
                  <a:pt x="40627" y="20320"/>
                </a:lnTo>
                <a:lnTo>
                  <a:pt x="40627" y="21590"/>
                </a:lnTo>
                <a:lnTo>
                  <a:pt x="76200" y="21590"/>
                </a:lnTo>
                <a:lnTo>
                  <a:pt x="76200" y="22860"/>
                </a:lnTo>
                <a:lnTo>
                  <a:pt x="79997" y="22860"/>
                </a:lnTo>
                <a:lnTo>
                  <a:pt x="79997" y="20320"/>
                </a:lnTo>
                <a:close/>
              </a:path>
              <a:path w="148590" h="44450">
                <a:moveTo>
                  <a:pt x="92697" y="16510"/>
                </a:moveTo>
                <a:lnTo>
                  <a:pt x="53327" y="16510"/>
                </a:lnTo>
                <a:lnTo>
                  <a:pt x="53327" y="15240"/>
                </a:lnTo>
                <a:lnTo>
                  <a:pt x="50800" y="15240"/>
                </a:lnTo>
                <a:lnTo>
                  <a:pt x="50800" y="16510"/>
                </a:lnTo>
                <a:lnTo>
                  <a:pt x="48247" y="16510"/>
                </a:lnTo>
                <a:lnTo>
                  <a:pt x="48247" y="19050"/>
                </a:lnTo>
                <a:lnTo>
                  <a:pt x="83807" y="19050"/>
                </a:lnTo>
                <a:lnTo>
                  <a:pt x="83807" y="20320"/>
                </a:lnTo>
                <a:lnTo>
                  <a:pt x="88900" y="20320"/>
                </a:lnTo>
                <a:lnTo>
                  <a:pt x="88900" y="19050"/>
                </a:lnTo>
                <a:lnTo>
                  <a:pt x="92697" y="19050"/>
                </a:lnTo>
                <a:lnTo>
                  <a:pt x="92697" y="16510"/>
                </a:lnTo>
                <a:close/>
              </a:path>
              <a:path w="148590" h="44450">
                <a:moveTo>
                  <a:pt x="100330" y="13970"/>
                </a:moveTo>
                <a:lnTo>
                  <a:pt x="58407" y="13970"/>
                </a:lnTo>
                <a:lnTo>
                  <a:pt x="58407" y="12700"/>
                </a:lnTo>
                <a:lnTo>
                  <a:pt x="55880" y="12700"/>
                </a:lnTo>
                <a:lnTo>
                  <a:pt x="55880" y="13970"/>
                </a:lnTo>
                <a:lnTo>
                  <a:pt x="53327" y="13970"/>
                </a:lnTo>
                <a:lnTo>
                  <a:pt x="53327" y="15240"/>
                </a:lnTo>
                <a:lnTo>
                  <a:pt x="96507" y="15240"/>
                </a:lnTo>
                <a:lnTo>
                  <a:pt x="96507" y="16510"/>
                </a:lnTo>
                <a:lnTo>
                  <a:pt x="100330" y="16510"/>
                </a:lnTo>
                <a:lnTo>
                  <a:pt x="100330" y="13970"/>
                </a:lnTo>
                <a:close/>
              </a:path>
              <a:path w="148590" h="44450">
                <a:moveTo>
                  <a:pt x="113030" y="10160"/>
                </a:moveTo>
                <a:lnTo>
                  <a:pt x="66027" y="10160"/>
                </a:lnTo>
                <a:lnTo>
                  <a:pt x="66027" y="8890"/>
                </a:lnTo>
                <a:lnTo>
                  <a:pt x="63500" y="8890"/>
                </a:lnTo>
                <a:lnTo>
                  <a:pt x="63500" y="10160"/>
                </a:lnTo>
                <a:lnTo>
                  <a:pt x="60947" y="10160"/>
                </a:lnTo>
                <a:lnTo>
                  <a:pt x="60947" y="12700"/>
                </a:lnTo>
                <a:lnTo>
                  <a:pt x="104127" y="12700"/>
                </a:lnTo>
                <a:lnTo>
                  <a:pt x="104127" y="13970"/>
                </a:lnTo>
                <a:lnTo>
                  <a:pt x="107950" y="13970"/>
                </a:lnTo>
                <a:lnTo>
                  <a:pt x="107950" y="12700"/>
                </a:lnTo>
                <a:lnTo>
                  <a:pt x="113030" y="12700"/>
                </a:lnTo>
                <a:lnTo>
                  <a:pt x="113030" y="10160"/>
                </a:lnTo>
                <a:close/>
              </a:path>
              <a:path w="148590" h="44450">
                <a:moveTo>
                  <a:pt x="120650" y="7620"/>
                </a:moveTo>
                <a:lnTo>
                  <a:pt x="71107" y="7620"/>
                </a:lnTo>
                <a:lnTo>
                  <a:pt x="71107" y="6350"/>
                </a:lnTo>
                <a:lnTo>
                  <a:pt x="68580" y="6350"/>
                </a:lnTo>
                <a:lnTo>
                  <a:pt x="68580" y="7620"/>
                </a:lnTo>
                <a:lnTo>
                  <a:pt x="66027" y="7620"/>
                </a:lnTo>
                <a:lnTo>
                  <a:pt x="66027" y="8890"/>
                </a:lnTo>
                <a:lnTo>
                  <a:pt x="116827" y="8890"/>
                </a:lnTo>
                <a:lnTo>
                  <a:pt x="116827" y="10160"/>
                </a:lnTo>
                <a:lnTo>
                  <a:pt x="120650" y="10160"/>
                </a:lnTo>
                <a:lnTo>
                  <a:pt x="120650" y="7620"/>
                </a:lnTo>
                <a:close/>
              </a:path>
              <a:path w="148590" h="44450">
                <a:moveTo>
                  <a:pt x="132080" y="3810"/>
                </a:moveTo>
                <a:lnTo>
                  <a:pt x="77457" y="3810"/>
                </a:lnTo>
                <a:lnTo>
                  <a:pt x="77457" y="2540"/>
                </a:lnTo>
                <a:lnTo>
                  <a:pt x="76200" y="2540"/>
                </a:lnTo>
                <a:lnTo>
                  <a:pt x="76200" y="3810"/>
                </a:lnTo>
                <a:lnTo>
                  <a:pt x="73647" y="3810"/>
                </a:lnTo>
                <a:lnTo>
                  <a:pt x="73647" y="6350"/>
                </a:lnTo>
                <a:lnTo>
                  <a:pt x="124447" y="6350"/>
                </a:lnTo>
                <a:lnTo>
                  <a:pt x="124447" y="7620"/>
                </a:lnTo>
                <a:lnTo>
                  <a:pt x="128257" y="7620"/>
                </a:lnTo>
                <a:lnTo>
                  <a:pt x="128257" y="6350"/>
                </a:lnTo>
                <a:lnTo>
                  <a:pt x="132080" y="6350"/>
                </a:lnTo>
                <a:lnTo>
                  <a:pt x="132080" y="3810"/>
                </a:lnTo>
                <a:close/>
              </a:path>
              <a:path w="148590" h="44450">
                <a:moveTo>
                  <a:pt x="140957" y="1270"/>
                </a:moveTo>
                <a:lnTo>
                  <a:pt x="82550" y="1270"/>
                </a:lnTo>
                <a:lnTo>
                  <a:pt x="82550" y="0"/>
                </a:lnTo>
                <a:lnTo>
                  <a:pt x="79997" y="0"/>
                </a:lnTo>
                <a:lnTo>
                  <a:pt x="79997" y="1270"/>
                </a:lnTo>
                <a:lnTo>
                  <a:pt x="77457" y="1270"/>
                </a:lnTo>
                <a:lnTo>
                  <a:pt x="77457" y="2540"/>
                </a:lnTo>
                <a:lnTo>
                  <a:pt x="137147" y="2540"/>
                </a:lnTo>
                <a:lnTo>
                  <a:pt x="137147" y="3810"/>
                </a:lnTo>
                <a:lnTo>
                  <a:pt x="140957" y="3810"/>
                </a:lnTo>
                <a:lnTo>
                  <a:pt x="140957" y="1270"/>
                </a:lnTo>
                <a:close/>
              </a:path>
              <a:path w="148590" h="44450">
                <a:moveTo>
                  <a:pt x="148577" y="0"/>
                </a:moveTo>
                <a:lnTo>
                  <a:pt x="144780" y="0"/>
                </a:lnTo>
                <a:lnTo>
                  <a:pt x="144780" y="1270"/>
                </a:lnTo>
                <a:lnTo>
                  <a:pt x="148577" y="1270"/>
                </a:lnTo>
                <a:lnTo>
                  <a:pt x="148577" y="0"/>
                </a:lnTo>
                <a:close/>
              </a:path>
            </a:pathLst>
          </a:custGeom>
          <a:solidFill>
            <a:srgbClr val="9C3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7066254" y="2179319"/>
            <a:ext cx="120650" cy="43180"/>
          </a:xfrm>
          <a:custGeom>
            <a:avLst/>
            <a:gdLst/>
            <a:ahLst/>
            <a:cxnLst/>
            <a:rect l="l" t="t" r="r" b="b"/>
            <a:pathLst>
              <a:path w="120650" h="43180">
                <a:moveTo>
                  <a:pt x="36830" y="41910"/>
                </a:moveTo>
                <a:lnTo>
                  <a:pt x="5080" y="41910"/>
                </a:lnTo>
                <a:lnTo>
                  <a:pt x="5080" y="40640"/>
                </a:lnTo>
                <a:lnTo>
                  <a:pt x="2552" y="40640"/>
                </a:lnTo>
                <a:lnTo>
                  <a:pt x="2552" y="41910"/>
                </a:lnTo>
                <a:lnTo>
                  <a:pt x="0" y="41910"/>
                </a:lnTo>
                <a:lnTo>
                  <a:pt x="0" y="43180"/>
                </a:lnTo>
                <a:lnTo>
                  <a:pt x="36830" y="43180"/>
                </a:lnTo>
                <a:lnTo>
                  <a:pt x="36830" y="41910"/>
                </a:lnTo>
                <a:close/>
              </a:path>
              <a:path w="120650" h="43180">
                <a:moveTo>
                  <a:pt x="41922" y="39370"/>
                </a:moveTo>
                <a:lnTo>
                  <a:pt x="10172" y="39370"/>
                </a:lnTo>
                <a:lnTo>
                  <a:pt x="10172" y="38100"/>
                </a:lnTo>
                <a:lnTo>
                  <a:pt x="7620" y="38100"/>
                </a:lnTo>
                <a:lnTo>
                  <a:pt x="7620" y="39370"/>
                </a:lnTo>
                <a:lnTo>
                  <a:pt x="5080" y="39370"/>
                </a:lnTo>
                <a:lnTo>
                  <a:pt x="5080" y="40640"/>
                </a:lnTo>
                <a:lnTo>
                  <a:pt x="39370" y="40640"/>
                </a:lnTo>
                <a:lnTo>
                  <a:pt x="39370" y="41910"/>
                </a:lnTo>
                <a:lnTo>
                  <a:pt x="41922" y="41910"/>
                </a:lnTo>
                <a:lnTo>
                  <a:pt x="41922" y="39370"/>
                </a:lnTo>
                <a:close/>
              </a:path>
              <a:path w="120650" h="43180">
                <a:moveTo>
                  <a:pt x="49530" y="35560"/>
                </a:moveTo>
                <a:lnTo>
                  <a:pt x="17780" y="35560"/>
                </a:lnTo>
                <a:lnTo>
                  <a:pt x="17780" y="34290"/>
                </a:lnTo>
                <a:lnTo>
                  <a:pt x="15252" y="34290"/>
                </a:lnTo>
                <a:lnTo>
                  <a:pt x="15252" y="35560"/>
                </a:lnTo>
                <a:lnTo>
                  <a:pt x="12700" y="35560"/>
                </a:lnTo>
                <a:lnTo>
                  <a:pt x="12700" y="38100"/>
                </a:lnTo>
                <a:lnTo>
                  <a:pt x="44450" y="38100"/>
                </a:lnTo>
                <a:lnTo>
                  <a:pt x="44450" y="39370"/>
                </a:lnTo>
                <a:lnTo>
                  <a:pt x="47002" y="39370"/>
                </a:lnTo>
                <a:lnTo>
                  <a:pt x="47002" y="38100"/>
                </a:lnTo>
                <a:lnTo>
                  <a:pt x="49530" y="38100"/>
                </a:lnTo>
                <a:lnTo>
                  <a:pt x="49530" y="35560"/>
                </a:lnTo>
                <a:close/>
              </a:path>
              <a:path w="120650" h="43180">
                <a:moveTo>
                  <a:pt x="54622" y="33020"/>
                </a:moveTo>
                <a:lnTo>
                  <a:pt x="21602" y="33020"/>
                </a:lnTo>
                <a:lnTo>
                  <a:pt x="21602" y="31750"/>
                </a:lnTo>
                <a:lnTo>
                  <a:pt x="20320" y="31750"/>
                </a:lnTo>
                <a:lnTo>
                  <a:pt x="20320" y="33020"/>
                </a:lnTo>
                <a:lnTo>
                  <a:pt x="17780" y="33020"/>
                </a:lnTo>
                <a:lnTo>
                  <a:pt x="17780" y="34290"/>
                </a:lnTo>
                <a:lnTo>
                  <a:pt x="52070" y="34290"/>
                </a:lnTo>
                <a:lnTo>
                  <a:pt x="52070" y="35560"/>
                </a:lnTo>
                <a:lnTo>
                  <a:pt x="54622" y="35560"/>
                </a:lnTo>
                <a:lnTo>
                  <a:pt x="54622" y="33020"/>
                </a:lnTo>
                <a:close/>
              </a:path>
              <a:path w="120650" h="43180">
                <a:moveTo>
                  <a:pt x="62230" y="29210"/>
                </a:moveTo>
                <a:lnTo>
                  <a:pt x="29222" y="29210"/>
                </a:lnTo>
                <a:lnTo>
                  <a:pt x="29222" y="27940"/>
                </a:lnTo>
                <a:lnTo>
                  <a:pt x="26670" y="27940"/>
                </a:lnTo>
                <a:lnTo>
                  <a:pt x="26670" y="29210"/>
                </a:lnTo>
                <a:lnTo>
                  <a:pt x="24130" y="29210"/>
                </a:lnTo>
                <a:lnTo>
                  <a:pt x="24130" y="31750"/>
                </a:lnTo>
                <a:lnTo>
                  <a:pt x="57150" y="31750"/>
                </a:lnTo>
                <a:lnTo>
                  <a:pt x="57150" y="33020"/>
                </a:lnTo>
                <a:lnTo>
                  <a:pt x="59702" y="33020"/>
                </a:lnTo>
                <a:lnTo>
                  <a:pt x="59702" y="31750"/>
                </a:lnTo>
                <a:lnTo>
                  <a:pt x="62230" y="31750"/>
                </a:lnTo>
                <a:lnTo>
                  <a:pt x="62230" y="29210"/>
                </a:lnTo>
                <a:close/>
              </a:path>
              <a:path w="120650" h="43180">
                <a:moveTo>
                  <a:pt x="66052" y="26670"/>
                </a:moveTo>
                <a:lnTo>
                  <a:pt x="34302" y="26670"/>
                </a:lnTo>
                <a:lnTo>
                  <a:pt x="34302" y="25400"/>
                </a:lnTo>
                <a:lnTo>
                  <a:pt x="31750" y="25400"/>
                </a:lnTo>
                <a:lnTo>
                  <a:pt x="31750" y="26670"/>
                </a:lnTo>
                <a:lnTo>
                  <a:pt x="29222" y="26670"/>
                </a:lnTo>
                <a:lnTo>
                  <a:pt x="29222" y="27940"/>
                </a:lnTo>
                <a:lnTo>
                  <a:pt x="64770" y="27940"/>
                </a:lnTo>
                <a:lnTo>
                  <a:pt x="64770" y="29210"/>
                </a:lnTo>
                <a:lnTo>
                  <a:pt x="66052" y="29210"/>
                </a:lnTo>
                <a:lnTo>
                  <a:pt x="66052" y="26670"/>
                </a:lnTo>
                <a:close/>
              </a:path>
              <a:path w="120650" h="43180">
                <a:moveTo>
                  <a:pt x="73672" y="22860"/>
                </a:moveTo>
                <a:lnTo>
                  <a:pt x="41922" y="22860"/>
                </a:lnTo>
                <a:lnTo>
                  <a:pt x="41922" y="21590"/>
                </a:lnTo>
                <a:lnTo>
                  <a:pt x="39370" y="21590"/>
                </a:lnTo>
                <a:lnTo>
                  <a:pt x="39370" y="22860"/>
                </a:lnTo>
                <a:lnTo>
                  <a:pt x="36830" y="22860"/>
                </a:lnTo>
                <a:lnTo>
                  <a:pt x="36830" y="25400"/>
                </a:lnTo>
                <a:lnTo>
                  <a:pt x="68580" y="25400"/>
                </a:lnTo>
                <a:lnTo>
                  <a:pt x="68580" y="26670"/>
                </a:lnTo>
                <a:lnTo>
                  <a:pt x="71120" y="26670"/>
                </a:lnTo>
                <a:lnTo>
                  <a:pt x="71120" y="25400"/>
                </a:lnTo>
                <a:lnTo>
                  <a:pt x="73672" y="25400"/>
                </a:lnTo>
                <a:lnTo>
                  <a:pt x="73672" y="22860"/>
                </a:lnTo>
                <a:close/>
              </a:path>
              <a:path w="120650" h="43180">
                <a:moveTo>
                  <a:pt x="78752" y="20320"/>
                </a:moveTo>
                <a:lnTo>
                  <a:pt x="47002" y="20320"/>
                </a:lnTo>
                <a:lnTo>
                  <a:pt x="47002" y="19050"/>
                </a:lnTo>
                <a:lnTo>
                  <a:pt x="44450" y="19050"/>
                </a:lnTo>
                <a:lnTo>
                  <a:pt x="44450" y="20320"/>
                </a:lnTo>
                <a:lnTo>
                  <a:pt x="41922" y="20320"/>
                </a:lnTo>
                <a:lnTo>
                  <a:pt x="41922" y="21590"/>
                </a:lnTo>
                <a:lnTo>
                  <a:pt x="76200" y="21590"/>
                </a:lnTo>
                <a:lnTo>
                  <a:pt x="76200" y="22860"/>
                </a:lnTo>
                <a:lnTo>
                  <a:pt x="78752" y="22860"/>
                </a:lnTo>
                <a:lnTo>
                  <a:pt x="78752" y="20320"/>
                </a:lnTo>
                <a:close/>
              </a:path>
              <a:path w="120650" h="43180">
                <a:moveTo>
                  <a:pt x="86372" y="16510"/>
                </a:moveTo>
                <a:lnTo>
                  <a:pt x="54622" y="16510"/>
                </a:lnTo>
                <a:lnTo>
                  <a:pt x="54622" y="15240"/>
                </a:lnTo>
                <a:lnTo>
                  <a:pt x="52070" y="15240"/>
                </a:lnTo>
                <a:lnTo>
                  <a:pt x="52070" y="16510"/>
                </a:lnTo>
                <a:lnTo>
                  <a:pt x="49530" y="16510"/>
                </a:lnTo>
                <a:lnTo>
                  <a:pt x="49530" y="19050"/>
                </a:lnTo>
                <a:lnTo>
                  <a:pt x="81280" y="19050"/>
                </a:lnTo>
                <a:lnTo>
                  <a:pt x="81280" y="20320"/>
                </a:lnTo>
                <a:lnTo>
                  <a:pt x="83820" y="20320"/>
                </a:lnTo>
                <a:lnTo>
                  <a:pt x="83820" y="19050"/>
                </a:lnTo>
                <a:lnTo>
                  <a:pt x="86372" y="19050"/>
                </a:lnTo>
                <a:lnTo>
                  <a:pt x="86372" y="16510"/>
                </a:lnTo>
                <a:close/>
              </a:path>
              <a:path w="120650" h="43180">
                <a:moveTo>
                  <a:pt x="91452" y="13970"/>
                </a:moveTo>
                <a:lnTo>
                  <a:pt x="58420" y="13970"/>
                </a:lnTo>
                <a:lnTo>
                  <a:pt x="58420" y="12700"/>
                </a:lnTo>
                <a:lnTo>
                  <a:pt x="55880" y="12700"/>
                </a:lnTo>
                <a:lnTo>
                  <a:pt x="55880" y="13970"/>
                </a:lnTo>
                <a:lnTo>
                  <a:pt x="54622" y="13970"/>
                </a:lnTo>
                <a:lnTo>
                  <a:pt x="54622" y="15240"/>
                </a:lnTo>
                <a:lnTo>
                  <a:pt x="88900" y="15240"/>
                </a:lnTo>
                <a:lnTo>
                  <a:pt x="88900" y="16510"/>
                </a:lnTo>
                <a:lnTo>
                  <a:pt x="91452" y="16510"/>
                </a:lnTo>
                <a:lnTo>
                  <a:pt x="91452" y="13970"/>
                </a:lnTo>
                <a:close/>
              </a:path>
              <a:path w="120650" h="43180">
                <a:moveTo>
                  <a:pt x="97802" y="10160"/>
                </a:moveTo>
                <a:lnTo>
                  <a:pt x="66052" y="10160"/>
                </a:lnTo>
                <a:lnTo>
                  <a:pt x="66052" y="8890"/>
                </a:lnTo>
                <a:lnTo>
                  <a:pt x="63500" y="8890"/>
                </a:lnTo>
                <a:lnTo>
                  <a:pt x="63500" y="10160"/>
                </a:lnTo>
                <a:lnTo>
                  <a:pt x="60972" y="10160"/>
                </a:lnTo>
                <a:lnTo>
                  <a:pt x="60972" y="12700"/>
                </a:lnTo>
                <a:lnTo>
                  <a:pt x="93980" y="12700"/>
                </a:lnTo>
                <a:lnTo>
                  <a:pt x="93980" y="13970"/>
                </a:lnTo>
                <a:lnTo>
                  <a:pt x="96520" y="13970"/>
                </a:lnTo>
                <a:lnTo>
                  <a:pt x="96520" y="12700"/>
                </a:lnTo>
                <a:lnTo>
                  <a:pt x="97802" y="12700"/>
                </a:lnTo>
                <a:lnTo>
                  <a:pt x="97802" y="10160"/>
                </a:lnTo>
                <a:close/>
              </a:path>
              <a:path w="120650" h="43180">
                <a:moveTo>
                  <a:pt x="102870" y="7620"/>
                </a:moveTo>
                <a:lnTo>
                  <a:pt x="71120" y="7620"/>
                </a:lnTo>
                <a:lnTo>
                  <a:pt x="71120" y="6350"/>
                </a:lnTo>
                <a:lnTo>
                  <a:pt x="68580" y="6350"/>
                </a:lnTo>
                <a:lnTo>
                  <a:pt x="68580" y="7620"/>
                </a:lnTo>
                <a:lnTo>
                  <a:pt x="66052" y="7620"/>
                </a:lnTo>
                <a:lnTo>
                  <a:pt x="66052" y="8890"/>
                </a:lnTo>
                <a:lnTo>
                  <a:pt x="100330" y="8890"/>
                </a:lnTo>
                <a:lnTo>
                  <a:pt x="100330" y="10160"/>
                </a:lnTo>
                <a:lnTo>
                  <a:pt x="102870" y="10160"/>
                </a:lnTo>
                <a:lnTo>
                  <a:pt x="102870" y="7620"/>
                </a:lnTo>
                <a:close/>
              </a:path>
              <a:path w="120650" h="43180">
                <a:moveTo>
                  <a:pt x="110502" y="3810"/>
                </a:moveTo>
                <a:lnTo>
                  <a:pt x="78752" y="3810"/>
                </a:lnTo>
                <a:lnTo>
                  <a:pt x="78752" y="2540"/>
                </a:lnTo>
                <a:lnTo>
                  <a:pt x="76200" y="2540"/>
                </a:lnTo>
                <a:lnTo>
                  <a:pt x="76200" y="3810"/>
                </a:lnTo>
                <a:lnTo>
                  <a:pt x="73672" y="3810"/>
                </a:lnTo>
                <a:lnTo>
                  <a:pt x="73672" y="6350"/>
                </a:lnTo>
                <a:lnTo>
                  <a:pt x="105422" y="6350"/>
                </a:lnTo>
                <a:lnTo>
                  <a:pt x="105422" y="7620"/>
                </a:lnTo>
                <a:lnTo>
                  <a:pt x="107950" y="7620"/>
                </a:lnTo>
                <a:lnTo>
                  <a:pt x="107950" y="6350"/>
                </a:lnTo>
                <a:lnTo>
                  <a:pt x="110502" y="6350"/>
                </a:lnTo>
                <a:lnTo>
                  <a:pt x="110502" y="3810"/>
                </a:lnTo>
                <a:close/>
              </a:path>
              <a:path w="120650" h="43180">
                <a:moveTo>
                  <a:pt x="115570" y="1270"/>
                </a:moveTo>
                <a:lnTo>
                  <a:pt x="83820" y="1270"/>
                </a:lnTo>
                <a:lnTo>
                  <a:pt x="83820" y="0"/>
                </a:lnTo>
                <a:lnTo>
                  <a:pt x="81280" y="0"/>
                </a:lnTo>
                <a:lnTo>
                  <a:pt x="81280" y="1270"/>
                </a:lnTo>
                <a:lnTo>
                  <a:pt x="78752" y="1270"/>
                </a:lnTo>
                <a:lnTo>
                  <a:pt x="78752" y="2540"/>
                </a:lnTo>
                <a:lnTo>
                  <a:pt x="113030" y="2540"/>
                </a:lnTo>
                <a:lnTo>
                  <a:pt x="113030" y="3810"/>
                </a:lnTo>
                <a:lnTo>
                  <a:pt x="115570" y="3810"/>
                </a:lnTo>
                <a:lnTo>
                  <a:pt x="115570" y="1270"/>
                </a:lnTo>
                <a:close/>
              </a:path>
              <a:path w="120650" h="43180">
                <a:moveTo>
                  <a:pt x="120650" y="0"/>
                </a:moveTo>
                <a:lnTo>
                  <a:pt x="118122" y="0"/>
                </a:lnTo>
                <a:lnTo>
                  <a:pt x="118122" y="1270"/>
                </a:lnTo>
                <a:lnTo>
                  <a:pt x="120650" y="1270"/>
                </a:lnTo>
                <a:lnTo>
                  <a:pt x="120650" y="0"/>
                </a:lnTo>
                <a:close/>
              </a:path>
            </a:pathLst>
          </a:custGeom>
          <a:solidFill>
            <a:srgbClr val="9C3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6982435" y="2222499"/>
            <a:ext cx="120650" cy="43180"/>
          </a:xfrm>
          <a:custGeom>
            <a:avLst/>
            <a:gdLst/>
            <a:ahLst/>
            <a:cxnLst/>
            <a:rect l="l" t="t" r="r" b="b"/>
            <a:pathLst>
              <a:path w="120650" h="43180">
                <a:moveTo>
                  <a:pt x="2540" y="41910"/>
                </a:moveTo>
                <a:lnTo>
                  <a:pt x="0" y="41910"/>
                </a:lnTo>
                <a:lnTo>
                  <a:pt x="0" y="43180"/>
                </a:lnTo>
                <a:lnTo>
                  <a:pt x="2540" y="43180"/>
                </a:lnTo>
                <a:lnTo>
                  <a:pt x="2540" y="41910"/>
                </a:lnTo>
                <a:close/>
              </a:path>
              <a:path w="120650" h="43180">
                <a:moveTo>
                  <a:pt x="40640" y="40640"/>
                </a:moveTo>
                <a:lnTo>
                  <a:pt x="7620" y="40640"/>
                </a:lnTo>
                <a:lnTo>
                  <a:pt x="7620" y="39370"/>
                </a:lnTo>
                <a:lnTo>
                  <a:pt x="5092" y="39370"/>
                </a:lnTo>
                <a:lnTo>
                  <a:pt x="5092" y="40640"/>
                </a:lnTo>
                <a:lnTo>
                  <a:pt x="2540" y="40640"/>
                </a:lnTo>
                <a:lnTo>
                  <a:pt x="2540" y="41910"/>
                </a:lnTo>
                <a:lnTo>
                  <a:pt x="38100" y="41910"/>
                </a:lnTo>
                <a:lnTo>
                  <a:pt x="38100" y="43180"/>
                </a:lnTo>
                <a:lnTo>
                  <a:pt x="40640" y="43180"/>
                </a:lnTo>
                <a:lnTo>
                  <a:pt x="40640" y="40640"/>
                </a:lnTo>
                <a:close/>
              </a:path>
              <a:path w="120650" h="43180">
                <a:moveTo>
                  <a:pt x="48272" y="36830"/>
                </a:moveTo>
                <a:lnTo>
                  <a:pt x="15240" y="36830"/>
                </a:lnTo>
                <a:lnTo>
                  <a:pt x="15240" y="35560"/>
                </a:lnTo>
                <a:lnTo>
                  <a:pt x="12700" y="35560"/>
                </a:lnTo>
                <a:lnTo>
                  <a:pt x="12700" y="36830"/>
                </a:lnTo>
                <a:lnTo>
                  <a:pt x="10172" y="36830"/>
                </a:lnTo>
                <a:lnTo>
                  <a:pt x="10172" y="39370"/>
                </a:lnTo>
                <a:lnTo>
                  <a:pt x="43192" y="39370"/>
                </a:lnTo>
                <a:lnTo>
                  <a:pt x="43192" y="40640"/>
                </a:lnTo>
                <a:lnTo>
                  <a:pt x="45720" y="40640"/>
                </a:lnTo>
                <a:lnTo>
                  <a:pt x="45720" y="39370"/>
                </a:lnTo>
                <a:lnTo>
                  <a:pt x="48272" y="39370"/>
                </a:lnTo>
                <a:lnTo>
                  <a:pt x="48272" y="36830"/>
                </a:lnTo>
                <a:close/>
              </a:path>
              <a:path w="120650" h="43180">
                <a:moveTo>
                  <a:pt x="52070" y="34290"/>
                </a:moveTo>
                <a:lnTo>
                  <a:pt x="20320" y="34290"/>
                </a:lnTo>
                <a:lnTo>
                  <a:pt x="20320" y="33020"/>
                </a:lnTo>
                <a:lnTo>
                  <a:pt x="17792" y="33020"/>
                </a:lnTo>
                <a:lnTo>
                  <a:pt x="17792" y="34290"/>
                </a:lnTo>
                <a:lnTo>
                  <a:pt x="15240" y="34290"/>
                </a:lnTo>
                <a:lnTo>
                  <a:pt x="15240" y="35560"/>
                </a:lnTo>
                <a:lnTo>
                  <a:pt x="50800" y="35560"/>
                </a:lnTo>
                <a:lnTo>
                  <a:pt x="50800" y="36830"/>
                </a:lnTo>
                <a:lnTo>
                  <a:pt x="52070" y="36830"/>
                </a:lnTo>
                <a:lnTo>
                  <a:pt x="52070" y="34290"/>
                </a:lnTo>
                <a:close/>
              </a:path>
              <a:path w="120650" h="43180">
                <a:moveTo>
                  <a:pt x="59690" y="30480"/>
                </a:moveTo>
                <a:lnTo>
                  <a:pt x="27940" y="30480"/>
                </a:lnTo>
                <a:lnTo>
                  <a:pt x="27940" y="29210"/>
                </a:lnTo>
                <a:lnTo>
                  <a:pt x="25400" y="29210"/>
                </a:lnTo>
                <a:lnTo>
                  <a:pt x="25400" y="30480"/>
                </a:lnTo>
                <a:lnTo>
                  <a:pt x="22872" y="30480"/>
                </a:lnTo>
                <a:lnTo>
                  <a:pt x="22872" y="33020"/>
                </a:lnTo>
                <a:lnTo>
                  <a:pt x="54622" y="33020"/>
                </a:lnTo>
                <a:lnTo>
                  <a:pt x="54622" y="34290"/>
                </a:lnTo>
                <a:lnTo>
                  <a:pt x="57150" y="34290"/>
                </a:lnTo>
                <a:lnTo>
                  <a:pt x="57150" y="33020"/>
                </a:lnTo>
                <a:lnTo>
                  <a:pt x="59690" y="33020"/>
                </a:lnTo>
                <a:lnTo>
                  <a:pt x="59690" y="30480"/>
                </a:lnTo>
                <a:close/>
              </a:path>
              <a:path w="120650" h="43180">
                <a:moveTo>
                  <a:pt x="64770" y="27940"/>
                </a:moveTo>
                <a:lnTo>
                  <a:pt x="33020" y="27940"/>
                </a:lnTo>
                <a:lnTo>
                  <a:pt x="33020" y="26670"/>
                </a:lnTo>
                <a:lnTo>
                  <a:pt x="30492" y="26670"/>
                </a:lnTo>
                <a:lnTo>
                  <a:pt x="30492" y="27940"/>
                </a:lnTo>
                <a:lnTo>
                  <a:pt x="27940" y="27940"/>
                </a:lnTo>
                <a:lnTo>
                  <a:pt x="27940" y="29210"/>
                </a:lnTo>
                <a:lnTo>
                  <a:pt x="62242" y="29210"/>
                </a:lnTo>
                <a:lnTo>
                  <a:pt x="62242" y="30480"/>
                </a:lnTo>
                <a:lnTo>
                  <a:pt x="64770" y="30480"/>
                </a:lnTo>
                <a:lnTo>
                  <a:pt x="64770" y="27940"/>
                </a:lnTo>
                <a:close/>
              </a:path>
              <a:path w="120650" h="43180">
                <a:moveTo>
                  <a:pt x="72390" y="24130"/>
                </a:moveTo>
                <a:lnTo>
                  <a:pt x="39370" y="24130"/>
                </a:lnTo>
                <a:lnTo>
                  <a:pt x="39370" y="22860"/>
                </a:lnTo>
                <a:lnTo>
                  <a:pt x="36842" y="22860"/>
                </a:lnTo>
                <a:lnTo>
                  <a:pt x="36842" y="24130"/>
                </a:lnTo>
                <a:lnTo>
                  <a:pt x="34290" y="24130"/>
                </a:lnTo>
                <a:lnTo>
                  <a:pt x="34290" y="26670"/>
                </a:lnTo>
                <a:lnTo>
                  <a:pt x="67322" y="26670"/>
                </a:lnTo>
                <a:lnTo>
                  <a:pt x="67322" y="27940"/>
                </a:lnTo>
                <a:lnTo>
                  <a:pt x="69850" y="27940"/>
                </a:lnTo>
                <a:lnTo>
                  <a:pt x="69850" y="26670"/>
                </a:lnTo>
                <a:lnTo>
                  <a:pt x="72390" y="26670"/>
                </a:lnTo>
                <a:lnTo>
                  <a:pt x="72390" y="24130"/>
                </a:lnTo>
                <a:close/>
              </a:path>
              <a:path w="120650" h="43180">
                <a:moveTo>
                  <a:pt x="77470" y="21590"/>
                </a:moveTo>
                <a:lnTo>
                  <a:pt x="44450" y="21590"/>
                </a:lnTo>
                <a:lnTo>
                  <a:pt x="44450" y="20320"/>
                </a:lnTo>
                <a:lnTo>
                  <a:pt x="41922" y="20320"/>
                </a:lnTo>
                <a:lnTo>
                  <a:pt x="41922" y="21590"/>
                </a:lnTo>
                <a:lnTo>
                  <a:pt x="39370" y="21590"/>
                </a:lnTo>
                <a:lnTo>
                  <a:pt x="39370" y="22860"/>
                </a:lnTo>
                <a:lnTo>
                  <a:pt x="74942" y="22860"/>
                </a:lnTo>
                <a:lnTo>
                  <a:pt x="74942" y="24130"/>
                </a:lnTo>
                <a:lnTo>
                  <a:pt x="77470" y="24130"/>
                </a:lnTo>
                <a:lnTo>
                  <a:pt x="77470" y="21590"/>
                </a:lnTo>
                <a:close/>
              </a:path>
              <a:path w="120650" h="43180">
                <a:moveTo>
                  <a:pt x="83820" y="17780"/>
                </a:moveTo>
                <a:lnTo>
                  <a:pt x="52070" y="17780"/>
                </a:lnTo>
                <a:lnTo>
                  <a:pt x="52070" y="16510"/>
                </a:lnTo>
                <a:lnTo>
                  <a:pt x="49542" y="16510"/>
                </a:lnTo>
                <a:lnTo>
                  <a:pt x="49542" y="17780"/>
                </a:lnTo>
                <a:lnTo>
                  <a:pt x="46990" y="17780"/>
                </a:lnTo>
                <a:lnTo>
                  <a:pt x="46990" y="20320"/>
                </a:lnTo>
                <a:lnTo>
                  <a:pt x="80022" y="20320"/>
                </a:lnTo>
                <a:lnTo>
                  <a:pt x="80022" y="21590"/>
                </a:lnTo>
                <a:lnTo>
                  <a:pt x="82550" y="21590"/>
                </a:lnTo>
                <a:lnTo>
                  <a:pt x="82550" y="20320"/>
                </a:lnTo>
                <a:lnTo>
                  <a:pt x="83820" y="20320"/>
                </a:lnTo>
                <a:lnTo>
                  <a:pt x="83820" y="17780"/>
                </a:lnTo>
                <a:close/>
              </a:path>
              <a:path w="120650" h="43180">
                <a:moveTo>
                  <a:pt x="88900" y="15240"/>
                </a:moveTo>
                <a:lnTo>
                  <a:pt x="57150" y="15240"/>
                </a:lnTo>
                <a:lnTo>
                  <a:pt x="57150" y="13970"/>
                </a:lnTo>
                <a:lnTo>
                  <a:pt x="54622" y="13970"/>
                </a:lnTo>
                <a:lnTo>
                  <a:pt x="54622" y="15240"/>
                </a:lnTo>
                <a:lnTo>
                  <a:pt x="52070" y="15240"/>
                </a:lnTo>
                <a:lnTo>
                  <a:pt x="52070" y="16510"/>
                </a:lnTo>
                <a:lnTo>
                  <a:pt x="86372" y="16510"/>
                </a:lnTo>
                <a:lnTo>
                  <a:pt x="86372" y="17780"/>
                </a:lnTo>
                <a:lnTo>
                  <a:pt x="88900" y="17780"/>
                </a:lnTo>
                <a:lnTo>
                  <a:pt x="88900" y="15240"/>
                </a:lnTo>
                <a:close/>
              </a:path>
              <a:path w="120650" h="43180">
                <a:moveTo>
                  <a:pt x="96520" y="11430"/>
                </a:moveTo>
                <a:lnTo>
                  <a:pt x="64770" y="11430"/>
                </a:lnTo>
                <a:lnTo>
                  <a:pt x="64770" y="10160"/>
                </a:lnTo>
                <a:lnTo>
                  <a:pt x="62242" y="10160"/>
                </a:lnTo>
                <a:lnTo>
                  <a:pt x="62242" y="11430"/>
                </a:lnTo>
                <a:lnTo>
                  <a:pt x="59690" y="11430"/>
                </a:lnTo>
                <a:lnTo>
                  <a:pt x="59690" y="13970"/>
                </a:lnTo>
                <a:lnTo>
                  <a:pt x="91440" y="13970"/>
                </a:lnTo>
                <a:lnTo>
                  <a:pt x="91440" y="15240"/>
                </a:lnTo>
                <a:lnTo>
                  <a:pt x="93992" y="15240"/>
                </a:lnTo>
                <a:lnTo>
                  <a:pt x="93992" y="13970"/>
                </a:lnTo>
                <a:lnTo>
                  <a:pt x="96520" y="13970"/>
                </a:lnTo>
                <a:lnTo>
                  <a:pt x="96520" y="11430"/>
                </a:lnTo>
                <a:close/>
              </a:path>
              <a:path w="120650" h="43180">
                <a:moveTo>
                  <a:pt x="101600" y="8890"/>
                </a:moveTo>
                <a:lnTo>
                  <a:pt x="68592" y="8890"/>
                </a:lnTo>
                <a:lnTo>
                  <a:pt x="68592" y="7620"/>
                </a:lnTo>
                <a:lnTo>
                  <a:pt x="67322" y="7620"/>
                </a:lnTo>
                <a:lnTo>
                  <a:pt x="67322" y="8890"/>
                </a:lnTo>
                <a:lnTo>
                  <a:pt x="64770" y="8890"/>
                </a:lnTo>
                <a:lnTo>
                  <a:pt x="64770" y="10160"/>
                </a:lnTo>
                <a:lnTo>
                  <a:pt x="99072" y="10160"/>
                </a:lnTo>
                <a:lnTo>
                  <a:pt x="99072" y="11430"/>
                </a:lnTo>
                <a:lnTo>
                  <a:pt x="101600" y="11430"/>
                </a:lnTo>
                <a:lnTo>
                  <a:pt x="101600" y="8890"/>
                </a:lnTo>
                <a:close/>
              </a:path>
              <a:path w="120650" h="43180">
                <a:moveTo>
                  <a:pt x="109220" y="5080"/>
                </a:moveTo>
                <a:lnTo>
                  <a:pt x="76200" y="5080"/>
                </a:lnTo>
                <a:lnTo>
                  <a:pt x="76200" y="3810"/>
                </a:lnTo>
                <a:lnTo>
                  <a:pt x="73672" y="3810"/>
                </a:lnTo>
                <a:lnTo>
                  <a:pt x="73672" y="5080"/>
                </a:lnTo>
                <a:lnTo>
                  <a:pt x="71120" y="5080"/>
                </a:lnTo>
                <a:lnTo>
                  <a:pt x="71120" y="7620"/>
                </a:lnTo>
                <a:lnTo>
                  <a:pt x="104140" y="7620"/>
                </a:lnTo>
                <a:lnTo>
                  <a:pt x="104140" y="8890"/>
                </a:lnTo>
                <a:lnTo>
                  <a:pt x="106692" y="8890"/>
                </a:lnTo>
                <a:lnTo>
                  <a:pt x="106692" y="7620"/>
                </a:lnTo>
                <a:lnTo>
                  <a:pt x="109220" y="7620"/>
                </a:lnTo>
                <a:lnTo>
                  <a:pt x="109220" y="5080"/>
                </a:lnTo>
                <a:close/>
              </a:path>
              <a:path w="120650" h="43180">
                <a:moveTo>
                  <a:pt x="114300" y="2540"/>
                </a:moveTo>
                <a:lnTo>
                  <a:pt x="81292" y="2540"/>
                </a:lnTo>
                <a:lnTo>
                  <a:pt x="81292" y="1270"/>
                </a:lnTo>
                <a:lnTo>
                  <a:pt x="78740" y="1270"/>
                </a:lnTo>
                <a:lnTo>
                  <a:pt x="78740" y="2540"/>
                </a:lnTo>
                <a:lnTo>
                  <a:pt x="76200" y="2540"/>
                </a:lnTo>
                <a:lnTo>
                  <a:pt x="76200" y="3810"/>
                </a:lnTo>
                <a:lnTo>
                  <a:pt x="111772" y="3810"/>
                </a:lnTo>
                <a:lnTo>
                  <a:pt x="111772" y="5080"/>
                </a:lnTo>
                <a:lnTo>
                  <a:pt x="114300" y="5080"/>
                </a:lnTo>
                <a:lnTo>
                  <a:pt x="114300" y="2540"/>
                </a:lnTo>
                <a:close/>
              </a:path>
              <a:path w="120650" h="43180">
                <a:moveTo>
                  <a:pt x="120650" y="0"/>
                </a:moveTo>
                <a:lnTo>
                  <a:pt x="83820" y="0"/>
                </a:lnTo>
                <a:lnTo>
                  <a:pt x="83820" y="1270"/>
                </a:lnTo>
                <a:lnTo>
                  <a:pt x="115570" y="1270"/>
                </a:lnTo>
                <a:lnTo>
                  <a:pt x="115570" y="2540"/>
                </a:lnTo>
                <a:lnTo>
                  <a:pt x="118122" y="2540"/>
                </a:lnTo>
                <a:lnTo>
                  <a:pt x="118122" y="1270"/>
                </a:lnTo>
                <a:lnTo>
                  <a:pt x="120650" y="1270"/>
                </a:lnTo>
                <a:lnTo>
                  <a:pt x="120650" y="0"/>
                </a:lnTo>
                <a:close/>
              </a:path>
            </a:pathLst>
          </a:custGeom>
          <a:solidFill>
            <a:srgbClr val="9A3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6899885" y="2265679"/>
            <a:ext cx="118745" cy="43180"/>
          </a:xfrm>
          <a:custGeom>
            <a:avLst/>
            <a:gdLst/>
            <a:ahLst/>
            <a:cxnLst/>
            <a:rect l="l" t="t" r="r" b="b"/>
            <a:pathLst>
              <a:path w="118745" h="43180">
                <a:moveTo>
                  <a:pt x="30492" y="41910"/>
                </a:moveTo>
                <a:lnTo>
                  <a:pt x="5092" y="41910"/>
                </a:lnTo>
                <a:lnTo>
                  <a:pt x="5092" y="40640"/>
                </a:lnTo>
                <a:lnTo>
                  <a:pt x="2540" y="40640"/>
                </a:lnTo>
                <a:lnTo>
                  <a:pt x="2540" y="41910"/>
                </a:lnTo>
                <a:lnTo>
                  <a:pt x="0" y="41910"/>
                </a:lnTo>
                <a:lnTo>
                  <a:pt x="0" y="43180"/>
                </a:lnTo>
                <a:lnTo>
                  <a:pt x="30492" y="43180"/>
                </a:lnTo>
                <a:lnTo>
                  <a:pt x="30492" y="41910"/>
                </a:lnTo>
                <a:close/>
              </a:path>
              <a:path w="118745" h="43180">
                <a:moveTo>
                  <a:pt x="39370" y="38100"/>
                </a:moveTo>
                <a:lnTo>
                  <a:pt x="11442" y="38100"/>
                </a:lnTo>
                <a:lnTo>
                  <a:pt x="11442" y="36830"/>
                </a:lnTo>
                <a:lnTo>
                  <a:pt x="8890" y="36830"/>
                </a:lnTo>
                <a:lnTo>
                  <a:pt x="8890" y="38100"/>
                </a:lnTo>
                <a:lnTo>
                  <a:pt x="7620" y="38100"/>
                </a:lnTo>
                <a:lnTo>
                  <a:pt x="7620" y="40640"/>
                </a:lnTo>
                <a:lnTo>
                  <a:pt x="34290" y="40640"/>
                </a:lnTo>
                <a:lnTo>
                  <a:pt x="34290" y="41910"/>
                </a:lnTo>
                <a:lnTo>
                  <a:pt x="36842" y="41910"/>
                </a:lnTo>
                <a:lnTo>
                  <a:pt x="36842" y="40640"/>
                </a:lnTo>
                <a:lnTo>
                  <a:pt x="39370" y="40640"/>
                </a:lnTo>
                <a:lnTo>
                  <a:pt x="39370" y="38100"/>
                </a:lnTo>
                <a:close/>
              </a:path>
              <a:path w="118745" h="43180">
                <a:moveTo>
                  <a:pt x="45720" y="35560"/>
                </a:moveTo>
                <a:lnTo>
                  <a:pt x="16522" y="35560"/>
                </a:lnTo>
                <a:lnTo>
                  <a:pt x="16522" y="34290"/>
                </a:lnTo>
                <a:lnTo>
                  <a:pt x="13970" y="34290"/>
                </a:lnTo>
                <a:lnTo>
                  <a:pt x="13970" y="35560"/>
                </a:lnTo>
                <a:lnTo>
                  <a:pt x="11442" y="35560"/>
                </a:lnTo>
                <a:lnTo>
                  <a:pt x="11442" y="36830"/>
                </a:lnTo>
                <a:lnTo>
                  <a:pt x="43192" y="36830"/>
                </a:lnTo>
                <a:lnTo>
                  <a:pt x="43192" y="38100"/>
                </a:lnTo>
                <a:lnTo>
                  <a:pt x="45720" y="38100"/>
                </a:lnTo>
                <a:lnTo>
                  <a:pt x="45720" y="35560"/>
                </a:lnTo>
                <a:close/>
              </a:path>
              <a:path w="118745" h="43180">
                <a:moveTo>
                  <a:pt x="54622" y="31750"/>
                </a:moveTo>
                <a:lnTo>
                  <a:pt x="24142" y="31750"/>
                </a:lnTo>
                <a:lnTo>
                  <a:pt x="24142" y="30480"/>
                </a:lnTo>
                <a:lnTo>
                  <a:pt x="21590" y="30480"/>
                </a:lnTo>
                <a:lnTo>
                  <a:pt x="21590" y="31750"/>
                </a:lnTo>
                <a:lnTo>
                  <a:pt x="19050" y="31750"/>
                </a:lnTo>
                <a:lnTo>
                  <a:pt x="19050" y="34290"/>
                </a:lnTo>
                <a:lnTo>
                  <a:pt x="48272" y="34290"/>
                </a:lnTo>
                <a:lnTo>
                  <a:pt x="48272" y="35560"/>
                </a:lnTo>
                <a:lnTo>
                  <a:pt x="50800" y="35560"/>
                </a:lnTo>
                <a:lnTo>
                  <a:pt x="50800" y="34290"/>
                </a:lnTo>
                <a:lnTo>
                  <a:pt x="54622" y="34290"/>
                </a:lnTo>
                <a:lnTo>
                  <a:pt x="54622" y="31750"/>
                </a:lnTo>
                <a:close/>
              </a:path>
              <a:path w="118745" h="43180">
                <a:moveTo>
                  <a:pt x="59690" y="29210"/>
                </a:moveTo>
                <a:lnTo>
                  <a:pt x="29222" y="29210"/>
                </a:lnTo>
                <a:lnTo>
                  <a:pt x="29222" y="27940"/>
                </a:lnTo>
                <a:lnTo>
                  <a:pt x="26670" y="27940"/>
                </a:lnTo>
                <a:lnTo>
                  <a:pt x="26670" y="29210"/>
                </a:lnTo>
                <a:lnTo>
                  <a:pt x="24142" y="29210"/>
                </a:lnTo>
                <a:lnTo>
                  <a:pt x="24142" y="30480"/>
                </a:lnTo>
                <a:lnTo>
                  <a:pt x="57150" y="30480"/>
                </a:lnTo>
                <a:lnTo>
                  <a:pt x="57150" y="31750"/>
                </a:lnTo>
                <a:lnTo>
                  <a:pt x="59690" y="31750"/>
                </a:lnTo>
                <a:lnTo>
                  <a:pt x="59690" y="29210"/>
                </a:lnTo>
                <a:close/>
              </a:path>
              <a:path w="118745" h="43180">
                <a:moveTo>
                  <a:pt x="69850" y="25400"/>
                </a:moveTo>
                <a:lnTo>
                  <a:pt x="36842" y="25400"/>
                </a:lnTo>
                <a:lnTo>
                  <a:pt x="36842" y="24130"/>
                </a:lnTo>
                <a:lnTo>
                  <a:pt x="34290" y="24130"/>
                </a:lnTo>
                <a:lnTo>
                  <a:pt x="34290" y="25400"/>
                </a:lnTo>
                <a:lnTo>
                  <a:pt x="31750" y="25400"/>
                </a:lnTo>
                <a:lnTo>
                  <a:pt x="31750" y="27940"/>
                </a:lnTo>
                <a:lnTo>
                  <a:pt x="63500" y="27940"/>
                </a:lnTo>
                <a:lnTo>
                  <a:pt x="63500" y="29210"/>
                </a:lnTo>
                <a:lnTo>
                  <a:pt x="66040" y="29210"/>
                </a:lnTo>
                <a:lnTo>
                  <a:pt x="66040" y="27940"/>
                </a:lnTo>
                <a:lnTo>
                  <a:pt x="69850" y="27940"/>
                </a:lnTo>
                <a:lnTo>
                  <a:pt x="69850" y="25400"/>
                </a:lnTo>
                <a:close/>
              </a:path>
              <a:path w="118745" h="43180">
                <a:moveTo>
                  <a:pt x="73672" y="22860"/>
                </a:moveTo>
                <a:lnTo>
                  <a:pt x="41922" y="22860"/>
                </a:lnTo>
                <a:lnTo>
                  <a:pt x="41922" y="21590"/>
                </a:lnTo>
                <a:lnTo>
                  <a:pt x="39370" y="21590"/>
                </a:lnTo>
                <a:lnTo>
                  <a:pt x="39370" y="22860"/>
                </a:lnTo>
                <a:lnTo>
                  <a:pt x="36842" y="22860"/>
                </a:lnTo>
                <a:lnTo>
                  <a:pt x="36842" y="24130"/>
                </a:lnTo>
                <a:lnTo>
                  <a:pt x="71120" y="24130"/>
                </a:lnTo>
                <a:lnTo>
                  <a:pt x="71120" y="25400"/>
                </a:lnTo>
                <a:lnTo>
                  <a:pt x="73672" y="25400"/>
                </a:lnTo>
                <a:lnTo>
                  <a:pt x="73672" y="22860"/>
                </a:lnTo>
                <a:close/>
              </a:path>
              <a:path w="118745" h="43180">
                <a:moveTo>
                  <a:pt x="81292" y="19050"/>
                </a:moveTo>
                <a:lnTo>
                  <a:pt x="48272" y="19050"/>
                </a:lnTo>
                <a:lnTo>
                  <a:pt x="48272" y="17780"/>
                </a:lnTo>
                <a:lnTo>
                  <a:pt x="45720" y="17780"/>
                </a:lnTo>
                <a:lnTo>
                  <a:pt x="45720" y="19050"/>
                </a:lnTo>
                <a:lnTo>
                  <a:pt x="43192" y="19050"/>
                </a:lnTo>
                <a:lnTo>
                  <a:pt x="43192" y="21590"/>
                </a:lnTo>
                <a:lnTo>
                  <a:pt x="76200" y="21590"/>
                </a:lnTo>
                <a:lnTo>
                  <a:pt x="76200" y="22860"/>
                </a:lnTo>
                <a:lnTo>
                  <a:pt x="78740" y="22860"/>
                </a:lnTo>
                <a:lnTo>
                  <a:pt x="78740" y="21590"/>
                </a:lnTo>
                <a:lnTo>
                  <a:pt x="81292" y="21590"/>
                </a:lnTo>
                <a:lnTo>
                  <a:pt x="81292" y="19050"/>
                </a:lnTo>
                <a:close/>
              </a:path>
              <a:path w="118745" h="43180">
                <a:moveTo>
                  <a:pt x="86372" y="16510"/>
                </a:moveTo>
                <a:lnTo>
                  <a:pt x="53340" y="16510"/>
                </a:lnTo>
                <a:lnTo>
                  <a:pt x="53340" y="15240"/>
                </a:lnTo>
                <a:lnTo>
                  <a:pt x="50800" y="15240"/>
                </a:lnTo>
                <a:lnTo>
                  <a:pt x="50800" y="16510"/>
                </a:lnTo>
                <a:lnTo>
                  <a:pt x="48272" y="16510"/>
                </a:lnTo>
                <a:lnTo>
                  <a:pt x="48272" y="17780"/>
                </a:lnTo>
                <a:lnTo>
                  <a:pt x="83820" y="17780"/>
                </a:lnTo>
                <a:lnTo>
                  <a:pt x="83820" y="19050"/>
                </a:lnTo>
                <a:lnTo>
                  <a:pt x="86372" y="19050"/>
                </a:lnTo>
                <a:lnTo>
                  <a:pt x="86372" y="16510"/>
                </a:lnTo>
                <a:close/>
              </a:path>
              <a:path w="118745" h="43180">
                <a:moveTo>
                  <a:pt x="93992" y="12700"/>
                </a:moveTo>
                <a:lnTo>
                  <a:pt x="60972" y="12700"/>
                </a:lnTo>
                <a:lnTo>
                  <a:pt x="60972" y="11430"/>
                </a:lnTo>
                <a:lnTo>
                  <a:pt x="58420" y="11430"/>
                </a:lnTo>
                <a:lnTo>
                  <a:pt x="58420" y="12700"/>
                </a:lnTo>
                <a:lnTo>
                  <a:pt x="55892" y="12700"/>
                </a:lnTo>
                <a:lnTo>
                  <a:pt x="55892" y="15240"/>
                </a:lnTo>
                <a:lnTo>
                  <a:pt x="88900" y="15240"/>
                </a:lnTo>
                <a:lnTo>
                  <a:pt x="88900" y="16510"/>
                </a:lnTo>
                <a:lnTo>
                  <a:pt x="91440" y="16510"/>
                </a:lnTo>
                <a:lnTo>
                  <a:pt x="91440" y="15240"/>
                </a:lnTo>
                <a:lnTo>
                  <a:pt x="93992" y="15240"/>
                </a:lnTo>
                <a:lnTo>
                  <a:pt x="93992" y="12700"/>
                </a:lnTo>
                <a:close/>
              </a:path>
              <a:path w="118745" h="43180">
                <a:moveTo>
                  <a:pt x="99072" y="10160"/>
                </a:moveTo>
                <a:lnTo>
                  <a:pt x="66040" y="10160"/>
                </a:lnTo>
                <a:lnTo>
                  <a:pt x="66040" y="8890"/>
                </a:lnTo>
                <a:lnTo>
                  <a:pt x="63500" y="8890"/>
                </a:lnTo>
                <a:lnTo>
                  <a:pt x="63500" y="10160"/>
                </a:lnTo>
                <a:lnTo>
                  <a:pt x="60972" y="10160"/>
                </a:lnTo>
                <a:lnTo>
                  <a:pt x="60972" y="11430"/>
                </a:lnTo>
                <a:lnTo>
                  <a:pt x="96520" y="11430"/>
                </a:lnTo>
                <a:lnTo>
                  <a:pt x="96520" y="12700"/>
                </a:lnTo>
                <a:lnTo>
                  <a:pt x="99072" y="12700"/>
                </a:lnTo>
                <a:lnTo>
                  <a:pt x="99072" y="10160"/>
                </a:lnTo>
                <a:close/>
              </a:path>
              <a:path w="118745" h="43180">
                <a:moveTo>
                  <a:pt x="105422" y="6350"/>
                </a:moveTo>
                <a:lnTo>
                  <a:pt x="73672" y="6350"/>
                </a:lnTo>
                <a:lnTo>
                  <a:pt x="73672" y="5080"/>
                </a:lnTo>
                <a:lnTo>
                  <a:pt x="71120" y="5080"/>
                </a:lnTo>
                <a:lnTo>
                  <a:pt x="71120" y="6350"/>
                </a:lnTo>
                <a:lnTo>
                  <a:pt x="68592" y="6350"/>
                </a:lnTo>
                <a:lnTo>
                  <a:pt x="68592" y="8890"/>
                </a:lnTo>
                <a:lnTo>
                  <a:pt x="101600" y="8890"/>
                </a:lnTo>
                <a:lnTo>
                  <a:pt x="101600" y="10160"/>
                </a:lnTo>
                <a:lnTo>
                  <a:pt x="102870" y="10160"/>
                </a:lnTo>
                <a:lnTo>
                  <a:pt x="102870" y="8890"/>
                </a:lnTo>
                <a:lnTo>
                  <a:pt x="105422" y="8890"/>
                </a:lnTo>
                <a:lnTo>
                  <a:pt x="105422" y="6350"/>
                </a:lnTo>
                <a:close/>
              </a:path>
              <a:path w="118745" h="43180">
                <a:moveTo>
                  <a:pt x="110490" y="3810"/>
                </a:moveTo>
                <a:lnTo>
                  <a:pt x="78740" y="3810"/>
                </a:lnTo>
                <a:lnTo>
                  <a:pt x="78740" y="2540"/>
                </a:lnTo>
                <a:lnTo>
                  <a:pt x="76200" y="2540"/>
                </a:lnTo>
                <a:lnTo>
                  <a:pt x="76200" y="3810"/>
                </a:lnTo>
                <a:lnTo>
                  <a:pt x="73672" y="3810"/>
                </a:lnTo>
                <a:lnTo>
                  <a:pt x="73672" y="5080"/>
                </a:lnTo>
                <a:lnTo>
                  <a:pt x="107950" y="5080"/>
                </a:lnTo>
                <a:lnTo>
                  <a:pt x="107950" y="6350"/>
                </a:lnTo>
                <a:lnTo>
                  <a:pt x="110490" y="6350"/>
                </a:lnTo>
                <a:lnTo>
                  <a:pt x="110490" y="3810"/>
                </a:lnTo>
                <a:close/>
              </a:path>
              <a:path w="118745" h="43180">
                <a:moveTo>
                  <a:pt x="118122" y="0"/>
                </a:moveTo>
                <a:lnTo>
                  <a:pt x="80022" y="0"/>
                </a:lnTo>
                <a:lnTo>
                  <a:pt x="80022" y="2540"/>
                </a:lnTo>
                <a:lnTo>
                  <a:pt x="113042" y="2540"/>
                </a:lnTo>
                <a:lnTo>
                  <a:pt x="113042" y="3810"/>
                </a:lnTo>
                <a:lnTo>
                  <a:pt x="115570" y="3810"/>
                </a:lnTo>
                <a:lnTo>
                  <a:pt x="115570" y="2540"/>
                </a:lnTo>
                <a:lnTo>
                  <a:pt x="118122" y="2540"/>
                </a:lnTo>
                <a:lnTo>
                  <a:pt x="118122" y="0"/>
                </a:lnTo>
                <a:close/>
              </a:path>
            </a:pathLst>
          </a:custGeom>
          <a:solidFill>
            <a:srgbClr val="9A3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6813525" y="2308859"/>
            <a:ext cx="116839" cy="44450"/>
          </a:xfrm>
          <a:custGeom>
            <a:avLst/>
            <a:gdLst/>
            <a:ahLst/>
            <a:cxnLst/>
            <a:rect l="l" t="t" r="r" b="b"/>
            <a:pathLst>
              <a:path w="116840" h="44450">
                <a:moveTo>
                  <a:pt x="15252" y="43180"/>
                </a:moveTo>
                <a:lnTo>
                  <a:pt x="5080" y="43180"/>
                </a:lnTo>
                <a:lnTo>
                  <a:pt x="5080" y="41910"/>
                </a:lnTo>
                <a:lnTo>
                  <a:pt x="2552" y="41910"/>
                </a:lnTo>
                <a:lnTo>
                  <a:pt x="2552" y="43180"/>
                </a:lnTo>
                <a:lnTo>
                  <a:pt x="0" y="43180"/>
                </a:lnTo>
                <a:lnTo>
                  <a:pt x="0" y="44450"/>
                </a:lnTo>
                <a:lnTo>
                  <a:pt x="15252" y="44450"/>
                </a:lnTo>
                <a:lnTo>
                  <a:pt x="15252" y="43180"/>
                </a:lnTo>
                <a:close/>
              </a:path>
              <a:path w="116840" h="44450">
                <a:moveTo>
                  <a:pt x="22860" y="39370"/>
                </a:moveTo>
                <a:lnTo>
                  <a:pt x="12700" y="39370"/>
                </a:lnTo>
                <a:lnTo>
                  <a:pt x="12700" y="38100"/>
                </a:lnTo>
                <a:lnTo>
                  <a:pt x="10160" y="38100"/>
                </a:lnTo>
                <a:lnTo>
                  <a:pt x="10160" y="39370"/>
                </a:lnTo>
                <a:lnTo>
                  <a:pt x="7632" y="39370"/>
                </a:lnTo>
                <a:lnTo>
                  <a:pt x="7632" y="41910"/>
                </a:lnTo>
                <a:lnTo>
                  <a:pt x="17780" y="41910"/>
                </a:lnTo>
                <a:lnTo>
                  <a:pt x="17780" y="43180"/>
                </a:lnTo>
                <a:lnTo>
                  <a:pt x="20332" y="43180"/>
                </a:lnTo>
                <a:lnTo>
                  <a:pt x="20332" y="41910"/>
                </a:lnTo>
                <a:lnTo>
                  <a:pt x="22860" y="41910"/>
                </a:lnTo>
                <a:lnTo>
                  <a:pt x="22860" y="39370"/>
                </a:lnTo>
                <a:close/>
              </a:path>
              <a:path w="116840" h="44450">
                <a:moveTo>
                  <a:pt x="29210" y="36830"/>
                </a:moveTo>
                <a:lnTo>
                  <a:pt x="17780" y="36830"/>
                </a:lnTo>
                <a:lnTo>
                  <a:pt x="17780" y="35560"/>
                </a:lnTo>
                <a:lnTo>
                  <a:pt x="15252" y="35560"/>
                </a:lnTo>
                <a:lnTo>
                  <a:pt x="15252" y="36830"/>
                </a:lnTo>
                <a:lnTo>
                  <a:pt x="12700" y="36830"/>
                </a:lnTo>
                <a:lnTo>
                  <a:pt x="12700" y="38100"/>
                </a:lnTo>
                <a:lnTo>
                  <a:pt x="26682" y="38100"/>
                </a:lnTo>
                <a:lnTo>
                  <a:pt x="26682" y="39370"/>
                </a:lnTo>
                <a:lnTo>
                  <a:pt x="29210" y="39370"/>
                </a:lnTo>
                <a:lnTo>
                  <a:pt x="29210" y="36830"/>
                </a:lnTo>
                <a:close/>
              </a:path>
              <a:path w="116840" h="44450">
                <a:moveTo>
                  <a:pt x="38100" y="33020"/>
                </a:moveTo>
                <a:lnTo>
                  <a:pt x="24130" y="33020"/>
                </a:lnTo>
                <a:lnTo>
                  <a:pt x="24130" y="31750"/>
                </a:lnTo>
                <a:lnTo>
                  <a:pt x="22860" y="31750"/>
                </a:lnTo>
                <a:lnTo>
                  <a:pt x="22860" y="33020"/>
                </a:lnTo>
                <a:lnTo>
                  <a:pt x="20332" y="33020"/>
                </a:lnTo>
                <a:lnTo>
                  <a:pt x="20332" y="35560"/>
                </a:lnTo>
                <a:lnTo>
                  <a:pt x="31750" y="35560"/>
                </a:lnTo>
                <a:lnTo>
                  <a:pt x="31750" y="36830"/>
                </a:lnTo>
                <a:lnTo>
                  <a:pt x="35560" y="36830"/>
                </a:lnTo>
                <a:lnTo>
                  <a:pt x="35560" y="35560"/>
                </a:lnTo>
                <a:lnTo>
                  <a:pt x="38100" y="35560"/>
                </a:lnTo>
                <a:lnTo>
                  <a:pt x="38100" y="33020"/>
                </a:lnTo>
                <a:close/>
              </a:path>
              <a:path w="116840" h="44450">
                <a:moveTo>
                  <a:pt x="44450" y="30480"/>
                </a:moveTo>
                <a:lnTo>
                  <a:pt x="29210" y="30480"/>
                </a:lnTo>
                <a:lnTo>
                  <a:pt x="29210" y="29210"/>
                </a:lnTo>
                <a:lnTo>
                  <a:pt x="26682" y="29210"/>
                </a:lnTo>
                <a:lnTo>
                  <a:pt x="26682" y="30480"/>
                </a:lnTo>
                <a:lnTo>
                  <a:pt x="24130" y="30480"/>
                </a:lnTo>
                <a:lnTo>
                  <a:pt x="24130" y="31750"/>
                </a:lnTo>
                <a:lnTo>
                  <a:pt x="40627" y="31750"/>
                </a:lnTo>
                <a:lnTo>
                  <a:pt x="40627" y="33020"/>
                </a:lnTo>
                <a:lnTo>
                  <a:pt x="44450" y="33020"/>
                </a:lnTo>
                <a:lnTo>
                  <a:pt x="44450" y="30480"/>
                </a:lnTo>
                <a:close/>
              </a:path>
              <a:path w="116840" h="44450">
                <a:moveTo>
                  <a:pt x="53352" y="26670"/>
                </a:moveTo>
                <a:lnTo>
                  <a:pt x="36830" y="26670"/>
                </a:lnTo>
                <a:lnTo>
                  <a:pt x="36830" y="25400"/>
                </a:lnTo>
                <a:lnTo>
                  <a:pt x="34302" y="25400"/>
                </a:lnTo>
                <a:lnTo>
                  <a:pt x="34302" y="26670"/>
                </a:lnTo>
                <a:lnTo>
                  <a:pt x="31750" y="26670"/>
                </a:lnTo>
                <a:lnTo>
                  <a:pt x="31750" y="29210"/>
                </a:lnTo>
                <a:lnTo>
                  <a:pt x="47002" y="29210"/>
                </a:lnTo>
                <a:lnTo>
                  <a:pt x="47002" y="30480"/>
                </a:lnTo>
                <a:lnTo>
                  <a:pt x="49530" y="30480"/>
                </a:lnTo>
                <a:lnTo>
                  <a:pt x="49530" y="29210"/>
                </a:lnTo>
                <a:lnTo>
                  <a:pt x="53352" y="29210"/>
                </a:lnTo>
                <a:lnTo>
                  <a:pt x="53352" y="26670"/>
                </a:lnTo>
                <a:close/>
              </a:path>
              <a:path w="116840" h="44450">
                <a:moveTo>
                  <a:pt x="58432" y="24130"/>
                </a:moveTo>
                <a:lnTo>
                  <a:pt x="41910" y="24130"/>
                </a:lnTo>
                <a:lnTo>
                  <a:pt x="41910" y="22860"/>
                </a:lnTo>
                <a:lnTo>
                  <a:pt x="39382" y="22860"/>
                </a:lnTo>
                <a:lnTo>
                  <a:pt x="39382" y="24130"/>
                </a:lnTo>
                <a:lnTo>
                  <a:pt x="36830" y="24130"/>
                </a:lnTo>
                <a:lnTo>
                  <a:pt x="36830" y="25400"/>
                </a:lnTo>
                <a:lnTo>
                  <a:pt x="55880" y="25400"/>
                </a:lnTo>
                <a:lnTo>
                  <a:pt x="55880" y="26670"/>
                </a:lnTo>
                <a:lnTo>
                  <a:pt x="58432" y="26670"/>
                </a:lnTo>
                <a:lnTo>
                  <a:pt x="58432" y="24130"/>
                </a:lnTo>
                <a:close/>
              </a:path>
              <a:path w="116840" h="44450">
                <a:moveTo>
                  <a:pt x="67310" y="20320"/>
                </a:moveTo>
                <a:lnTo>
                  <a:pt x="49530" y="20320"/>
                </a:lnTo>
                <a:lnTo>
                  <a:pt x="49530" y="19050"/>
                </a:lnTo>
                <a:lnTo>
                  <a:pt x="47002" y="19050"/>
                </a:lnTo>
                <a:lnTo>
                  <a:pt x="47002" y="20320"/>
                </a:lnTo>
                <a:lnTo>
                  <a:pt x="44450" y="20320"/>
                </a:lnTo>
                <a:lnTo>
                  <a:pt x="44450" y="22860"/>
                </a:lnTo>
                <a:lnTo>
                  <a:pt x="60960" y="22860"/>
                </a:lnTo>
                <a:lnTo>
                  <a:pt x="60960" y="24130"/>
                </a:lnTo>
                <a:lnTo>
                  <a:pt x="64782" y="24130"/>
                </a:lnTo>
                <a:lnTo>
                  <a:pt x="64782" y="22860"/>
                </a:lnTo>
                <a:lnTo>
                  <a:pt x="67310" y="22860"/>
                </a:lnTo>
                <a:lnTo>
                  <a:pt x="67310" y="20320"/>
                </a:lnTo>
                <a:close/>
              </a:path>
              <a:path w="116840" h="44450">
                <a:moveTo>
                  <a:pt x="73660" y="17780"/>
                </a:moveTo>
                <a:lnTo>
                  <a:pt x="54610" y="17780"/>
                </a:lnTo>
                <a:lnTo>
                  <a:pt x="54610" y="16510"/>
                </a:lnTo>
                <a:lnTo>
                  <a:pt x="52082" y="16510"/>
                </a:lnTo>
                <a:lnTo>
                  <a:pt x="52082" y="17780"/>
                </a:lnTo>
                <a:lnTo>
                  <a:pt x="49530" y="17780"/>
                </a:lnTo>
                <a:lnTo>
                  <a:pt x="49530" y="19050"/>
                </a:lnTo>
                <a:lnTo>
                  <a:pt x="69850" y="19050"/>
                </a:lnTo>
                <a:lnTo>
                  <a:pt x="69850" y="20320"/>
                </a:lnTo>
                <a:lnTo>
                  <a:pt x="73660" y="20320"/>
                </a:lnTo>
                <a:lnTo>
                  <a:pt x="73660" y="17780"/>
                </a:lnTo>
                <a:close/>
              </a:path>
              <a:path w="116840" h="44450">
                <a:moveTo>
                  <a:pt x="82550" y="13970"/>
                </a:moveTo>
                <a:lnTo>
                  <a:pt x="60960" y="13970"/>
                </a:lnTo>
                <a:lnTo>
                  <a:pt x="60960" y="12700"/>
                </a:lnTo>
                <a:lnTo>
                  <a:pt x="58432" y="12700"/>
                </a:lnTo>
                <a:lnTo>
                  <a:pt x="58432" y="13970"/>
                </a:lnTo>
                <a:lnTo>
                  <a:pt x="57150" y="13970"/>
                </a:lnTo>
                <a:lnTo>
                  <a:pt x="57150" y="16510"/>
                </a:lnTo>
                <a:lnTo>
                  <a:pt x="76200" y="16510"/>
                </a:lnTo>
                <a:lnTo>
                  <a:pt x="76200" y="17780"/>
                </a:lnTo>
                <a:lnTo>
                  <a:pt x="78727" y="17780"/>
                </a:lnTo>
                <a:lnTo>
                  <a:pt x="78727" y="16510"/>
                </a:lnTo>
                <a:lnTo>
                  <a:pt x="82550" y="16510"/>
                </a:lnTo>
                <a:lnTo>
                  <a:pt x="82550" y="13970"/>
                </a:lnTo>
                <a:close/>
              </a:path>
              <a:path w="116840" h="44450">
                <a:moveTo>
                  <a:pt x="87630" y="11430"/>
                </a:moveTo>
                <a:lnTo>
                  <a:pt x="66052" y="11430"/>
                </a:lnTo>
                <a:lnTo>
                  <a:pt x="66052" y="10160"/>
                </a:lnTo>
                <a:lnTo>
                  <a:pt x="63500" y="10160"/>
                </a:lnTo>
                <a:lnTo>
                  <a:pt x="63500" y="11430"/>
                </a:lnTo>
                <a:lnTo>
                  <a:pt x="60960" y="11430"/>
                </a:lnTo>
                <a:lnTo>
                  <a:pt x="60960" y="12700"/>
                </a:lnTo>
                <a:lnTo>
                  <a:pt x="85102" y="12700"/>
                </a:lnTo>
                <a:lnTo>
                  <a:pt x="85102" y="13970"/>
                </a:lnTo>
                <a:lnTo>
                  <a:pt x="87630" y="13970"/>
                </a:lnTo>
                <a:lnTo>
                  <a:pt x="87630" y="11430"/>
                </a:lnTo>
                <a:close/>
              </a:path>
              <a:path w="116840" h="44450">
                <a:moveTo>
                  <a:pt x="96532" y="7620"/>
                </a:moveTo>
                <a:lnTo>
                  <a:pt x="73660" y="7620"/>
                </a:lnTo>
                <a:lnTo>
                  <a:pt x="73660" y="6350"/>
                </a:lnTo>
                <a:lnTo>
                  <a:pt x="71132" y="6350"/>
                </a:lnTo>
                <a:lnTo>
                  <a:pt x="71132" y="7620"/>
                </a:lnTo>
                <a:lnTo>
                  <a:pt x="68580" y="7620"/>
                </a:lnTo>
                <a:lnTo>
                  <a:pt x="68580" y="10160"/>
                </a:lnTo>
                <a:lnTo>
                  <a:pt x="91452" y="10160"/>
                </a:lnTo>
                <a:lnTo>
                  <a:pt x="91452" y="11430"/>
                </a:lnTo>
                <a:lnTo>
                  <a:pt x="93980" y="11430"/>
                </a:lnTo>
                <a:lnTo>
                  <a:pt x="93980" y="10160"/>
                </a:lnTo>
                <a:lnTo>
                  <a:pt x="96532" y="10160"/>
                </a:lnTo>
                <a:lnTo>
                  <a:pt x="96532" y="7620"/>
                </a:lnTo>
                <a:close/>
              </a:path>
              <a:path w="116840" h="44450">
                <a:moveTo>
                  <a:pt x="102882" y="5080"/>
                </a:moveTo>
                <a:lnTo>
                  <a:pt x="78752" y="5080"/>
                </a:lnTo>
                <a:lnTo>
                  <a:pt x="78752" y="3810"/>
                </a:lnTo>
                <a:lnTo>
                  <a:pt x="76200" y="3810"/>
                </a:lnTo>
                <a:lnTo>
                  <a:pt x="76200" y="5080"/>
                </a:lnTo>
                <a:lnTo>
                  <a:pt x="73660" y="5080"/>
                </a:lnTo>
                <a:lnTo>
                  <a:pt x="73660" y="6350"/>
                </a:lnTo>
                <a:lnTo>
                  <a:pt x="99060" y="6350"/>
                </a:lnTo>
                <a:lnTo>
                  <a:pt x="99060" y="7620"/>
                </a:lnTo>
                <a:lnTo>
                  <a:pt x="102882" y="7620"/>
                </a:lnTo>
                <a:lnTo>
                  <a:pt x="102882" y="5080"/>
                </a:lnTo>
                <a:close/>
              </a:path>
              <a:path w="116840" h="44450">
                <a:moveTo>
                  <a:pt x="111760" y="1270"/>
                </a:moveTo>
                <a:lnTo>
                  <a:pt x="86360" y="1270"/>
                </a:lnTo>
                <a:lnTo>
                  <a:pt x="86360" y="0"/>
                </a:lnTo>
                <a:lnTo>
                  <a:pt x="83832" y="0"/>
                </a:lnTo>
                <a:lnTo>
                  <a:pt x="83832" y="1270"/>
                </a:lnTo>
                <a:lnTo>
                  <a:pt x="81280" y="1270"/>
                </a:lnTo>
                <a:lnTo>
                  <a:pt x="81280" y="3810"/>
                </a:lnTo>
                <a:lnTo>
                  <a:pt x="105410" y="3810"/>
                </a:lnTo>
                <a:lnTo>
                  <a:pt x="105410" y="5080"/>
                </a:lnTo>
                <a:lnTo>
                  <a:pt x="107950" y="5080"/>
                </a:lnTo>
                <a:lnTo>
                  <a:pt x="107950" y="3810"/>
                </a:lnTo>
                <a:lnTo>
                  <a:pt x="111760" y="3810"/>
                </a:lnTo>
                <a:lnTo>
                  <a:pt x="111760" y="1270"/>
                </a:lnTo>
                <a:close/>
              </a:path>
              <a:path w="116840" h="44450">
                <a:moveTo>
                  <a:pt x="116827" y="0"/>
                </a:moveTo>
                <a:lnTo>
                  <a:pt x="114300" y="0"/>
                </a:lnTo>
                <a:lnTo>
                  <a:pt x="114300" y="1270"/>
                </a:lnTo>
                <a:lnTo>
                  <a:pt x="116827" y="1270"/>
                </a:lnTo>
                <a:lnTo>
                  <a:pt x="116827" y="0"/>
                </a:lnTo>
                <a:close/>
              </a:path>
            </a:pathLst>
          </a:custGeom>
          <a:solidFill>
            <a:srgbClr val="9A3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6729704" y="2353309"/>
            <a:ext cx="99695" cy="43180"/>
          </a:xfrm>
          <a:custGeom>
            <a:avLst/>
            <a:gdLst/>
            <a:ahLst/>
            <a:cxnLst/>
            <a:rect l="l" t="t" r="r" b="b"/>
            <a:pathLst>
              <a:path w="99695" h="43180">
                <a:moveTo>
                  <a:pt x="1270" y="41910"/>
                </a:moveTo>
                <a:lnTo>
                  <a:pt x="0" y="41910"/>
                </a:lnTo>
                <a:lnTo>
                  <a:pt x="0" y="43180"/>
                </a:lnTo>
                <a:lnTo>
                  <a:pt x="1270" y="43180"/>
                </a:lnTo>
                <a:lnTo>
                  <a:pt x="1270" y="41910"/>
                </a:lnTo>
                <a:close/>
              </a:path>
              <a:path w="99695" h="43180">
                <a:moveTo>
                  <a:pt x="3822" y="41910"/>
                </a:moveTo>
                <a:lnTo>
                  <a:pt x="2552" y="41910"/>
                </a:lnTo>
                <a:lnTo>
                  <a:pt x="2552" y="43180"/>
                </a:lnTo>
                <a:lnTo>
                  <a:pt x="3822" y="43180"/>
                </a:lnTo>
                <a:lnTo>
                  <a:pt x="3822" y="41910"/>
                </a:lnTo>
                <a:close/>
              </a:path>
              <a:path w="99695" h="43180">
                <a:moveTo>
                  <a:pt x="6350" y="39370"/>
                </a:moveTo>
                <a:lnTo>
                  <a:pt x="5080" y="39370"/>
                </a:lnTo>
                <a:lnTo>
                  <a:pt x="5080" y="41910"/>
                </a:lnTo>
                <a:lnTo>
                  <a:pt x="6350" y="41910"/>
                </a:lnTo>
                <a:lnTo>
                  <a:pt x="6350" y="39370"/>
                </a:lnTo>
                <a:close/>
              </a:path>
              <a:path w="99695" h="43180">
                <a:moveTo>
                  <a:pt x="8902" y="38100"/>
                </a:moveTo>
                <a:lnTo>
                  <a:pt x="7620" y="38100"/>
                </a:lnTo>
                <a:lnTo>
                  <a:pt x="7620" y="39370"/>
                </a:lnTo>
                <a:lnTo>
                  <a:pt x="8902" y="39370"/>
                </a:lnTo>
                <a:lnTo>
                  <a:pt x="8902" y="38100"/>
                </a:lnTo>
                <a:close/>
              </a:path>
              <a:path w="99695" h="43180">
                <a:moveTo>
                  <a:pt x="11430" y="36830"/>
                </a:moveTo>
                <a:lnTo>
                  <a:pt x="10172" y="36830"/>
                </a:lnTo>
                <a:lnTo>
                  <a:pt x="10172" y="39370"/>
                </a:lnTo>
                <a:lnTo>
                  <a:pt x="11430" y="39370"/>
                </a:lnTo>
                <a:lnTo>
                  <a:pt x="11430" y="36830"/>
                </a:lnTo>
                <a:close/>
              </a:path>
              <a:path w="99695" h="43180">
                <a:moveTo>
                  <a:pt x="17780" y="35560"/>
                </a:moveTo>
                <a:lnTo>
                  <a:pt x="15252" y="35560"/>
                </a:lnTo>
                <a:lnTo>
                  <a:pt x="12700" y="35560"/>
                </a:lnTo>
                <a:lnTo>
                  <a:pt x="12700" y="36830"/>
                </a:lnTo>
                <a:lnTo>
                  <a:pt x="15252" y="36830"/>
                </a:lnTo>
                <a:lnTo>
                  <a:pt x="17780" y="36830"/>
                </a:lnTo>
                <a:lnTo>
                  <a:pt x="17780" y="35560"/>
                </a:lnTo>
                <a:close/>
              </a:path>
              <a:path w="99695" h="43180">
                <a:moveTo>
                  <a:pt x="20320" y="33020"/>
                </a:moveTo>
                <a:lnTo>
                  <a:pt x="17780" y="33020"/>
                </a:lnTo>
                <a:lnTo>
                  <a:pt x="17780" y="35560"/>
                </a:lnTo>
                <a:lnTo>
                  <a:pt x="20320" y="35560"/>
                </a:lnTo>
                <a:lnTo>
                  <a:pt x="20320" y="33020"/>
                </a:lnTo>
                <a:close/>
              </a:path>
              <a:path w="99695" h="43180">
                <a:moveTo>
                  <a:pt x="27952" y="29210"/>
                </a:moveTo>
                <a:lnTo>
                  <a:pt x="25400" y="29210"/>
                </a:lnTo>
                <a:lnTo>
                  <a:pt x="25400" y="30480"/>
                </a:lnTo>
                <a:lnTo>
                  <a:pt x="22872" y="30480"/>
                </a:lnTo>
                <a:lnTo>
                  <a:pt x="22872" y="31750"/>
                </a:lnTo>
                <a:lnTo>
                  <a:pt x="20320" y="31750"/>
                </a:lnTo>
                <a:lnTo>
                  <a:pt x="20320" y="33020"/>
                </a:lnTo>
                <a:lnTo>
                  <a:pt x="22872" y="33020"/>
                </a:lnTo>
                <a:lnTo>
                  <a:pt x="26670" y="33020"/>
                </a:lnTo>
                <a:lnTo>
                  <a:pt x="26670" y="30480"/>
                </a:lnTo>
                <a:lnTo>
                  <a:pt x="27952" y="30480"/>
                </a:lnTo>
                <a:lnTo>
                  <a:pt x="27952" y="29210"/>
                </a:lnTo>
                <a:close/>
              </a:path>
              <a:path w="99695" h="43180">
                <a:moveTo>
                  <a:pt x="35572" y="25400"/>
                </a:moveTo>
                <a:lnTo>
                  <a:pt x="33020" y="25400"/>
                </a:lnTo>
                <a:lnTo>
                  <a:pt x="33020" y="26670"/>
                </a:lnTo>
                <a:lnTo>
                  <a:pt x="30480" y="26670"/>
                </a:lnTo>
                <a:lnTo>
                  <a:pt x="30480" y="29210"/>
                </a:lnTo>
                <a:lnTo>
                  <a:pt x="29222" y="29210"/>
                </a:lnTo>
                <a:lnTo>
                  <a:pt x="29222" y="30480"/>
                </a:lnTo>
                <a:lnTo>
                  <a:pt x="31750" y="30480"/>
                </a:lnTo>
                <a:lnTo>
                  <a:pt x="31750" y="29210"/>
                </a:lnTo>
                <a:lnTo>
                  <a:pt x="35572" y="29210"/>
                </a:lnTo>
                <a:lnTo>
                  <a:pt x="35572" y="25400"/>
                </a:lnTo>
                <a:close/>
              </a:path>
              <a:path w="99695" h="43180">
                <a:moveTo>
                  <a:pt x="40652" y="24130"/>
                </a:moveTo>
                <a:lnTo>
                  <a:pt x="39370" y="24130"/>
                </a:lnTo>
                <a:lnTo>
                  <a:pt x="39370" y="22860"/>
                </a:lnTo>
                <a:lnTo>
                  <a:pt x="36830" y="22860"/>
                </a:lnTo>
                <a:lnTo>
                  <a:pt x="36830" y="24130"/>
                </a:lnTo>
                <a:lnTo>
                  <a:pt x="35572" y="24130"/>
                </a:lnTo>
                <a:lnTo>
                  <a:pt x="35572" y="25400"/>
                </a:lnTo>
                <a:lnTo>
                  <a:pt x="38100" y="25400"/>
                </a:lnTo>
                <a:lnTo>
                  <a:pt x="38100" y="26670"/>
                </a:lnTo>
                <a:lnTo>
                  <a:pt x="40652" y="26670"/>
                </a:lnTo>
                <a:lnTo>
                  <a:pt x="40652" y="24130"/>
                </a:lnTo>
                <a:close/>
              </a:path>
              <a:path w="99695" h="43180">
                <a:moveTo>
                  <a:pt x="49530" y="20320"/>
                </a:moveTo>
                <a:lnTo>
                  <a:pt x="47002" y="20320"/>
                </a:lnTo>
                <a:lnTo>
                  <a:pt x="47002" y="19050"/>
                </a:lnTo>
                <a:lnTo>
                  <a:pt x="44450" y="19050"/>
                </a:lnTo>
                <a:lnTo>
                  <a:pt x="44450" y="20320"/>
                </a:lnTo>
                <a:lnTo>
                  <a:pt x="41922" y="20320"/>
                </a:lnTo>
                <a:lnTo>
                  <a:pt x="41922" y="22860"/>
                </a:lnTo>
                <a:lnTo>
                  <a:pt x="43180" y="22860"/>
                </a:lnTo>
                <a:lnTo>
                  <a:pt x="43180" y="24130"/>
                </a:lnTo>
                <a:lnTo>
                  <a:pt x="47002" y="24130"/>
                </a:lnTo>
                <a:lnTo>
                  <a:pt x="47002" y="22860"/>
                </a:lnTo>
                <a:lnTo>
                  <a:pt x="49530" y="22860"/>
                </a:lnTo>
                <a:lnTo>
                  <a:pt x="49530" y="20320"/>
                </a:lnTo>
                <a:close/>
              </a:path>
              <a:path w="99695" h="43180">
                <a:moveTo>
                  <a:pt x="54622" y="17780"/>
                </a:moveTo>
                <a:lnTo>
                  <a:pt x="52070" y="17780"/>
                </a:lnTo>
                <a:lnTo>
                  <a:pt x="52070" y="16510"/>
                </a:lnTo>
                <a:lnTo>
                  <a:pt x="49530" y="16510"/>
                </a:lnTo>
                <a:lnTo>
                  <a:pt x="49530" y="17780"/>
                </a:lnTo>
                <a:lnTo>
                  <a:pt x="47002" y="17780"/>
                </a:lnTo>
                <a:lnTo>
                  <a:pt x="47002" y="19050"/>
                </a:lnTo>
                <a:lnTo>
                  <a:pt x="52070" y="19050"/>
                </a:lnTo>
                <a:lnTo>
                  <a:pt x="52070" y="20320"/>
                </a:lnTo>
                <a:lnTo>
                  <a:pt x="54622" y="20320"/>
                </a:lnTo>
                <a:lnTo>
                  <a:pt x="54622" y="17780"/>
                </a:lnTo>
                <a:close/>
              </a:path>
              <a:path w="99695" h="43180">
                <a:moveTo>
                  <a:pt x="63500" y="13970"/>
                </a:moveTo>
                <a:lnTo>
                  <a:pt x="59702" y="13970"/>
                </a:lnTo>
                <a:lnTo>
                  <a:pt x="59702" y="12700"/>
                </a:lnTo>
                <a:lnTo>
                  <a:pt x="57150" y="12700"/>
                </a:lnTo>
                <a:lnTo>
                  <a:pt x="57150" y="13970"/>
                </a:lnTo>
                <a:lnTo>
                  <a:pt x="54622" y="13970"/>
                </a:lnTo>
                <a:lnTo>
                  <a:pt x="54622" y="16510"/>
                </a:lnTo>
                <a:lnTo>
                  <a:pt x="58420" y="16510"/>
                </a:lnTo>
                <a:lnTo>
                  <a:pt x="58420" y="17780"/>
                </a:lnTo>
                <a:lnTo>
                  <a:pt x="60972" y="17780"/>
                </a:lnTo>
                <a:lnTo>
                  <a:pt x="60972" y="16510"/>
                </a:lnTo>
                <a:lnTo>
                  <a:pt x="63500" y="16510"/>
                </a:lnTo>
                <a:lnTo>
                  <a:pt x="63500" y="13970"/>
                </a:lnTo>
                <a:close/>
              </a:path>
              <a:path w="99695" h="43180">
                <a:moveTo>
                  <a:pt x="69850" y="11430"/>
                </a:moveTo>
                <a:lnTo>
                  <a:pt x="64770" y="11430"/>
                </a:lnTo>
                <a:lnTo>
                  <a:pt x="64770" y="10160"/>
                </a:lnTo>
                <a:lnTo>
                  <a:pt x="62230" y="10160"/>
                </a:lnTo>
                <a:lnTo>
                  <a:pt x="62230" y="11430"/>
                </a:lnTo>
                <a:lnTo>
                  <a:pt x="59702" y="11430"/>
                </a:lnTo>
                <a:lnTo>
                  <a:pt x="59702" y="12700"/>
                </a:lnTo>
                <a:lnTo>
                  <a:pt x="66052" y="12700"/>
                </a:lnTo>
                <a:lnTo>
                  <a:pt x="66052" y="13970"/>
                </a:lnTo>
                <a:lnTo>
                  <a:pt x="69850" y="13970"/>
                </a:lnTo>
                <a:lnTo>
                  <a:pt x="69850" y="11430"/>
                </a:lnTo>
                <a:close/>
              </a:path>
              <a:path w="99695" h="43180">
                <a:moveTo>
                  <a:pt x="78752" y="7620"/>
                </a:moveTo>
                <a:lnTo>
                  <a:pt x="71120" y="7620"/>
                </a:lnTo>
                <a:lnTo>
                  <a:pt x="71120" y="6350"/>
                </a:lnTo>
                <a:lnTo>
                  <a:pt x="69850" y="6350"/>
                </a:lnTo>
                <a:lnTo>
                  <a:pt x="69850" y="7620"/>
                </a:lnTo>
                <a:lnTo>
                  <a:pt x="67322" y="7620"/>
                </a:lnTo>
                <a:lnTo>
                  <a:pt x="67322" y="10160"/>
                </a:lnTo>
                <a:lnTo>
                  <a:pt x="72402" y="10160"/>
                </a:lnTo>
                <a:lnTo>
                  <a:pt x="72402" y="11430"/>
                </a:lnTo>
                <a:lnTo>
                  <a:pt x="74930" y="11430"/>
                </a:lnTo>
                <a:lnTo>
                  <a:pt x="74930" y="10160"/>
                </a:lnTo>
                <a:lnTo>
                  <a:pt x="78752" y="10160"/>
                </a:lnTo>
                <a:lnTo>
                  <a:pt x="78752" y="7620"/>
                </a:lnTo>
                <a:close/>
              </a:path>
              <a:path w="99695" h="43180">
                <a:moveTo>
                  <a:pt x="83820" y="5080"/>
                </a:moveTo>
                <a:lnTo>
                  <a:pt x="76200" y="5080"/>
                </a:lnTo>
                <a:lnTo>
                  <a:pt x="76200" y="3810"/>
                </a:lnTo>
                <a:lnTo>
                  <a:pt x="73672" y="3810"/>
                </a:lnTo>
                <a:lnTo>
                  <a:pt x="73672" y="5080"/>
                </a:lnTo>
                <a:lnTo>
                  <a:pt x="71120" y="5080"/>
                </a:lnTo>
                <a:lnTo>
                  <a:pt x="71120" y="6350"/>
                </a:lnTo>
                <a:lnTo>
                  <a:pt x="81280" y="6350"/>
                </a:lnTo>
                <a:lnTo>
                  <a:pt x="81280" y="7620"/>
                </a:lnTo>
                <a:lnTo>
                  <a:pt x="83820" y="7620"/>
                </a:lnTo>
                <a:lnTo>
                  <a:pt x="83820" y="5080"/>
                </a:lnTo>
                <a:close/>
              </a:path>
              <a:path w="99695" h="43180">
                <a:moveTo>
                  <a:pt x="92722" y="1270"/>
                </a:moveTo>
                <a:lnTo>
                  <a:pt x="83820" y="1270"/>
                </a:lnTo>
                <a:lnTo>
                  <a:pt x="83820" y="0"/>
                </a:lnTo>
                <a:lnTo>
                  <a:pt x="81280" y="0"/>
                </a:lnTo>
                <a:lnTo>
                  <a:pt x="81280" y="1270"/>
                </a:lnTo>
                <a:lnTo>
                  <a:pt x="78752" y="1270"/>
                </a:lnTo>
                <a:lnTo>
                  <a:pt x="78752" y="3810"/>
                </a:lnTo>
                <a:lnTo>
                  <a:pt x="87630" y="3810"/>
                </a:lnTo>
                <a:lnTo>
                  <a:pt x="87630" y="5080"/>
                </a:lnTo>
                <a:lnTo>
                  <a:pt x="90170" y="5080"/>
                </a:lnTo>
                <a:lnTo>
                  <a:pt x="90170" y="3810"/>
                </a:lnTo>
                <a:lnTo>
                  <a:pt x="92722" y="3810"/>
                </a:lnTo>
                <a:lnTo>
                  <a:pt x="92722" y="1270"/>
                </a:lnTo>
                <a:close/>
              </a:path>
              <a:path w="99695" h="43180">
                <a:moveTo>
                  <a:pt x="99072" y="0"/>
                </a:moveTo>
                <a:lnTo>
                  <a:pt x="95250" y="0"/>
                </a:lnTo>
                <a:lnTo>
                  <a:pt x="95250" y="1270"/>
                </a:lnTo>
                <a:lnTo>
                  <a:pt x="99072" y="1270"/>
                </a:lnTo>
                <a:lnTo>
                  <a:pt x="99072" y="0"/>
                </a:lnTo>
                <a:close/>
              </a:path>
            </a:pathLst>
          </a:custGeom>
          <a:solidFill>
            <a:srgbClr val="9A3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7" name="object 537"/>
          <p:cNvGrpSpPr/>
          <p:nvPr/>
        </p:nvGrpSpPr>
        <p:grpSpPr>
          <a:xfrm>
            <a:off x="0" y="1029967"/>
            <a:ext cx="1296670" cy="1281430"/>
            <a:chOff x="0" y="1029967"/>
            <a:chExt cx="1296670" cy="1281430"/>
          </a:xfrm>
        </p:grpSpPr>
        <p:sp>
          <p:nvSpPr>
            <p:cNvPr id="538" name="object 538"/>
            <p:cNvSpPr/>
            <p:nvPr/>
          </p:nvSpPr>
          <p:spPr>
            <a:xfrm>
              <a:off x="1254747" y="1029969"/>
              <a:ext cx="41910" cy="45720"/>
            </a:xfrm>
            <a:custGeom>
              <a:avLst/>
              <a:gdLst/>
              <a:ahLst/>
              <a:cxnLst/>
              <a:rect l="l" t="t" r="r" b="b"/>
              <a:pathLst>
                <a:path w="41909" h="45719">
                  <a:moveTo>
                    <a:pt x="1270" y="44450"/>
                  </a:moveTo>
                  <a:lnTo>
                    <a:pt x="0" y="44450"/>
                  </a:lnTo>
                  <a:lnTo>
                    <a:pt x="0" y="45720"/>
                  </a:lnTo>
                  <a:lnTo>
                    <a:pt x="1270" y="45720"/>
                  </a:lnTo>
                  <a:lnTo>
                    <a:pt x="1270" y="44450"/>
                  </a:lnTo>
                  <a:close/>
                </a:path>
                <a:path w="41909" h="45719">
                  <a:moveTo>
                    <a:pt x="8890" y="41910"/>
                  </a:moveTo>
                  <a:lnTo>
                    <a:pt x="5080" y="41910"/>
                  </a:lnTo>
                  <a:lnTo>
                    <a:pt x="5080" y="40640"/>
                  </a:lnTo>
                  <a:lnTo>
                    <a:pt x="3810" y="40640"/>
                  </a:lnTo>
                  <a:lnTo>
                    <a:pt x="3810" y="41910"/>
                  </a:lnTo>
                  <a:lnTo>
                    <a:pt x="2540" y="41910"/>
                  </a:lnTo>
                  <a:lnTo>
                    <a:pt x="2540" y="44450"/>
                  </a:lnTo>
                  <a:lnTo>
                    <a:pt x="7607" y="44450"/>
                  </a:lnTo>
                  <a:lnTo>
                    <a:pt x="7607" y="45720"/>
                  </a:lnTo>
                  <a:lnTo>
                    <a:pt x="8890" y="45720"/>
                  </a:lnTo>
                  <a:lnTo>
                    <a:pt x="8890" y="41910"/>
                  </a:lnTo>
                  <a:close/>
                </a:path>
                <a:path w="41909" h="45719">
                  <a:moveTo>
                    <a:pt x="12700" y="39370"/>
                  </a:moveTo>
                  <a:lnTo>
                    <a:pt x="6350" y="39370"/>
                  </a:lnTo>
                  <a:lnTo>
                    <a:pt x="6350" y="40640"/>
                  </a:lnTo>
                  <a:lnTo>
                    <a:pt x="10160" y="40640"/>
                  </a:lnTo>
                  <a:lnTo>
                    <a:pt x="10160" y="41910"/>
                  </a:lnTo>
                  <a:lnTo>
                    <a:pt x="11430" y="41910"/>
                  </a:lnTo>
                  <a:lnTo>
                    <a:pt x="11430" y="40640"/>
                  </a:lnTo>
                  <a:lnTo>
                    <a:pt x="12700" y="40640"/>
                  </a:lnTo>
                  <a:lnTo>
                    <a:pt x="12700" y="39370"/>
                  </a:lnTo>
                  <a:close/>
                </a:path>
                <a:path w="41909" h="45719">
                  <a:moveTo>
                    <a:pt x="13970" y="35560"/>
                  </a:moveTo>
                  <a:lnTo>
                    <a:pt x="10160" y="35560"/>
                  </a:lnTo>
                  <a:lnTo>
                    <a:pt x="10160" y="34290"/>
                  </a:lnTo>
                  <a:lnTo>
                    <a:pt x="8890" y="34290"/>
                  </a:lnTo>
                  <a:lnTo>
                    <a:pt x="8890" y="35560"/>
                  </a:lnTo>
                  <a:lnTo>
                    <a:pt x="7620" y="35560"/>
                  </a:lnTo>
                  <a:lnTo>
                    <a:pt x="7620" y="38100"/>
                  </a:lnTo>
                  <a:lnTo>
                    <a:pt x="12700" y="38100"/>
                  </a:lnTo>
                  <a:lnTo>
                    <a:pt x="12700" y="39370"/>
                  </a:lnTo>
                  <a:lnTo>
                    <a:pt x="13957" y="39370"/>
                  </a:lnTo>
                  <a:lnTo>
                    <a:pt x="13970" y="35560"/>
                  </a:lnTo>
                  <a:close/>
                </a:path>
                <a:path w="41909" h="45719">
                  <a:moveTo>
                    <a:pt x="17780" y="33020"/>
                  </a:moveTo>
                  <a:lnTo>
                    <a:pt x="12700" y="33020"/>
                  </a:lnTo>
                  <a:lnTo>
                    <a:pt x="12700" y="31750"/>
                  </a:lnTo>
                  <a:lnTo>
                    <a:pt x="11430" y="31750"/>
                  </a:lnTo>
                  <a:lnTo>
                    <a:pt x="11430" y="34290"/>
                  </a:lnTo>
                  <a:lnTo>
                    <a:pt x="15240" y="34290"/>
                  </a:lnTo>
                  <a:lnTo>
                    <a:pt x="15240" y="35560"/>
                  </a:lnTo>
                  <a:lnTo>
                    <a:pt x="16510" y="35560"/>
                  </a:lnTo>
                  <a:lnTo>
                    <a:pt x="16510" y="34290"/>
                  </a:lnTo>
                  <a:lnTo>
                    <a:pt x="17780" y="34290"/>
                  </a:lnTo>
                  <a:lnTo>
                    <a:pt x="17780" y="33020"/>
                  </a:lnTo>
                  <a:close/>
                </a:path>
                <a:path w="41909" h="45719">
                  <a:moveTo>
                    <a:pt x="19050" y="29210"/>
                  </a:moveTo>
                  <a:lnTo>
                    <a:pt x="16510" y="29210"/>
                  </a:lnTo>
                  <a:lnTo>
                    <a:pt x="16510" y="27940"/>
                  </a:lnTo>
                  <a:lnTo>
                    <a:pt x="15240" y="27940"/>
                  </a:lnTo>
                  <a:lnTo>
                    <a:pt x="15240" y="29210"/>
                  </a:lnTo>
                  <a:lnTo>
                    <a:pt x="13970" y="29210"/>
                  </a:lnTo>
                  <a:lnTo>
                    <a:pt x="13970" y="31750"/>
                  </a:lnTo>
                  <a:lnTo>
                    <a:pt x="19050" y="31750"/>
                  </a:lnTo>
                  <a:lnTo>
                    <a:pt x="19050" y="29210"/>
                  </a:lnTo>
                  <a:close/>
                </a:path>
                <a:path w="41909" h="45719">
                  <a:moveTo>
                    <a:pt x="22860" y="26670"/>
                  </a:moveTo>
                  <a:lnTo>
                    <a:pt x="19050" y="26670"/>
                  </a:lnTo>
                  <a:lnTo>
                    <a:pt x="19050" y="25400"/>
                  </a:lnTo>
                  <a:lnTo>
                    <a:pt x="17780" y="25400"/>
                  </a:lnTo>
                  <a:lnTo>
                    <a:pt x="17780" y="27940"/>
                  </a:lnTo>
                  <a:lnTo>
                    <a:pt x="20320" y="27940"/>
                  </a:lnTo>
                  <a:lnTo>
                    <a:pt x="20320" y="29210"/>
                  </a:lnTo>
                  <a:lnTo>
                    <a:pt x="21590" y="29210"/>
                  </a:lnTo>
                  <a:lnTo>
                    <a:pt x="21590" y="27940"/>
                  </a:lnTo>
                  <a:lnTo>
                    <a:pt x="22860" y="27940"/>
                  </a:lnTo>
                  <a:lnTo>
                    <a:pt x="22860" y="26670"/>
                  </a:lnTo>
                  <a:close/>
                </a:path>
                <a:path w="41909" h="45719">
                  <a:moveTo>
                    <a:pt x="24130" y="22860"/>
                  </a:moveTo>
                  <a:lnTo>
                    <a:pt x="21590" y="22860"/>
                  </a:lnTo>
                  <a:lnTo>
                    <a:pt x="21590" y="21590"/>
                  </a:lnTo>
                  <a:lnTo>
                    <a:pt x="20320" y="21590"/>
                  </a:lnTo>
                  <a:lnTo>
                    <a:pt x="20320" y="25400"/>
                  </a:lnTo>
                  <a:lnTo>
                    <a:pt x="24130" y="25400"/>
                  </a:lnTo>
                  <a:lnTo>
                    <a:pt x="24130" y="22860"/>
                  </a:lnTo>
                  <a:close/>
                </a:path>
                <a:path w="41909" h="45719">
                  <a:moveTo>
                    <a:pt x="26670" y="20320"/>
                  </a:moveTo>
                  <a:lnTo>
                    <a:pt x="24130" y="20320"/>
                  </a:lnTo>
                  <a:lnTo>
                    <a:pt x="24130" y="19050"/>
                  </a:lnTo>
                  <a:lnTo>
                    <a:pt x="22860" y="19050"/>
                  </a:lnTo>
                  <a:lnTo>
                    <a:pt x="22860" y="21590"/>
                  </a:lnTo>
                  <a:lnTo>
                    <a:pt x="25400" y="21590"/>
                  </a:lnTo>
                  <a:lnTo>
                    <a:pt x="25400" y="22860"/>
                  </a:lnTo>
                  <a:lnTo>
                    <a:pt x="26670" y="22860"/>
                  </a:lnTo>
                  <a:lnTo>
                    <a:pt x="26670" y="20320"/>
                  </a:lnTo>
                  <a:close/>
                </a:path>
                <a:path w="41909" h="45719">
                  <a:moveTo>
                    <a:pt x="29210" y="16510"/>
                  </a:moveTo>
                  <a:lnTo>
                    <a:pt x="27940" y="16510"/>
                  </a:lnTo>
                  <a:lnTo>
                    <a:pt x="27940" y="15240"/>
                  </a:lnTo>
                  <a:lnTo>
                    <a:pt x="26670" y="15240"/>
                  </a:lnTo>
                  <a:lnTo>
                    <a:pt x="26670" y="16510"/>
                  </a:lnTo>
                  <a:lnTo>
                    <a:pt x="25400" y="16510"/>
                  </a:lnTo>
                  <a:lnTo>
                    <a:pt x="25400" y="19050"/>
                  </a:lnTo>
                  <a:lnTo>
                    <a:pt x="26657" y="19050"/>
                  </a:lnTo>
                  <a:lnTo>
                    <a:pt x="26670" y="20320"/>
                  </a:lnTo>
                  <a:lnTo>
                    <a:pt x="27940" y="20320"/>
                  </a:lnTo>
                  <a:lnTo>
                    <a:pt x="27940" y="19050"/>
                  </a:lnTo>
                  <a:lnTo>
                    <a:pt x="29210" y="19050"/>
                  </a:lnTo>
                  <a:lnTo>
                    <a:pt x="29210" y="16510"/>
                  </a:lnTo>
                  <a:close/>
                </a:path>
                <a:path w="41909" h="45719">
                  <a:moveTo>
                    <a:pt x="31750" y="13970"/>
                  </a:moveTo>
                  <a:lnTo>
                    <a:pt x="30480" y="13970"/>
                  </a:lnTo>
                  <a:lnTo>
                    <a:pt x="30480" y="12700"/>
                  </a:lnTo>
                  <a:lnTo>
                    <a:pt x="29210" y="12700"/>
                  </a:lnTo>
                  <a:lnTo>
                    <a:pt x="29210" y="15240"/>
                  </a:lnTo>
                  <a:lnTo>
                    <a:pt x="31750" y="15240"/>
                  </a:lnTo>
                  <a:lnTo>
                    <a:pt x="31750" y="13970"/>
                  </a:lnTo>
                  <a:close/>
                </a:path>
                <a:path w="41909" h="45719">
                  <a:moveTo>
                    <a:pt x="34290" y="8890"/>
                  </a:moveTo>
                  <a:lnTo>
                    <a:pt x="33020" y="8890"/>
                  </a:lnTo>
                  <a:lnTo>
                    <a:pt x="33020" y="10160"/>
                  </a:lnTo>
                  <a:lnTo>
                    <a:pt x="31750" y="10160"/>
                  </a:lnTo>
                  <a:lnTo>
                    <a:pt x="31750" y="13970"/>
                  </a:lnTo>
                  <a:lnTo>
                    <a:pt x="33020" y="13970"/>
                  </a:lnTo>
                  <a:lnTo>
                    <a:pt x="33020" y="12700"/>
                  </a:lnTo>
                  <a:lnTo>
                    <a:pt x="34290" y="12700"/>
                  </a:lnTo>
                  <a:lnTo>
                    <a:pt x="34290" y="8890"/>
                  </a:lnTo>
                  <a:close/>
                </a:path>
                <a:path w="41909" h="45719">
                  <a:moveTo>
                    <a:pt x="36830" y="7620"/>
                  </a:moveTo>
                  <a:lnTo>
                    <a:pt x="35560" y="7620"/>
                  </a:lnTo>
                  <a:lnTo>
                    <a:pt x="35560" y="6350"/>
                  </a:lnTo>
                  <a:lnTo>
                    <a:pt x="34290" y="6350"/>
                  </a:lnTo>
                  <a:lnTo>
                    <a:pt x="34290" y="8890"/>
                  </a:lnTo>
                  <a:lnTo>
                    <a:pt x="36830" y="8890"/>
                  </a:lnTo>
                  <a:lnTo>
                    <a:pt x="36830" y="7620"/>
                  </a:lnTo>
                  <a:close/>
                </a:path>
                <a:path w="41909" h="45719">
                  <a:moveTo>
                    <a:pt x="39370" y="6350"/>
                  </a:moveTo>
                  <a:lnTo>
                    <a:pt x="39357" y="2540"/>
                  </a:lnTo>
                  <a:lnTo>
                    <a:pt x="38100" y="2540"/>
                  </a:lnTo>
                  <a:lnTo>
                    <a:pt x="38100" y="3810"/>
                  </a:lnTo>
                  <a:lnTo>
                    <a:pt x="36830" y="3810"/>
                  </a:lnTo>
                  <a:lnTo>
                    <a:pt x="36830" y="7620"/>
                  </a:lnTo>
                  <a:lnTo>
                    <a:pt x="38100" y="7620"/>
                  </a:lnTo>
                  <a:lnTo>
                    <a:pt x="38100" y="6350"/>
                  </a:lnTo>
                  <a:lnTo>
                    <a:pt x="39370" y="6350"/>
                  </a:lnTo>
                  <a:close/>
                </a:path>
                <a:path w="41909" h="45719">
                  <a:moveTo>
                    <a:pt x="40640" y="1270"/>
                  </a:moveTo>
                  <a:lnTo>
                    <a:pt x="39370" y="1270"/>
                  </a:lnTo>
                  <a:lnTo>
                    <a:pt x="39357" y="2540"/>
                  </a:lnTo>
                  <a:lnTo>
                    <a:pt x="40640" y="2540"/>
                  </a:lnTo>
                  <a:lnTo>
                    <a:pt x="40640" y="1270"/>
                  </a:lnTo>
                  <a:close/>
                </a:path>
                <a:path w="41909" h="45719">
                  <a:moveTo>
                    <a:pt x="41910" y="0"/>
                  </a:moveTo>
                  <a:lnTo>
                    <a:pt x="40640" y="0"/>
                  </a:lnTo>
                  <a:lnTo>
                    <a:pt x="40640" y="1270"/>
                  </a:lnTo>
                  <a:lnTo>
                    <a:pt x="41910" y="1270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B669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1211567" y="1075689"/>
              <a:ext cx="50800" cy="46990"/>
            </a:xfrm>
            <a:custGeom>
              <a:avLst/>
              <a:gdLst/>
              <a:ahLst/>
              <a:cxnLst/>
              <a:rect l="l" t="t" r="r" b="b"/>
              <a:pathLst>
                <a:path w="50800" h="46990">
                  <a:moveTo>
                    <a:pt x="1270" y="45720"/>
                  </a:moveTo>
                  <a:lnTo>
                    <a:pt x="0" y="45720"/>
                  </a:lnTo>
                  <a:lnTo>
                    <a:pt x="0" y="46990"/>
                  </a:lnTo>
                  <a:lnTo>
                    <a:pt x="1270" y="46990"/>
                  </a:lnTo>
                  <a:lnTo>
                    <a:pt x="1270" y="45720"/>
                  </a:lnTo>
                  <a:close/>
                </a:path>
                <a:path w="50800" h="46990">
                  <a:moveTo>
                    <a:pt x="16510" y="44450"/>
                  </a:moveTo>
                  <a:lnTo>
                    <a:pt x="3810" y="44450"/>
                  </a:lnTo>
                  <a:lnTo>
                    <a:pt x="3810" y="43180"/>
                  </a:lnTo>
                  <a:lnTo>
                    <a:pt x="2540" y="43180"/>
                  </a:lnTo>
                  <a:lnTo>
                    <a:pt x="2540" y="45720"/>
                  </a:lnTo>
                  <a:lnTo>
                    <a:pt x="13970" y="45720"/>
                  </a:lnTo>
                  <a:lnTo>
                    <a:pt x="13970" y="46990"/>
                  </a:lnTo>
                  <a:lnTo>
                    <a:pt x="15240" y="46990"/>
                  </a:lnTo>
                  <a:lnTo>
                    <a:pt x="15240" y="45720"/>
                  </a:lnTo>
                  <a:lnTo>
                    <a:pt x="16510" y="45720"/>
                  </a:lnTo>
                  <a:lnTo>
                    <a:pt x="16510" y="44450"/>
                  </a:lnTo>
                  <a:close/>
                </a:path>
                <a:path w="50800" h="46990">
                  <a:moveTo>
                    <a:pt x="17780" y="40640"/>
                  </a:moveTo>
                  <a:lnTo>
                    <a:pt x="7620" y="40640"/>
                  </a:lnTo>
                  <a:lnTo>
                    <a:pt x="7620" y="39370"/>
                  </a:lnTo>
                  <a:lnTo>
                    <a:pt x="6350" y="39370"/>
                  </a:lnTo>
                  <a:lnTo>
                    <a:pt x="6350" y="40640"/>
                  </a:lnTo>
                  <a:lnTo>
                    <a:pt x="5080" y="40640"/>
                  </a:lnTo>
                  <a:lnTo>
                    <a:pt x="5080" y="43180"/>
                  </a:lnTo>
                  <a:lnTo>
                    <a:pt x="16510" y="43180"/>
                  </a:lnTo>
                  <a:lnTo>
                    <a:pt x="16510" y="44450"/>
                  </a:lnTo>
                  <a:lnTo>
                    <a:pt x="17780" y="44450"/>
                  </a:lnTo>
                  <a:lnTo>
                    <a:pt x="17780" y="40640"/>
                  </a:lnTo>
                  <a:close/>
                </a:path>
                <a:path w="50800" h="46990">
                  <a:moveTo>
                    <a:pt x="22860" y="34290"/>
                  </a:moveTo>
                  <a:lnTo>
                    <a:pt x="12700" y="34290"/>
                  </a:lnTo>
                  <a:lnTo>
                    <a:pt x="12700" y="33020"/>
                  </a:lnTo>
                  <a:lnTo>
                    <a:pt x="11430" y="33020"/>
                  </a:lnTo>
                  <a:lnTo>
                    <a:pt x="11430" y="34290"/>
                  </a:lnTo>
                  <a:lnTo>
                    <a:pt x="10160" y="34290"/>
                  </a:lnTo>
                  <a:lnTo>
                    <a:pt x="10160" y="36830"/>
                  </a:lnTo>
                  <a:lnTo>
                    <a:pt x="8890" y="36830"/>
                  </a:lnTo>
                  <a:lnTo>
                    <a:pt x="8890" y="39370"/>
                  </a:lnTo>
                  <a:lnTo>
                    <a:pt x="19050" y="39370"/>
                  </a:lnTo>
                  <a:lnTo>
                    <a:pt x="19050" y="40640"/>
                  </a:lnTo>
                  <a:lnTo>
                    <a:pt x="20320" y="40640"/>
                  </a:lnTo>
                  <a:lnTo>
                    <a:pt x="20320" y="39370"/>
                  </a:lnTo>
                  <a:lnTo>
                    <a:pt x="21590" y="39370"/>
                  </a:lnTo>
                  <a:lnTo>
                    <a:pt x="21590" y="36830"/>
                  </a:lnTo>
                  <a:lnTo>
                    <a:pt x="22860" y="36830"/>
                  </a:lnTo>
                  <a:lnTo>
                    <a:pt x="22860" y="34290"/>
                  </a:lnTo>
                  <a:close/>
                </a:path>
                <a:path w="50800" h="46990">
                  <a:moveTo>
                    <a:pt x="26670" y="31750"/>
                  </a:moveTo>
                  <a:lnTo>
                    <a:pt x="15240" y="31750"/>
                  </a:lnTo>
                  <a:lnTo>
                    <a:pt x="15240" y="30480"/>
                  </a:lnTo>
                  <a:lnTo>
                    <a:pt x="13970" y="30480"/>
                  </a:lnTo>
                  <a:lnTo>
                    <a:pt x="13970" y="33020"/>
                  </a:lnTo>
                  <a:lnTo>
                    <a:pt x="24130" y="33020"/>
                  </a:lnTo>
                  <a:lnTo>
                    <a:pt x="24130" y="34290"/>
                  </a:lnTo>
                  <a:lnTo>
                    <a:pt x="25400" y="34290"/>
                  </a:lnTo>
                  <a:lnTo>
                    <a:pt x="25400" y="33020"/>
                  </a:lnTo>
                  <a:lnTo>
                    <a:pt x="26670" y="33020"/>
                  </a:lnTo>
                  <a:lnTo>
                    <a:pt x="26670" y="31750"/>
                  </a:lnTo>
                  <a:close/>
                </a:path>
                <a:path w="50800" h="46990">
                  <a:moveTo>
                    <a:pt x="27940" y="27940"/>
                  </a:moveTo>
                  <a:lnTo>
                    <a:pt x="19050" y="27940"/>
                  </a:lnTo>
                  <a:lnTo>
                    <a:pt x="19050" y="26670"/>
                  </a:lnTo>
                  <a:lnTo>
                    <a:pt x="17780" y="26670"/>
                  </a:lnTo>
                  <a:lnTo>
                    <a:pt x="17780" y="27940"/>
                  </a:lnTo>
                  <a:lnTo>
                    <a:pt x="16510" y="27940"/>
                  </a:lnTo>
                  <a:lnTo>
                    <a:pt x="16510" y="30480"/>
                  </a:lnTo>
                  <a:lnTo>
                    <a:pt x="27940" y="30480"/>
                  </a:lnTo>
                  <a:lnTo>
                    <a:pt x="27940" y="27940"/>
                  </a:lnTo>
                  <a:close/>
                </a:path>
                <a:path w="50800" h="46990">
                  <a:moveTo>
                    <a:pt x="30480" y="25400"/>
                  </a:moveTo>
                  <a:lnTo>
                    <a:pt x="21590" y="25400"/>
                  </a:lnTo>
                  <a:lnTo>
                    <a:pt x="21590" y="24130"/>
                  </a:lnTo>
                  <a:lnTo>
                    <a:pt x="20320" y="24130"/>
                  </a:lnTo>
                  <a:lnTo>
                    <a:pt x="20320" y="26670"/>
                  </a:lnTo>
                  <a:lnTo>
                    <a:pt x="29210" y="26670"/>
                  </a:lnTo>
                  <a:lnTo>
                    <a:pt x="29210" y="27940"/>
                  </a:lnTo>
                  <a:lnTo>
                    <a:pt x="30480" y="27940"/>
                  </a:lnTo>
                  <a:lnTo>
                    <a:pt x="30480" y="25400"/>
                  </a:lnTo>
                  <a:close/>
                </a:path>
                <a:path w="50800" h="46990">
                  <a:moveTo>
                    <a:pt x="33020" y="21590"/>
                  </a:moveTo>
                  <a:lnTo>
                    <a:pt x="24130" y="21590"/>
                  </a:lnTo>
                  <a:lnTo>
                    <a:pt x="24130" y="20320"/>
                  </a:lnTo>
                  <a:lnTo>
                    <a:pt x="22860" y="20320"/>
                  </a:lnTo>
                  <a:lnTo>
                    <a:pt x="22860" y="24130"/>
                  </a:lnTo>
                  <a:lnTo>
                    <a:pt x="30480" y="24130"/>
                  </a:lnTo>
                  <a:lnTo>
                    <a:pt x="30480" y="25400"/>
                  </a:lnTo>
                  <a:lnTo>
                    <a:pt x="31750" y="25400"/>
                  </a:lnTo>
                  <a:lnTo>
                    <a:pt x="31750" y="24130"/>
                  </a:lnTo>
                  <a:lnTo>
                    <a:pt x="33020" y="24130"/>
                  </a:lnTo>
                  <a:lnTo>
                    <a:pt x="33020" y="21590"/>
                  </a:lnTo>
                  <a:close/>
                </a:path>
                <a:path w="50800" h="46990">
                  <a:moveTo>
                    <a:pt x="35560" y="19050"/>
                  </a:moveTo>
                  <a:lnTo>
                    <a:pt x="26670" y="19050"/>
                  </a:lnTo>
                  <a:lnTo>
                    <a:pt x="26670" y="17780"/>
                  </a:lnTo>
                  <a:lnTo>
                    <a:pt x="25400" y="17780"/>
                  </a:lnTo>
                  <a:lnTo>
                    <a:pt x="25400" y="20320"/>
                  </a:lnTo>
                  <a:lnTo>
                    <a:pt x="35560" y="20320"/>
                  </a:lnTo>
                  <a:lnTo>
                    <a:pt x="35560" y="19050"/>
                  </a:lnTo>
                  <a:close/>
                </a:path>
                <a:path w="50800" h="46990">
                  <a:moveTo>
                    <a:pt x="38100" y="15240"/>
                  </a:moveTo>
                  <a:lnTo>
                    <a:pt x="30480" y="15240"/>
                  </a:lnTo>
                  <a:lnTo>
                    <a:pt x="30480" y="13970"/>
                  </a:lnTo>
                  <a:lnTo>
                    <a:pt x="29210" y="13970"/>
                  </a:lnTo>
                  <a:lnTo>
                    <a:pt x="29210" y="15240"/>
                  </a:lnTo>
                  <a:lnTo>
                    <a:pt x="27940" y="15240"/>
                  </a:lnTo>
                  <a:lnTo>
                    <a:pt x="27940" y="17780"/>
                  </a:lnTo>
                  <a:lnTo>
                    <a:pt x="35560" y="17780"/>
                  </a:lnTo>
                  <a:lnTo>
                    <a:pt x="35560" y="19050"/>
                  </a:lnTo>
                  <a:lnTo>
                    <a:pt x="36830" y="19050"/>
                  </a:lnTo>
                  <a:lnTo>
                    <a:pt x="36830" y="17780"/>
                  </a:lnTo>
                  <a:lnTo>
                    <a:pt x="38100" y="17780"/>
                  </a:lnTo>
                  <a:lnTo>
                    <a:pt x="38100" y="15240"/>
                  </a:lnTo>
                  <a:close/>
                </a:path>
                <a:path w="50800" h="46990">
                  <a:moveTo>
                    <a:pt x="40640" y="12700"/>
                  </a:moveTo>
                  <a:lnTo>
                    <a:pt x="33020" y="12700"/>
                  </a:lnTo>
                  <a:lnTo>
                    <a:pt x="33020" y="11430"/>
                  </a:lnTo>
                  <a:lnTo>
                    <a:pt x="31750" y="11430"/>
                  </a:lnTo>
                  <a:lnTo>
                    <a:pt x="31750" y="13970"/>
                  </a:lnTo>
                  <a:lnTo>
                    <a:pt x="40640" y="13970"/>
                  </a:lnTo>
                  <a:lnTo>
                    <a:pt x="40640" y="12700"/>
                  </a:lnTo>
                  <a:close/>
                </a:path>
                <a:path w="50800" h="46990">
                  <a:moveTo>
                    <a:pt x="43180" y="8890"/>
                  </a:moveTo>
                  <a:lnTo>
                    <a:pt x="34290" y="8890"/>
                  </a:lnTo>
                  <a:lnTo>
                    <a:pt x="34290" y="11430"/>
                  </a:lnTo>
                  <a:lnTo>
                    <a:pt x="40640" y="11430"/>
                  </a:lnTo>
                  <a:lnTo>
                    <a:pt x="40640" y="12700"/>
                  </a:lnTo>
                  <a:lnTo>
                    <a:pt x="41910" y="12700"/>
                  </a:lnTo>
                  <a:lnTo>
                    <a:pt x="41910" y="11430"/>
                  </a:lnTo>
                  <a:lnTo>
                    <a:pt x="43180" y="11430"/>
                  </a:lnTo>
                  <a:lnTo>
                    <a:pt x="43180" y="8890"/>
                  </a:lnTo>
                  <a:close/>
                </a:path>
                <a:path w="50800" h="46990">
                  <a:moveTo>
                    <a:pt x="45720" y="6350"/>
                  </a:moveTo>
                  <a:lnTo>
                    <a:pt x="38100" y="6350"/>
                  </a:lnTo>
                  <a:lnTo>
                    <a:pt x="38100" y="5080"/>
                  </a:lnTo>
                  <a:lnTo>
                    <a:pt x="36830" y="5080"/>
                  </a:lnTo>
                  <a:lnTo>
                    <a:pt x="36830" y="7620"/>
                  </a:lnTo>
                  <a:lnTo>
                    <a:pt x="43180" y="7620"/>
                  </a:lnTo>
                  <a:lnTo>
                    <a:pt x="43180" y="8890"/>
                  </a:lnTo>
                  <a:lnTo>
                    <a:pt x="44450" y="8890"/>
                  </a:lnTo>
                  <a:lnTo>
                    <a:pt x="44450" y="7620"/>
                  </a:lnTo>
                  <a:lnTo>
                    <a:pt x="45720" y="7620"/>
                  </a:lnTo>
                  <a:lnTo>
                    <a:pt x="45720" y="6350"/>
                  </a:lnTo>
                  <a:close/>
                </a:path>
                <a:path w="50800" h="46990">
                  <a:moveTo>
                    <a:pt x="48260" y="2540"/>
                  </a:moveTo>
                  <a:lnTo>
                    <a:pt x="41910" y="2540"/>
                  </a:lnTo>
                  <a:lnTo>
                    <a:pt x="41910" y="1270"/>
                  </a:lnTo>
                  <a:lnTo>
                    <a:pt x="40640" y="1270"/>
                  </a:lnTo>
                  <a:lnTo>
                    <a:pt x="40640" y="2540"/>
                  </a:lnTo>
                  <a:lnTo>
                    <a:pt x="39370" y="2540"/>
                  </a:lnTo>
                  <a:lnTo>
                    <a:pt x="39370" y="5080"/>
                  </a:lnTo>
                  <a:lnTo>
                    <a:pt x="45720" y="5080"/>
                  </a:lnTo>
                  <a:lnTo>
                    <a:pt x="45720" y="6350"/>
                  </a:lnTo>
                  <a:lnTo>
                    <a:pt x="46990" y="6350"/>
                  </a:lnTo>
                  <a:lnTo>
                    <a:pt x="46990" y="5080"/>
                  </a:lnTo>
                  <a:lnTo>
                    <a:pt x="48260" y="5080"/>
                  </a:lnTo>
                  <a:lnTo>
                    <a:pt x="48260" y="2540"/>
                  </a:lnTo>
                  <a:close/>
                </a:path>
                <a:path w="50800" h="46990">
                  <a:moveTo>
                    <a:pt x="50800" y="0"/>
                  </a:moveTo>
                  <a:lnTo>
                    <a:pt x="43180" y="0"/>
                  </a:lnTo>
                  <a:lnTo>
                    <a:pt x="43180" y="1270"/>
                  </a:lnTo>
                  <a:lnTo>
                    <a:pt x="48260" y="1270"/>
                  </a:lnTo>
                  <a:lnTo>
                    <a:pt x="48260" y="2540"/>
                  </a:lnTo>
                  <a:lnTo>
                    <a:pt x="49530" y="2540"/>
                  </a:lnTo>
                  <a:lnTo>
                    <a:pt x="49530" y="1270"/>
                  </a:lnTo>
                  <a:lnTo>
                    <a:pt x="50800" y="127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B567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1169657" y="1122679"/>
              <a:ext cx="54610" cy="46990"/>
            </a:xfrm>
            <a:custGeom>
              <a:avLst/>
              <a:gdLst/>
              <a:ahLst/>
              <a:cxnLst/>
              <a:rect l="l" t="t" r="r" b="b"/>
              <a:pathLst>
                <a:path w="54609" h="46990">
                  <a:moveTo>
                    <a:pt x="20320" y="46990"/>
                  </a:moveTo>
                  <a:lnTo>
                    <a:pt x="20307" y="44450"/>
                  </a:lnTo>
                  <a:lnTo>
                    <a:pt x="2540" y="44450"/>
                  </a:lnTo>
                  <a:lnTo>
                    <a:pt x="2540" y="43180"/>
                  </a:lnTo>
                  <a:lnTo>
                    <a:pt x="1270" y="43180"/>
                  </a:lnTo>
                  <a:lnTo>
                    <a:pt x="1270" y="44450"/>
                  </a:lnTo>
                  <a:lnTo>
                    <a:pt x="0" y="44450"/>
                  </a:lnTo>
                  <a:lnTo>
                    <a:pt x="0" y="46990"/>
                  </a:lnTo>
                  <a:lnTo>
                    <a:pt x="20320" y="46990"/>
                  </a:lnTo>
                  <a:close/>
                </a:path>
                <a:path w="54609" h="46990">
                  <a:moveTo>
                    <a:pt x="24130" y="41910"/>
                  </a:moveTo>
                  <a:lnTo>
                    <a:pt x="5080" y="41910"/>
                  </a:lnTo>
                  <a:lnTo>
                    <a:pt x="5080" y="40640"/>
                  </a:lnTo>
                  <a:lnTo>
                    <a:pt x="3810" y="40640"/>
                  </a:lnTo>
                  <a:lnTo>
                    <a:pt x="3810" y="43180"/>
                  </a:lnTo>
                  <a:lnTo>
                    <a:pt x="21590" y="43180"/>
                  </a:lnTo>
                  <a:lnTo>
                    <a:pt x="21590" y="44450"/>
                  </a:lnTo>
                  <a:lnTo>
                    <a:pt x="22847" y="44450"/>
                  </a:lnTo>
                  <a:lnTo>
                    <a:pt x="22847" y="43180"/>
                  </a:lnTo>
                  <a:lnTo>
                    <a:pt x="24130" y="43180"/>
                  </a:lnTo>
                  <a:lnTo>
                    <a:pt x="24130" y="41910"/>
                  </a:lnTo>
                  <a:close/>
                </a:path>
                <a:path w="54609" h="46990">
                  <a:moveTo>
                    <a:pt x="25400" y="38100"/>
                  </a:moveTo>
                  <a:lnTo>
                    <a:pt x="8890" y="38100"/>
                  </a:lnTo>
                  <a:lnTo>
                    <a:pt x="8890" y="36830"/>
                  </a:lnTo>
                  <a:lnTo>
                    <a:pt x="7620" y="36830"/>
                  </a:lnTo>
                  <a:lnTo>
                    <a:pt x="7620" y="38100"/>
                  </a:lnTo>
                  <a:lnTo>
                    <a:pt x="6350" y="38100"/>
                  </a:lnTo>
                  <a:lnTo>
                    <a:pt x="6350" y="40640"/>
                  </a:lnTo>
                  <a:lnTo>
                    <a:pt x="25400" y="40640"/>
                  </a:lnTo>
                  <a:lnTo>
                    <a:pt x="25400" y="38100"/>
                  </a:lnTo>
                  <a:close/>
                </a:path>
                <a:path w="54609" h="46990">
                  <a:moveTo>
                    <a:pt x="30480" y="31750"/>
                  </a:moveTo>
                  <a:lnTo>
                    <a:pt x="13970" y="31750"/>
                  </a:lnTo>
                  <a:lnTo>
                    <a:pt x="13970" y="30480"/>
                  </a:lnTo>
                  <a:lnTo>
                    <a:pt x="12700" y="30480"/>
                  </a:lnTo>
                  <a:lnTo>
                    <a:pt x="12700" y="31750"/>
                  </a:lnTo>
                  <a:lnTo>
                    <a:pt x="11430" y="31750"/>
                  </a:lnTo>
                  <a:lnTo>
                    <a:pt x="11430" y="34290"/>
                  </a:lnTo>
                  <a:lnTo>
                    <a:pt x="10160" y="34290"/>
                  </a:lnTo>
                  <a:lnTo>
                    <a:pt x="10160" y="36830"/>
                  </a:lnTo>
                  <a:lnTo>
                    <a:pt x="26670" y="36830"/>
                  </a:lnTo>
                  <a:lnTo>
                    <a:pt x="26670" y="38100"/>
                  </a:lnTo>
                  <a:lnTo>
                    <a:pt x="27940" y="38100"/>
                  </a:lnTo>
                  <a:lnTo>
                    <a:pt x="27940" y="36830"/>
                  </a:lnTo>
                  <a:lnTo>
                    <a:pt x="29210" y="36830"/>
                  </a:lnTo>
                  <a:lnTo>
                    <a:pt x="29210" y="34290"/>
                  </a:lnTo>
                  <a:lnTo>
                    <a:pt x="30480" y="34290"/>
                  </a:lnTo>
                  <a:lnTo>
                    <a:pt x="30480" y="31750"/>
                  </a:lnTo>
                  <a:close/>
                </a:path>
                <a:path w="54609" h="46990">
                  <a:moveTo>
                    <a:pt x="33020" y="29210"/>
                  </a:moveTo>
                  <a:lnTo>
                    <a:pt x="16510" y="29210"/>
                  </a:lnTo>
                  <a:lnTo>
                    <a:pt x="16510" y="27940"/>
                  </a:lnTo>
                  <a:lnTo>
                    <a:pt x="15240" y="27940"/>
                  </a:lnTo>
                  <a:lnTo>
                    <a:pt x="15240" y="30480"/>
                  </a:lnTo>
                  <a:lnTo>
                    <a:pt x="31750" y="30480"/>
                  </a:lnTo>
                  <a:lnTo>
                    <a:pt x="31750" y="31750"/>
                  </a:lnTo>
                  <a:lnTo>
                    <a:pt x="33020" y="31750"/>
                  </a:lnTo>
                  <a:lnTo>
                    <a:pt x="33020" y="29210"/>
                  </a:lnTo>
                  <a:close/>
                </a:path>
                <a:path w="54609" h="46990">
                  <a:moveTo>
                    <a:pt x="35560" y="25400"/>
                  </a:moveTo>
                  <a:lnTo>
                    <a:pt x="20320" y="25400"/>
                  </a:lnTo>
                  <a:lnTo>
                    <a:pt x="20320" y="24130"/>
                  </a:lnTo>
                  <a:lnTo>
                    <a:pt x="19050" y="24130"/>
                  </a:lnTo>
                  <a:lnTo>
                    <a:pt x="19050" y="25400"/>
                  </a:lnTo>
                  <a:lnTo>
                    <a:pt x="17780" y="25400"/>
                  </a:lnTo>
                  <a:lnTo>
                    <a:pt x="17780" y="27940"/>
                  </a:lnTo>
                  <a:lnTo>
                    <a:pt x="33020" y="27940"/>
                  </a:lnTo>
                  <a:lnTo>
                    <a:pt x="33020" y="29210"/>
                  </a:lnTo>
                  <a:lnTo>
                    <a:pt x="34290" y="29210"/>
                  </a:lnTo>
                  <a:lnTo>
                    <a:pt x="34290" y="27940"/>
                  </a:lnTo>
                  <a:lnTo>
                    <a:pt x="35560" y="27940"/>
                  </a:lnTo>
                  <a:lnTo>
                    <a:pt x="35560" y="25400"/>
                  </a:lnTo>
                  <a:close/>
                </a:path>
                <a:path w="54609" h="46990">
                  <a:moveTo>
                    <a:pt x="38100" y="22860"/>
                  </a:moveTo>
                  <a:lnTo>
                    <a:pt x="22860" y="22860"/>
                  </a:lnTo>
                  <a:lnTo>
                    <a:pt x="22860" y="21590"/>
                  </a:lnTo>
                  <a:lnTo>
                    <a:pt x="21590" y="21590"/>
                  </a:lnTo>
                  <a:lnTo>
                    <a:pt x="21590" y="24130"/>
                  </a:lnTo>
                  <a:lnTo>
                    <a:pt x="38100" y="24130"/>
                  </a:lnTo>
                  <a:lnTo>
                    <a:pt x="38100" y="22860"/>
                  </a:lnTo>
                  <a:close/>
                </a:path>
                <a:path w="54609" h="46990">
                  <a:moveTo>
                    <a:pt x="40640" y="19050"/>
                  </a:moveTo>
                  <a:lnTo>
                    <a:pt x="25400" y="19050"/>
                  </a:lnTo>
                  <a:lnTo>
                    <a:pt x="25400" y="17780"/>
                  </a:lnTo>
                  <a:lnTo>
                    <a:pt x="24130" y="17780"/>
                  </a:lnTo>
                  <a:lnTo>
                    <a:pt x="24130" y="19050"/>
                  </a:lnTo>
                  <a:lnTo>
                    <a:pt x="22860" y="19050"/>
                  </a:lnTo>
                  <a:lnTo>
                    <a:pt x="22860" y="21590"/>
                  </a:lnTo>
                  <a:lnTo>
                    <a:pt x="38100" y="21590"/>
                  </a:lnTo>
                  <a:lnTo>
                    <a:pt x="38100" y="22860"/>
                  </a:lnTo>
                  <a:lnTo>
                    <a:pt x="39370" y="22860"/>
                  </a:lnTo>
                  <a:lnTo>
                    <a:pt x="39370" y="21590"/>
                  </a:lnTo>
                  <a:lnTo>
                    <a:pt x="40640" y="21590"/>
                  </a:lnTo>
                  <a:lnTo>
                    <a:pt x="40640" y="19050"/>
                  </a:lnTo>
                  <a:close/>
                </a:path>
                <a:path w="54609" h="46990">
                  <a:moveTo>
                    <a:pt x="43180" y="16510"/>
                  </a:moveTo>
                  <a:lnTo>
                    <a:pt x="27940" y="16510"/>
                  </a:lnTo>
                  <a:lnTo>
                    <a:pt x="27940" y="15240"/>
                  </a:lnTo>
                  <a:lnTo>
                    <a:pt x="26670" y="15240"/>
                  </a:lnTo>
                  <a:lnTo>
                    <a:pt x="26670" y="17780"/>
                  </a:lnTo>
                  <a:lnTo>
                    <a:pt x="43180" y="17780"/>
                  </a:lnTo>
                  <a:lnTo>
                    <a:pt x="43180" y="16510"/>
                  </a:lnTo>
                  <a:close/>
                </a:path>
                <a:path w="54609" h="46990">
                  <a:moveTo>
                    <a:pt x="45720" y="12700"/>
                  </a:moveTo>
                  <a:lnTo>
                    <a:pt x="31750" y="12700"/>
                  </a:lnTo>
                  <a:lnTo>
                    <a:pt x="31750" y="11430"/>
                  </a:lnTo>
                  <a:lnTo>
                    <a:pt x="30480" y="11430"/>
                  </a:lnTo>
                  <a:lnTo>
                    <a:pt x="30480" y="12700"/>
                  </a:lnTo>
                  <a:lnTo>
                    <a:pt x="29210" y="12700"/>
                  </a:lnTo>
                  <a:lnTo>
                    <a:pt x="29210" y="15240"/>
                  </a:lnTo>
                  <a:lnTo>
                    <a:pt x="43180" y="15240"/>
                  </a:lnTo>
                  <a:lnTo>
                    <a:pt x="43180" y="16510"/>
                  </a:lnTo>
                  <a:lnTo>
                    <a:pt x="44450" y="16510"/>
                  </a:lnTo>
                  <a:lnTo>
                    <a:pt x="44450" y="15240"/>
                  </a:lnTo>
                  <a:lnTo>
                    <a:pt x="45720" y="15240"/>
                  </a:lnTo>
                  <a:lnTo>
                    <a:pt x="45720" y="12700"/>
                  </a:lnTo>
                  <a:close/>
                </a:path>
                <a:path w="54609" h="46990">
                  <a:moveTo>
                    <a:pt x="48260" y="10160"/>
                  </a:moveTo>
                  <a:lnTo>
                    <a:pt x="34290" y="10160"/>
                  </a:lnTo>
                  <a:lnTo>
                    <a:pt x="34290" y="8890"/>
                  </a:lnTo>
                  <a:lnTo>
                    <a:pt x="33020" y="8890"/>
                  </a:lnTo>
                  <a:lnTo>
                    <a:pt x="33020" y="11430"/>
                  </a:lnTo>
                  <a:lnTo>
                    <a:pt x="45720" y="11430"/>
                  </a:lnTo>
                  <a:lnTo>
                    <a:pt x="45720" y="12700"/>
                  </a:lnTo>
                  <a:lnTo>
                    <a:pt x="46990" y="12700"/>
                  </a:lnTo>
                  <a:lnTo>
                    <a:pt x="46990" y="11430"/>
                  </a:lnTo>
                  <a:lnTo>
                    <a:pt x="48260" y="11430"/>
                  </a:lnTo>
                  <a:lnTo>
                    <a:pt x="48260" y="10160"/>
                  </a:lnTo>
                  <a:close/>
                </a:path>
                <a:path w="54609" h="46990">
                  <a:moveTo>
                    <a:pt x="50800" y="6350"/>
                  </a:moveTo>
                  <a:lnTo>
                    <a:pt x="35560" y="6350"/>
                  </a:lnTo>
                  <a:lnTo>
                    <a:pt x="35560" y="8890"/>
                  </a:lnTo>
                  <a:lnTo>
                    <a:pt x="48260" y="8890"/>
                  </a:lnTo>
                  <a:lnTo>
                    <a:pt x="48260" y="10160"/>
                  </a:lnTo>
                  <a:lnTo>
                    <a:pt x="49530" y="10160"/>
                  </a:lnTo>
                  <a:lnTo>
                    <a:pt x="49530" y="8890"/>
                  </a:lnTo>
                  <a:lnTo>
                    <a:pt x="50800" y="8890"/>
                  </a:lnTo>
                  <a:lnTo>
                    <a:pt x="50800" y="6350"/>
                  </a:lnTo>
                  <a:close/>
                </a:path>
                <a:path w="54609" h="46990">
                  <a:moveTo>
                    <a:pt x="53340" y="3810"/>
                  </a:moveTo>
                  <a:lnTo>
                    <a:pt x="39370" y="3810"/>
                  </a:lnTo>
                  <a:lnTo>
                    <a:pt x="39370" y="2540"/>
                  </a:lnTo>
                  <a:lnTo>
                    <a:pt x="38100" y="2540"/>
                  </a:lnTo>
                  <a:lnTo>
                    <a:pt x="38100" y="5080"/>
                  </a:lnTo>
                  <a:lnTo>
                    <a:pt x="50800" y="5080"/>
                  </a:lnTo>
                  <a:lnTo>
                    <a:pt x="50800" y="6350"/>
                  </a:lnTo>
                  <a:lnTo>
                    <a:pt x="52070" y="6350"/>
                  </a:lnTo>
                  <a:lnTo>
                    <a:pt x="52070" y="5080"/>
                  </a:lnTo>
                  <a:lnTo>
                    <a:pt x="53340" y="5080"/>
                  </a:lnTo>
                  <a:lnTo>
                    <a:pt x="53340" y="3810"/>
                  </a:lnTo>
                  <a:close/>
                </a:path>
                <a:path w="54609" h="46990">
                  <a:moveTo>
                    <a:pt x="54610" y="3810"/>
                  </a:moveTo>
                  <a:lnTo>
                    <a:pt x="54597" y="0"/>
                  </a:lnTo>
                  <a:lnTo>
                    <a:pt x="40640" y="0"/>
                  </a:lnTo>
                  <a:lnTo>
                    <a:pt x="40640" y="2540"/>
                  </a:lnTo>
                  <a:lnTo>
                    <a:pt x="53340" y="2540"/>
                  </a:lnTo>
                  <a:lnTo>
                    <a:pt x="53340" y="3810"/>
                  </a:lnTo>
                  <a:lnTo>
                    <a:pt x="54610" y="3810"/>
                  </a:lnTo>
                  <a:close/>
                </a:path>
              </a:pathLst>
            </a:custGeom>
            <a:solidFill>
              <a:srgbClr val="B366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1148067" y="1169669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1270" y="21590"/>
                  </a:moveTo>
                  <a:lnTo>
                    <a:pt x="0" y="21590"/>
                  </a:lnTo>
                  <a:lnTo>
                    <a:pt x="0" y="22860"/>
                  </a:lnTo>
                  <a:lnTo>
                    <a:pt x="1270" y="22860"/>
                  </a:lnTo>
                  <a:lnTo>
                    <a:pt x="1270" y="21590"/>
                  </a:lnTo>
                  <a:close/>
                </a:path>
                <a:path w="41909" h="22859">
                  <a:moveTo>
                    <a:pt x="25400" y="20320"/>
                  </a:moveTo>
                  <a:lnTo>
                    <a:pt x="3810" y="20320"/>
                  </a:lnTo>
                  <a:lnTo>
                    <a:pt x="3810" y="19050"/>
                  </a:lnTo>
                  <a:lnTo>
                    <a:pt x="2540" y="19050"/>
                  </a:lnTo>
                  <a:lnTo>
                    <a:pt x="2540" y="21590"/>
                  </a:lnTo>
                  <a:lnTo>
                    <a:pt x="25400" y="21590"/>
                  </a:lnTo>
                  <a:lnTo>
                    <a:pt x="25400" y="20320"/>
                  </a:lnTo>
                  <a:close/>
                </a:path>
                <a:path w="41909" h="22859">
                  <a:moveTo>
                    <a:pt x="27940" y="16510"/>
                  </a:moveTo>
                  <a:lnTo>
                    <a:pt x="6350" y="16510"/>
                  </a:lnTo>
                  <a:lnTo>
                    <a:pt x="6350" y="15240"/>
                  </a:lnTo>
                  <a:lnTo>
                    <a:pt x="5080" y="15240"/>
                  </a:lnTo>
                  <a:lnTo>
                    <a:pt x="5080" y="16510"/>
                  </a:lnTo>
                  <a:lnTo>
                    <a:pt x="3810" y="16510"/>
                  </a:lnTo>
                  <a:lnTo>
                    <a:pt x="3810" y="19050"/>
                  </a:lnTo>
                  <a:lnTo>
                    <a:pt x="25400" y="19050"/>
                  </a:lnTo>
                  <a:lnTo>
                    <a:pt x="25400" y="20320"/>
                  </a:lnTo>
                  <a:lnTo>
                    <a:pt x="26670" y="20320"/>
                  </a:lnTo>
                  <a:lnTo>
                    <a:pt x="26670" y="19050"/>
                  </a:lnTo>
                  <a:lnTo>
                    <a:pt x="27940" y="19050"/>
                  </a:lnTo>
                  <a:lnTo>
                    <a:pt x="27940" y="16510"/>
                  </a:lnTo>
                  <a:close/>
                </a:path>
                <a:path w="41909" h="22859">
                  <a:moveTo>
                    <a:pt x="30480" y="13970"/>
                  </a:moveTo>
                  <a:lnTo>
                    <a:pt x="8890" y="13970"/>
                  </a:lnTo>
                  <a:lnTo>
                    <a:pt x="8890" y="12700"/>
                  </a:lnTo>
                  <a:lnTo>
                    <a:pt x="7620" y="12700"/>
                  </a:lnTo>
                  <a:lnTo>
                    <a:pt x="7620" y="15240"/>
                  </a:lnTo>
                  <a:lnTo>
                    <a:pt x="27940" y="15240"/>
                  </a:lnTo>
                  <a:lnTo>
                    <a:pt x="27940" y="16510"/>
                  </a:lnTo>
                  <a:lnTo>
                    <a:pt x="29210" y="16510"/>
                  </a:lnTo>
                  <a:lnTo>
                    <a:pt x="29210" y="15240"/>
                  </a:lnTo>
                  <a:lnTo>
                    <a:pt x="30480" y="15240"/>
                  </a:lnTo>
                  <a:lnTo>
                    <a:pt x="30480" y="13970"/>
                  </a:lnTo>
                  <a:close/>
                </a:path>
                <a:path w="41909" h="22859">
                  <a:moveTo>
                    <a:pt x="33020" y="10160"/>
                  </a:moveTo>
                  <a:lnTo>
                    <a:pt x="12700" y="10160"/>
                  </a:lnTo>
                  <a:lnTo>
                    <a:pt x="12700" y="8890"/>
                  </a:lnTo>
                  <a:lnTo>
                    <a:pt x="11430" y="8890"/>
                  </a:lnTo>
                  <a:lnTo>
                    <a:pt x="11430" y="10160"/>
                  </a:lnTo>
                  <a:lnTo>
                    <a:pt x="10160" y="10160"/>
                  </a:lnTo>
                  <a:lnTo>
                    <a:pt x="10160" y="12700"/>
                  </a:lnTo>
                  <a:lnTo>
                    <a:pt x="30480" y="12700"/>
                  </a:lnTo>
                  <a:lnTo>
                    <a:pt x="30480" y="13970"/>
                  </a:lnTo>
                  <a:lnTo>
                    <a:pt x="31750" y="13970"/>
                  </a:lnTo>
                  <a:lnTo>
                    <a:pt x="31750" y="12700"/>
                  </a:lnTo>
                  <a:lnTo>
                    <a:pt x="33020" y="12700"/>
                  </a:lnTo>
                  <a:lnTo>
                    <a:pt x="33020" y="10160"/>
                  </a:lnTo>
                  <a:close/>
                </a:path>
                <a:path w="41909" h="22859">
                  <a:moveTo>
                    <a:pt x="35560" y="7620"/>
                  </a:moveTo>
                  <a:lnTo>
                    <a:pt x="15240" y="7620"/>
                  </a:lnTo>
                  <a:lnTo>
                    <a:pt x="15240" y="6350"/>
                  </a:lnTo>
                  <a:lnTo>
                    <a:pt x="13970" y="6350"/>
                  </a:lnTo>
                  <a:lnTo>
                    <a:pt x="13970" y="8890"/>
                  </a:lnTo>
                  <a:lnTo>
                    <a:pt x="33020" y="8890"/>
                  </a:lnTo>
                  <a:lnTo>
                    <a:pt x="33020" y="10160"/>
                  </a:lnTo>
                  <a:lnTo>
                    <a:pt x="34290" y="10160"/>
                  </a:lnTo>
                  <a:lnTo>
                    <a:pt x="34290" y="8890"/>
                  </a:lnTo>
                  <a:lnTo>
                    <a:pt x="35560" y="8890"/>
                  </a:lnTo>
                  <a:lnTo>
                    <a:pt x="35560" y="7620"/>
                  </a:lnTo>
                  <a:close/>
                </a:path>
                <a:path w="41909" h="22859">
                  <a:moveTo>
                    <a:pt x="36830" y="3810"/>
                  </a:moveTo>
                  <a:lnTo>
                    <a:pt x="16510" y="3810"/>
                  </a:lnTo>
                  <a:lnTo>
                    <a:pt x="16510" y="6350"/>
                  </a:lnTo>
                  <a:lnTo>
                    <a:pt x="35560" y="6350"/>
                  </a:lnTo>
                  <a:lnTo>
                    <a:pt x="35560" y="7620"/>
                  </a:lnTo>
                  <a:lnTo>
                    <a:pt x="36830" y="7620"/>
                  </a:lnTo>
                  <a:lnTo>
                    <a:pt x="36830" y="3810"/>
                  </a:lnTo>
                  <a:close/>
                </a:path>
                <a:path w="41909" h="22859">
                  <a:moveTo>
                    <a:pt x="40640" y="1270"/>
                  </a:moveTo>
                  <a:lnTo>
                    <a:pt x="20320" y="1270"/>
                  </a:lnTo>
                  <a:lnTo>
                    <a:pt x="20320" y="0"/>
                  </a:lnTo>
                  <a:lnTo>
                    <a:pt x="19050" y="0"/>
                  </a:lnTo>
                  <a:lnTo>
                    <a:pt x="19050" y="2540"/>
                  </a:lnTo>
                  <a:lnTo>
                    <a:pt x="38100" y="2540"/>
                  </a:lnTo>
                  <a:lnTo>
                    <a:pt x="38100" y="3810"/>
                  </a:lnTo>
                  <a:lnTo>
                    <a:pt x="39370" y="3810"/>
                  </a:lnTo>
                  <a:lnTo>
                    <a:pt x="39370" y="2540"/>
                  </a:lnTo>
                  <a:lnTo>
                    <a:pt x="40640" y="2540"/>
                  </a:lnTo>
                  <a:lnTo>
                    <a:pt x="40640" y="1270"/>
                  </a:lnTo>
                  <a:close/>
                </a:path>
                <a:path w="41909" h="22859">
                  <a:moveTo>
                    <a:pt x="41910" y="0"/>
                  </a:moveTo>
                  <a:lnTo>
                    <a:pt x="40640" y="0"/>
                  </a:lnTo>
                  <a:lnTo>
                    <a:pt x="40640" y="1270"/>
                  </a:lnTo>
                  <a:lnTo>
                    <a:pt x="41910" y="1270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B364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1126477" y="1192529"/>
              <a:ext cx="44450" cy="22860"/>
            </a:xfrm>
            <a:custGeom>
              <a:avLst/>
              <a:gdLst/>
              <a:ahLst/>
              <a:cxnLst/>
              <a:rect l="l" t="t" r="r" b="b"/>
              <a:pathLst>
                <a:path w="44450" h="22859">
                  <a:moveTo>
                    <a:pt x="1270" y="21590"/>
                  </a:moveTo>
                  <a:lnTo>
                    <a:pt x="0" y="21590"/>
                  </a:lnTo>
                  <a:lnTo>
                    <a:pt x="0" y="22860"/>
                  </a:lnTo>
                  <a:lnTo>
                    <a:pt x="1270" y="22860"/>
                  </a:lnTo>
                  <a:lnTo>
                    <a:pt x="1270" y="21590"/>
                  </a:lnTo>
                  <a:close/>
                </a:path>
                <a:path w="44450" h="22859">
                  <a:moveTo>
                    <a:pt x="29210" y="19050"/>
                  </a:moveTo>
                  <a:lnTo>
                    <a:pt x="5080" y="19050"/>
                  </a:lnTo>
                  <a:lnTo>
                    <a:pt x="5080" y="17780"/>
                  </a:lnTo>
                  <a:lnTo>
                    <a:pt x="3810" y="17780"/>
                  </a:lnTo>
                  <a:lnTo>
                    <a:pt x="3810" y="19050"/>
                  </a:lnTo>
                  <a:lnTo>
                    <a:pt x="2540" y="19050"/>
                  </a:lnTo>
                  <a:lnTo>
                    <a:pt x="2540" y="21590"/>
                  </a:lnTo>
                  <a:lnTo>
                    <a:pt x="29210" y="21590"/>
                  </a:lnTo>
                  <a:lnTo>
                    <a:pt x="29210" y="19050"/>
                  </a:lnTo>
                  <a:close/>
                </a:path>
                <a:path w="44450" h="22859">
                  <a:moveTo>
                    <a:pt x="33020" y="16510"/>
                  </a:moveTo>
                  <a:lnTo>
                    <a:pt x="7620" y="16510"/>
                  </a:lnTo>
                  <a:lnTo>
                    <a:pt x="7620" y="15240"/>
                  </a:lnTo>
                  <a:lnTo>
                    <a:pt x="6350" y="15240"/>
                  </a:lnTo>
                  <a:lnTo>
                    <a:pt x="6350" y="17780"/>
                  </a:lnTo>
                  <a:lnTo>
                    <a:pt x="30480" y="17780"/>
                  </a:lnTo>
                  <a:lnTo>
                    <a:pt x="30480" y="19050"/>
                  </a:lnTo>
                  <a:lnTo>
                    <a:pt x="31750" y="19050"/>
                  </a:lnTo>
                  <a:lnTo>
                    <a:pt x="31750" y="17780"/>
                  </a:lnTo>
                  <a:lnTo>
                    <a:pt x="33020" y="17780"/>
                  </a:lnTo>
                  <a:lnTo>
                    <a:pt x="33020" y="16510"/>
                  </a:lnTo>
                  <a:close/>
                </a:path>
                <a:path w="44450" h="22859">
                  <a:moveTo>
                    <a:pt x="34290" y="12700"/>
                  </a:moveTo>
                  <a:lnTo>
                    <a:pt x="11430" y="12700"/>
                  </a:lnTo>
                  <a:lnTo>
                    <a:pt x="11430" y="11430"/>
                  </a:lnTo>
                  <a:lnTo>
                    <a:pt x="10160" y="11430"/>
                  </a:lnTo>
                  <a:lnTo>
                    <a:pt x="10160" y="12700"/>
                  </a:lnTo>
                  <a:lnTo>
                    <a:pt x="8890" y="12700"/>
                  </a:lnTo>
                  <a:lnTo>
                    <a:pt x="8890" y="15240"/>
                  </a:lnTo>
                  <a:lnTo>
                    <a:pt x="34290" y="15240"/>
                  </a:lnTo>
                  <a:lnTo>
                    <a:pt x="34290" y="12700"/>
                  </a:lnTo>
                  <a:close/>
                </a:path>
                <a:path w="44450" h="22859">
                  <a:moveTo>
                    <a:pt x="39370" y="6350"/>
                  </a:moveTo>
                  <a:lnTo>
                    <a:pt x="16510" y="6350"/>
                  </a:lnTo>
                  <a:lnTo>
                    <a:pt x="16510" y="5080"/>
                  </a:lnTo>
                  <a:lnTo>
                    <a:pt x="15240" y="5080"/>
                  </a:lnTo>
                  <a:lnTo>
                    <a:pt x="15240" y="6350"/>
                  </a:lnTo>
                  <a:lnTo>
                    <a:pt x="13970" y="6350"/>
                  </a:lnTo>
                  <a:lnTo>
                    <a:pt x="13970" y="8890"/>
                  </a:lnTo>
                  <a:lnTo>
                    <a:pt x="12700" y="8890"/>
                  </a:lnTo>
                  <a:lnTo>
                    <a:pt x="12700" y="10160"/>
                  </a:lnTo>
                  <a:lnTo>
                    <a:pt x="11430" y="10160"/>
                  </a:lnTo>
                  <a:lnTo>
                    <a:pt x="11430" y="11430"/>
                  </a:lnTo>
                  <a:lnTo>
                    <a:pt x="35560" y="11430"/>
                  </a:lnTo>
                  <a:lnTo>
                    <a:pt x="35560" y="12700"/>
                  </a:lnTo>
                  <a:lnTo>
                    <a:pt x="36830" y="12700"/>
                  </a:lnTo>
                  <a:lnTo>
                    <a:pt x="36830" y="10160"/>
                  </a:lnTo>
                  <a:lnTo>
                    <a:pt x="38100" y="10160"/>
                  </a:lnTo>
                  <a:lnTo>
                    <a:pt x="38100" y="8890"/>
                  </a:lnTo>
                  <a:lnTo>
                    <a:pt x="39370" y="8890"/>
                  </a:lnTo>
                  <a:lnTo>
                    <a:pt x="39370" y="6350"/>
                  </a:lnTo>
                  <a:close/>
                </a:path>
                <a:path w="44450" h="22859">
                  <a:moveTo>
                    <a:pt x="41910" y="3810"/>
                  </a:moveTo>
                  <a:lnTo>
                    <a:pt x="19050" y="3810"/>
                  </a:lnTo>
                  <a:lnTo>
                    <a:pt x="19050" y="2540"/>
                  </a:lnTo>
                  <a:lnTo>
                    <a:pt x="17780" y="2540"/>
                  </a:lnTo>
                  <a:lnTo>
                    <a:pt x="17780" y="5080"/>
                  </a:lnTo>
                  <a:lnTo>
                    <a:pt x="41910" y="5080"/>
                  </a:lnTo>
                  <a:lnTo>
                    <a:pt x="41910" y="3810"/>
                  </a:lnTo>
                  <a:close/>
                </a:path>
                <a:path w="44450" h="22859">
                  <a:moveTo>
                    <a:pt x="44450" y="0"/>
                  </a:moveTo>
                  <a:lnTo>
                    <a:pt x="20320" y="0"/>
                  </a:lnTo>
                  <a:lnTo>
                    <a:pt x="20320" y="2540"/>
                  </a:lnTo>
                  <a:lnTo>
                    <a:pt x="41910" y="2540"/>
                  </a:lnTo>
                  <a:lnTo>
                    <a:pt x="41910" y="3810"/>
                  </a:lnTo>
                  <a:lnTo>
                    <a:pt x="43180" y="3810"/>
                  </a:lnTo>
                  <a:lnTo>
                    <a:pt x="43180" y="2540"/>
                  </a:lnTo>
                  <a:lnTo>
                    <a:pt x="44450" y="2540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B362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1106157" y="1215389"/>
              <a:ext cx="48260" cy="24130"/>
            </a:xfrm>
            <a:custGeom>
              <a:avLst/>
              <a:gdLst/>
              <a:ahLst/>
              <a:cxnLst/>
              <a:rect l="l" t="t" r="r" b="b"/>
              <a:pathLst>
                <a:path w="48259" h="24130">
                  <a:moveTo>
                    <a:pt x="30480" y="21590"/>
                  </a:moveTo>
                  <a:lnTo>
                    <a:pt x="2540" y="21590"/>
                  </a:lnTo>
                  <a:lnTo>
                    <a:pt x="2540" y="20320"/>
                  </a:lnTo>
                  <a:lnTo>
                    <a:pt x="1270" y="20320"/>
                  </a:lnTo>
                  <a:lnTo>
                    <a:pt x="1270" y="21590"/>
                  </a:lnTo>
                  <a:lnTo>
                    <a:pt x="0" y="21590"/>
                  </a:lnTo>
                  <a:lnTo>
                    <a:pt x="0" y="24130"/>
                  </a:lnTo>
                  <a:lnTo>
                    <a:pt x="30480" y="24130"/>
                  </a:lnTo>
                  <a:lnTo>
                    <a:pt x="30480" y="21590"/>
                  </a:lnTo>
                  <a:close/>
                </a:path>
                <a:path w="48259" h="24130">
                  <a:moveTo>
                    <a:pt x="33020" y="19050"/>
                  </a:moveTo>
                  <a:lnTo>
                    <a:pt x="5080" y="19050"/>
                  </a:lnTo>
                  <a:lnTo>
                    <a:pt x="5080" y="17780"/>
                  </a:lnTo>
                  <a:lnTo>
                    <a:pt x="3810" y="17780"/>
                  </a:lnTo>
                  <a:lnTo>
                    <a:pt x="3810" y="20320"/>
                  </a:lnTo>
                  <a:lnTo>
                    <a:pt x="30480" y="20320"/>
                  </a:lnTo>
                  <a:lnTo>
                    <a:pt x="30480" y="21590"/>
                  </a:lnTo>
                  <a:lnTo>
                    <a:pt x="31750" y="21590"/>
                  </a:lnTo>
                  <a:lnTo>
                    <a:pt x="31750" y="20320"/>
                  </a:lnTo>
                  <a:lnTo>
                    <a:pt x="33020" y="20320"/>
                  </a:lnTo>
                  <a:lnTo>
                    <a:pt x="33020" y="19050"/>
                  </a:lnTo>
                  <a:close/>
                </a:path>
                <a:path w="48259" h="24130">
                  <a:moveTo>
                    <a:pt x="35560" y="15240"/>
                  </a:moveTo>
                  <a:lnTo>
                    <a:pt x="7620" y="15240"/>
                  </a:lnTo>
                  <a:lnTo>
                    <a:pt x="7620" y="13970"/>
                  </a:lnTo>
                  <a:lnTo>
                    <a:pt x="6350" y="13970"/>
                  </a:lnTo>
                  <a:lnTo>
                    <a:pt x="6350" y="15240"/>
                  </a:lnTo>
                  <a:lnTo>
                    <a:pt x="5080" y="15240"/>
                  </a:lnTo>
                  <a:lnTo>
                    <a:pt x="5080" y="17780"/>
                  </a:lnTo>
                  <a:lnTo>
                    <a:pt x="33020" y="17780"/>
                  </a:lnTo>
                  <a:lnTo>
                    <a:pt x="33020" y="19050"/>
                  </a:lnTo>
                  <a:lnTo>
                    <a:pt x="34290" y="19050"/>
                  </a:lnTo>
                  <a:lnTo>
                    <a:pt x="34290" y="17780"/>
                  </a:lnTo>
                  <a:lnTo>
                    <a:pt x="35560" y="17780"/>
                  </a:lnTo>
                  <a:lnTo>
                    <a:pt x="35560" y="15240"/>
                  </a:lnTo>
                  <a:close/>
                </a:path>
                <a:path w="48259" h="24130">
                  <a:moveTo>
                    <a:pt x="38100" y="12700"/>
                  </a:moveTo>
                  <a:lnTo>
                    <a:pt x="10160" y="12700"/>
                  </a:lnTo>
                  <a:lnTo>
                    <a:pt x="10160" y="11430"/>
                  </a:lnTo>
                  <a:lnTo>
                    <a:pt x="8890" y="11430"/>
                  </a:lnTo>
                  <a:lnTo>
                    <a:pt x="8890" y="13970"/>
                  </a:lnTo>
                  <a:lnTo>
                    <a:pt x="35560" y="13970"/>
                  </a:lnTo>
                  <a:lnTo>
                    <a:pt x="35560" y="15240"/>
                  </a:lnTo>
                  <a:lnTo>
                    <a:pt x="36830" y="15240"/>
                  </a:lnTo>
                  <a:lnTo>
                    <a:pt x="36830" y="13970"/>
                  </a:lnTo>
                  <a:lnTo>
                    <a:pt x="38100" y="13970"/>
                  </a:lnTo>
                  <a:lnTo>
                    <a:pt x="38100" y="12700"/>
                  </a:lnTo>
                  <a:close/>
                </a:path>
                <a:path w="48259" h="24130">
                  <a:moveTo>
                    <a:pt x="39370" y="8890"/>
                  </a:moveTo>
                  <a:lnTo>
                    <a:pt x="13970" y="8890"/>
                  </a:lnTo>
                  <a:lnTo>
                    <a:pt x="13970" y="7620"/>
                  </a:lnTo>
                  <a:lnTo>
                    <a:pt x="12700" y="7620"/>
                  </a:lnTo>
                  <a:lnTo>
                    <a:pt x="12700" y="8890"/>
                  </a:lnTo>
                  <a:lnTo>
                    <a:pt x="11430" y="8890"/>
                  </a:lnTo>
                  <a:lnTo>
                    <a:pt x="11430" y="11430"/>
                  </a:lnTo>
                  <a:lnTo>
                    <a:pt x="38100" y="11430"/>
                  </a:lnTo>
                  <a:lnTo>
                    <a:pt x="38100" y="12700"/>
                  </a:lnTo>
                  <a:lnTo>
                    <a:pt x="39370" y="12700"/>
                  </a:lnTo>
                  <a:lnTo>
                    <a:pt x="39370" y="8890"/>
                  </a:lnTo>
                  <a:close/>
                </a:path>
                <a:path w="48259" h="24130">
                  <a:moveTo>
                    <a:pt x="43180" y="6350"/>
                  </a:moveTo>
                  <a:lnTo>
                    <a:pt x="16510" y="6350"/>
                  </a:lnTo>
                  <a:lnTo>
                    <a:pt x="16510" y="5080"/>
                  </a:lnTo>
                  <a:lnTo>
                    <a:pt x="15240" y="5080"/>
                  </a:lnTo>
                  <a:lnTo>
                    <a:pt x="15240" y="7620"/>
                  </a:lnTo>
                  <a:lnTo>
                    <a:pt x="40640" y="7620"/>
                  </a:lnTo>
                  <a:lnTo>
                    <a:pt x="40640" y="8890"/>
                  </a:lnTo>
                  <a:lnTo>
                    <a:pt x="41910" y="8890"/>
                  </a:lnTo>
                  <a:lnTo>
                    <a:pt x="41910" y="7620"/>
                  </a:lnTo>
                  <a:lnTo>
                    <a:pt x="43180" y="7620"/>
                  </a:lnTo>
                  <a:lnTo>
                    <a:pt x="43180" y="6350"/>
                  </a:lnTo>
                  <a:close/>
                </a:path>
                <a:path w="48259" h="24130">
                  <a:moveTo>
                    <a:pt x="44450" y="2540"/>
                  </a:moveTo>
                  <a:lnTo>
                    <a:pt x="17780" y="2540"/>
                  </a:lnTo>
                  <a:lnTo>
                    <a:pt x="17780" y="5080"/>
                  </a:lnTo>
                  <a:lnTo>
                    <a:pt x="43180" y="5080"/>
                  </a:lnTo>
                  <a:lnTo>
                    <a:pt x="43180" y="6350"/>
                  </a:lnTo>
                  <a:lnTo>
                    <a:pt x="44450" y="6350"/>
                  </a:lnTo>
                  <a:lnTo>
                    <a:pt x="44450" y="2540"/>
                  </a:lnTo>
                  <a:close/>
                </a:path>
                <a:path w="48259" h="24130">
                  <a:moveTo>
                    <a:pt x="48260" y="0"/>
                  </a:moveTo>
                  <a:lnTo>
                    <a:pt x="20320" y="0"/>
                  </a:lnTo>
                  <a:lnTo>
                    <a:pt x="20320" y="1270"/>
                  </a:lnTo>
                  <a:lnTo>
                    <a:pt x="45720" y="1270"/>
                  </a:lnTo>
                  <a:lnTo>
                    <a:pt x="45720" y="2540"/>
                  </a:lnTo>
                  <a:lnTo>
                    <a:pt x="46990" y="2540"/>
                  </a:lnTo>
                  <a:lnTo>
                    <a:pt x="46990" y="1270"/>
                  </a:lnTo>
                  <a:lnTo>
                    <a:pt x="48260" y="1270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B162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1054087" y="1239519"/>
              <a:ext cx="81280" cy="45720"/>
            </a:xfrm>
            <a:custGeom>
              <a:avLst/>
              <a:gdLst/>
              <a:ahLst/>
              <a:cxnLst/>
              <a:rect l="l" t="t" r="r" b="b"/>
              <a:pathLst>
                <a:path w="81280" h="45719">
                  <a:moveTo>
                    <a:pt x="2540" y="44450"/>
                  </a:moveTo>
                  <a:lnTo>
                    <a:pt x="0" y="44450"/>
                  </a:lnTo>
                  <a:lnTo>
                    <a:pt x="0" y="45720"/>
                  </a:lnTo>
                  <a:lnTo>
                    <a:pt x="2540" y="45720"/>
                  </a:lnTo>
                  <a:lnTo>
                    <a:pt x="2540" y="44450"/>
                  </a:lnTo>
                  <a:close/>
                </a:path>
                <a:path w="81280" h="45719">
                  <a:moveTo>
                    <a:pt x="48260" y="41910"/>
                  </a:moveTo>
                  <a:lnTo>
                    <a:pt x="7620" y="41910"/>
                  </a:lnTo>
                  <a:lnTo>
                    <a:pt x="7620" y="40640"/>
                  </a:lnTo>
                  <a:lnTo>
                    <a:pt x="6350" y="40640"/>
                  </a:lnTo>
                  <a:lnTo>
                    <a:pt x="6350" y="41910"/>
                  </a:lnTo>
                  <a:lnTo>
                    <a:pt x="3810" y="41910"/>
                  </a:lnTo>
                  <a:lnTo>
                    <a:pt x="3810" y="44450"/>
                  </a:lnTo>
                  <a:lnTo>
                    <a:pt x="45720" y="44450"/>
                  </a:lnTo>
                  <a:lnTo>
                    <a:pt x="45720" y="45720"/>
                  </a:lnTo>
                  <a:lnTo>
                    <a:pt x="46990" y="45720"/>
                  </a:lnTo>
                  <a:lnTo>
                    <a:pt x="46990" y="44450"/>
                  </a:lnTo>
                  <a:lnTo>
                    <a:pt x="48260" y="44450"/>
                  </a:lnTo>
                  <a:lnTo>
                    <a:pt x="48260" y="41910"/>
                  </a:lnTo>
                  <a:close/>
                </a:path>
                <a:path w="81280" h="45719">
                  <a:moveTo>
                    <a:pt x="50800" y="39370"/>
                  </a:moveTo>
                  <a:lnTo>
                    <a:pt x="11430" y="39370"/>
                  </a:lnTo>
                  <a:lnTo>
                    <a:pt x="11430" y="38100"/>
                  </a:lnTo>
                  <a:lnTo>
                    <a:pt x="10160" y="38100"/>
                  </a:lnTo>
                  <a:lnTo>
                    <a:pt x="10160" y="40640"/>
                  </a:lnTo>
                  <a:lnTo>
                    <a:pt x="48260" y="40640"/>
                  </a:lnTo>
                  <a:lnTo>
                    <a:pt x="48260" y="41910"/>
                  </a:lnTo>
                  <a:lnTo>
                    <a:pt x="49530" y="41910"/>
                  </a:lnTo>
                  <a:lnTo>
                    <a:pt x="49530" y="40640"/>
                  </a:lnTo>
                  <a:lnTo>
                    <a:pt x="50800" y="40640"/>
                  </a:lnTo>
                  <a:lnTo>
                    <a:pt x="50800" y="39370"/>
                  </a:lnTo>
                  <a:close/>
                </a:path>
                <a:path w="81280" h="45719">
                  <a:moveTo>
                    <a:pt x="52070" y="35560"/>
                  </a:moveTo>
                  <a:lnTo>
                    <a:pt x="17780" y="35560"/>
                  </a:lnTo>
                  <a:lnTo>
                    <a:pt x="17780" y="34290"/>
                  </a:lnTo>
                  <a:lnTo>
                    <a:pt x="15240" y="34290"/>
                  </a:lnTo>
                  <a:lnTo>
                    <a:pt x="15240" y="35560"/>
                  </a:lnTo>
                  <a:lnTo>
                    <a:pt x="13970" y="35560"/>
                  </a:lnTo>
                  <a:lnTo>
                    <a:pt x="13970" y="38100"/>
                  </a:lnTo>
                  <a:lnTo>
                    <a:pt x="50800" y="38100"/>
                  </a:lnTo>
                  <a:lnTo>
                    <a:pt x="50800" y="39370"/>
                  </a:lnTo>
                  <a:lnTo>
                    <a:pt x="52070" y="39370"/>
                  </a:lnTo>
                  <a:lnTo>
                    <a:pt x="52070" y="35560"/>
                  </a:lnTo>
                  <a:close/>
                </a:path>
                <a:path w="81280" h="45719">
                  <a:moveTo>
                    <a:pt x="55880" y="33020"/>
                  </a:moveTo>
                  <a:lnTo>
                    <a:pt x="21590" y="33020"/>
                  </a:lnTo>
                  <a:lnTo>
                    <a:pt x="21590" y="31750"/>
                  </a:lnTo>
                  <a:lnTo>
                    <a:pt x="19050" y="31750"/>
                  </a:lnTo>
                  <a:lnTo>
                    <a:pt x="19050" y="34290"/>
                  </a:lnTo>
                  <a:lnTo>
                    <a:pt x="53340" y="34290"/>
                  </a:lnTo>
                  <a:lnTo>
                    <a:pt x="53340" y="35560"/>
                  </a:lnTo>
                  <a:lnTo>
                    <a:pt x="54610" y="35560"/>
                  </a:lnTo>
                  <a:lnTo>
                    <a:pt x="54610" y="34290"/>
                  </a:lnTo>
                  <a:lnTo>
                    <a:pt x="55880" y="34290"/>
                  </a:lnTo>
                  <a:lnTo>
                    <a:pt x="55880" y="33020"/>
                  </a:lnTo>
                  <a:close/>
                </a:path>
                <a:path w="81280" h="45719">
                  <a:moveTo>
                    <a:pt x="57150" y="29210"/>
                  </a:moveTo>
                  <a:lnTo>
                    <a:pt x="25400" y="29210"/>
                  </a:lnTo>
                  <a:lnTo>
                    <a:pt x="25400" y="27940"/>
                  </a:lnTo>
                  <a:lnTo>
                    <a:pt x="24130" y="27940"/>
                  </a:lnTo>
                  <a:lnTo>
                    <a:pt x="24130" y="29210"/>
                  </a:lnTo>
                  <a:lnTo>
                    <a:pt x="22860" y="29210"/>
                  </a:lnTo>
                  <a:lnTo>
                    <a:pt x="22860" y="31750"/>
                  </a:lnTo>
                  <a:lnTo>
                    <a:pt x="55880" y="31750"/>
                  </a:lnTo>
                  <a:lnTo>
                    <a:pt x="55880" y="33020"/>
                  </a:lnTo>
                  <a:lnTo>
                    <a:pt x="57150" y="33020"/>
                  </a:lnTo>
                  <a:lnTo>
                    <a:pt x="57150" y="29210"/>
                  </a:lnTo>
                  <a:close/>
                </a:path>
                <a:path w="81280" h="45719">
                  <a:moveTo>
                    <a:pt x="60960" y="26670"/>
                  </a:moveTo>
                  <a:lnTo>
                    <a:pt x="27940" y="26670"/>
                  </a:lnTo>
                  <a:lnTo>
                    <a:pt x="27940" y="25400"/>
                  </a:lnTo>
                  <a:lnTo>
                    <a:pt x="26670" y="25400"/>
                  </a:lnTo>
                  <a:lnTo>
                    <a:pt x="26670" y="27940"/>
                  </a:lnTo>
                  <a:lnTo>
                    <a:pt x="58420" y="27940"/>
                  </a:lnTo>
                  <a:lnTo>
                    <a:pt x="58420" y="29210"/>
                  </a:lnTo>
                  <a:lnTo>
                    <a:pt x="59690" y="29210"/>
                  </a:lnTo>
                  <a:lnTo>
                    <a:pt x="59690" y="27940"/>
                  </a:lnTo>
                  <a:lnTo>
                    <a:pt x="60960" y="27940"/>
                  </a:lnTo>
                  <a:lnTo>
                    <a:pt x="60960" y="26670"/>
                  </a:lnTo>
                  <a:close/>
                </a:path>
                <a:path w="81280" h="45719">
                  <a:moveTo>
                    <a:pt x="62230" y="22860"/>
                  </a:moveTo>
                  <a:lnTo>
                    <a:pt x="30480" y="22860"/>
                  </a:lnTo>
                  <a:lnTo>
                    <a:pt x="30480" y="21590"/>
                  </a:lnTo>
                  <a:lnTo>
                    <a:pt x="29210" y="21590"/>
                  </a:lnTo>
                  <a:lnTo>
                    <a:pt x="29210" y="22860"/>
                  </a:lnTo>
                  <a:lnTo>
                    <a:pt x="29210" y="25400"/>
                  </a:lnTo>
                  <a:lnTo>
                    <a:pt x="62230" y="25400"/>
                  </a:lnTo>
                  <a:lnTo>
                    <a:pt x="62230" y="22860"/>
                  </a:lnTo>
                  <a:close/>
                </a:path>
                <a:path w="81280" h="45719">
                  <a:moveTo>
                    <a:pt x="66040" y="20320"/>
                  </a:moveTo>
                  <a:lnTo>
                    <a:pt x="33020" y="20320"/>
                  </a:lnTo>
                  <a:lnTo>
                    <a:pt x="33020" y="19050"/>
                  </a:lnTo>
                  <a:lnTo>
                    <a:pt x="31750" y="19050"/>
                  </a:lnTo>
                  <a:lnTo>
                    <a:pt x="31750" y="21590"/>
                  </a:lnTo>
                  <a:lnTo>
                    <a:pt x="63500" y="21590"/>
                  </a:lnTo>
                  <a:lnTo>
                    <a:pt x="63500" y="22860"/>
                  </a:lnTo>
                  <a:lnTo>
                    <a:pt x="64770" y="22860"/>
                  </a:lnTo>
                  <a:lnTo>
                    <a:pt x="64770" y="21590"/>
                  </a:lnTo>
                  <a:lnTo>
                    <a:pt x="66040" y="21590"/>
                  </a:lnTo>
                  <a:lnTo>
                    <a:pt x="66040" y="20320"/>
                  </a:lnTo>
                  <a:close/>
                </a:path>
                <a:path w="81280" h="45719">
                  <a:moveTo>
                    <a:pt x="67310" y="16510"/>
                  </a:moveTo>
                  <a:lnTo>
                    <a:pt x="36830" y="16510"/>
                  </a:lnTo>
                  <a:lnTo>
                    <a:pt x="36830" y="15240"/>
                  </a:lnTo>
                  <a:lnTo>
                    <a:pt x="35560" y="15240"/>
                  </a:lnTo>
                  <a:lnTo>
                    <a:pt x="35560" y="16510"/>
                  </a:lnTo>
                  <a:lnTo>
                    <a:pt x="34290" y="16510"/>
                  </a:lnTo>
                  <a:lnTo>
                    <a:pt x="34290" y="19050"/>
                  </a:lnTo>
                  <a:lnTo>
                    <a:pt x="67310" y="19050"/>
                  </a:lnTo>
                  <a:lnTo>
                    <a:pt x="67310" y="16510"/>
                  </a:lnTo>
                  <a:close/>
                </a:path>
                <a:path w="81280" h="45719">
                  <a:moveTo>
                    <a:pt x="69850" y="13970"/>
                  </a:moveTo>
                  <a:lnTo>
                    <a:pt x="39370" y="13970"/>
                  </a:lnTo>
                  <a:lnTo>
                    <a:pt x="39370" y="12700"/>
                  </a:lnTo>
                  <a:lnTo>
                    <a:pt x="38100" y="12700"/>
                  </a:lnTo>
                  <a:lnTo>
                    <a:pt x="38100" y="15240"/>
                  </a:lnTo>
                  <a:lnTo>
                    <a:pt x="68580" y="15240"/>
                  </a:lnTo>
                  <a:lnTo>
                    <a:pt x="68580" y="16510"/>
                  </a:lnTo>
                  <a:lnTo>
                    <a:pt x="69850" y="16510"/>
                  </a:lnTo>
                  <a:lnTo>
                    <a:pt x="69850" y="13970"/>
                  </a:lnTo>
                  <a:close/>
                </a:path>
                <a:path w="81280" h="45719">
                  <a:moveTo>
                    <a:pt x="72390" y="10160"/>
                  </a:moveTo>
                  <a:lnTo>
                    <a:pt x="43180" y="10160"/>
                  </a:lnTo>
                  <a:lnTo>
                    <a:pt x="43180" y="8890"/>
                  </a:lnTo>
                  <a:lnTo>
                    <a:pt x="41910" y="8890"/>
                  </a:lnTo>
                  <a:lnTo>
                    <a:pt x="41910" y="10160"/>
                  </a:lnTo>
                  <a:lnTo>
                    <a:pt x="40640" y="10160"/>
                  </a:lnTo>
                  <a:lnTo>
                    <a:pt x="40640" y="12700"/>
                  </a:lnTo>
                  <a:lnTo>
                    <a:pt x="69850" y="12700"/>
                  </a:lnTo>
                  <a:lnTo>
                    <a:pt x="69850" y="13970"/>
                  </a:lnTo>
                  <a:lnTo>
                    <a:pt x="71120" y="13970"/>
                  </a:lnTo>
                  <a:lnTo>
                    <a:pt x="71120" y="12700"/>
                  </a:lnTo>
                  <a:lnTo>
                    <a:pt x="72390" y="12700"/>
                  </a:lnTo>
                  <a:lnTo>
                    <a:pt x="72390" y="10160"/>
                  </a:lnTo>
                  <a:close/>
                </a:path>
                <a:path w="81280" h="45719">
                  <a:moveTo>
                    <a:pt x="74930" y="7620"/>
                  </a:moveTo>
                  <a:lnTo>
                    <a:pt x="44450" y="7620"/>
                  </a:lnTo>
                  <a:lnTo>
                    <a:pt x="44450" y="6350"/>
                  </a:lnTo>
                  <a:lnTo>
                    <a:pt x="43180" y="6350"/>
                  </a:lnTo>
                  <a:lnTo>
                    <a:pt x="43180" y="8890"/>
                  </a:lnTo>
                  <a:lnTo>
                    <a:pt x="74930" y="8890"/>
                  </a:lnTo>
                  <a:lnTo>
                    <a:pt x="74930" y="7620"/>
                  </a:lnTo>
                  <a:close/>
                </a:path>
                <a:path w="81280" h="45719">
                  <a:moveTo>
                    <a:pt x="77470" y="3810"/>
                  </a:moveTo>
                  <a:lnTo>
                    <a:pt x="48260" y="3810"/>
                  </a:lnTo>
                  <a:lnTo>
                    <a:pt x="48260" y="2540"/>
                  </a:lnTo>
                  <a:lnTo>
                    <a:pt x="46990" y="2540"/>
                  </a:lnTo>
                  <a:lnTo>
                    <a:pt x="46990" y="3810"/>
                  </a:lnTo>
                  <a:lnTo>
                    <a:pt x="45720" y="3810"/>
                  </a:lnTo>
                  <a:lnTo>
                    <a:pt x="45720" y="6350"/>
                  </a:lnTo>
                  <a:lnTo>
                    <a:pt x="74930" y="6350"/>
                  </a:lnTo>
                  <a:lnTo>
                    <a:pt x="74930" y="7620"/>
                  </a:lnTo>
                  <a:lnTo>
                    <a:pt x="76200" y="7620"/>
                  </a:lnTo>
                  <a:lnTo>
                    <a:pt x="76200" y="6350"/>
                  </a:lnTo>
                  <a:lnTo>
                    <a:pt x="77470" y="6350"/>
                  </a:lnTo>
                  <a:lnTo>
                    <a:pt x="77470" y="3810"/>
                  </a:lnTo>
                  <a:close/>
                </a:path>
                <a:path w="81280" h="45719">
                  <a:moveTo>
                    <a:pt x="80010" y="1270"/>
                  </a:moveTo>
                  <a:lnTo>
                    <a:pt x="50800" y="1270"/>
                  </a:lnTo>
                  <a:lnTo>
                    <a:pt x="50800" y="0"/>
                  </a:lnTo>
                  <a:lnTo>
                    <a:pt x="49530" y="0"/>
                  </a:lnTo>
                  <a:lnTo>
                    <a:pt x="49530" y="2540"/>
                  </a:lnTo>
                  <a:lnTo>
                    <a:pt x="80010" y="2540"/>
                  </a:lnTo>
                  <a:lnTo>
                    <a:pt x="80010" y="1270"/>
                  </a:lnTo>
                  <a:close/>
                </a:path>
                <a:path w="81280" h="45719">
                  <a:moveTo>
                    <a:pt x="81280" y="0"/>
                  </a:moveTo>
                  <a:lnTo>
                    <a:pt x="80010" y="0"/>
                  </a:lnTo>
                  <a:lnTo>
                    <a:pt x="80010" y="1270"/>
                  </a:lnTo>
                  <a:lnTo>
                    <a:pt x="81280" y="1270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B16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1019797" y="1285239"/>
              <a:ext cx="80010" cy="24130"/>
            </a:xfrm>
            <a:custGeom>
              <a:avLst/>
              <a:gdLst/>
              <a:ahLst/>
              <a:cxnLst/>
              <a:rect l="l" t="t" r="r" b="b"/>
              <a:pathLst>
                <a:path w="80009" h="24130">
                  <a:moveTo>
                    <a:pt x="62230" y="21590"/>
                  </a:moveTo>
                  <a:lnTo>
                    <a:pt x="3810" y="21590"/>
                  </a:lnTo>
                  <a:lnTo>
                    <a:pt x="3810" y="20320"/>
                  </a:lnTo>
                  <a:lnTo>
                    <a:pt x="2540" y="20320"/>
                  </a:lnTo>
                  <a:lnTo>
                    <a:pt x="2540" y="21590"/>
                  </a:lnTo>
                  <a:lnTo>
                    <a:pt x="0" y="21590"/>
                  </a:lnTo>
                  <a:lnTo>
                    <a:pt x="0" y="24130"/>
                  </a:lnTo>
                  <a:lnTo>
                    <a:pt x="62230" y="24130"/>
                  </a:lnTo>
                  <a:lnTo>
                    <a:pt x="62230" y="21590"/>
                  </a:lnTo>
                  <a:close/>
                </a:path>
                <a:path w="80009" h="24130">
                  <a:moveTo>
                    <a:pt x="64770" y="19050"/>
                  </a:moveTo>
                  <a:lnTo>
                    <a:pt x="7620" y="19050"/>
                  </a:lnTo>
                  <a:lnTo>
                    <a:pt x="7620" y="17780"/>
                  </a:lnTo>
                  <a:lnTo>
                    <a:pt x="6350" y="17780"/>
                  </a:lnTo>
                  <a:lnTo>
                    <a:pt x="6350" y="20320"/>
                  </a:lnTo>
                  <a:lnTo>
                    <a:pt x="63500" y="20320"/>
                  </a:lnTo>
                  <a:lnTo>
                    <a:pt x="63500" y="21590"/>
                  </a:lnTo>
                  <a:lnTo>
                    <a:pt x="64770" y="21590"/>
                  </a:lnTo>
                  <a:lnTo>
                    <a:pt x="64770" y="19050"/>
                  </a:lnTo>
                  <a:close/>
                </a:path>
                <a:path w="80009" h="24130">
                  <a:moveTo>
                    <a:pt x="67310" y="15240"/>
                  </a:moveTo>
                  <a:lnTo>
                    <a:pt x="13970" y="15240"/>
                  </a:lnTo>
                  <a:lnTo>
                    <a:pt x="13970" y="13970"/>
                  </a:lnTo>
                  <a:lnTo>
                    <a:pt x="11430" y="13970"/>
                  </a:lnTo>
                  <a:lnTo>
                    <a:pt x="11430" y="15240"/>
                  </a:lnTo>
                  <a:lnTo>
                    <a:pt x="10160" y="15240"/>
                  </a:lnTo>
                  <a:lnTo>
                    <a:pt x="10160" y="17780"/>
                  </a:lnTo>
                  <a:lnTo>
                    <a:pt x="64770" y="17780"/>
                  </a:lnTo>
                  <a:lnTo>
                    <a:pt x="64770" y="19050"/>
                  </a:lnTo>
                  <a:lnTo>
                    <a:pt x="66040" y="19050"/>
                  </a:lnTo>
                  <a:lnTo>
                    <a:pt x="66040" y="17780"/>
                  </a:lnTo>
                  <a:lnTo>
                    <a:pt x="67310" y="17780"/>
                  </a:lnTo>
                  <a:lnTo>
                    <a:pt x="67310" y="15240"/>
                  </a:lnTo>
                  <a:close/>
                </a:path>
                <a:path w="80009" h="24130">
                  <a:moveTo>
                    <a:pt x="69850" y="12700"/>
                  </a:moveTo>
                  <a:lnTo>
                    <a:pt x="17780" y="12700"/>
                  </a:lnTo>
                  <a:lnTo>
                    <a:pt x="17780" y="11430"/>
                  </a:lnTo>
                  <a:lnTo>
                    <a:pt x="15240" y="11430"/>
                  </a:lnTo>
                  <a:lnTo>
                    <a:pt x="15240" y="13970"/>
                  </a:lnTo>
                  <a:lnTo>
                    <a:pt x="69850" y="13970"/>
                  </a:lnTo>
                  <a:lnTo>
                    <a:pt x="69850" y="12700"/>
                  </a:lnTo>
                  <a:close/>
                </a:path>
                <a:path w="80009" h="24130">
                  <a:moveTo>
                    <a:pt x="72390" y="8890"/>
                  </a:moveTo>
                  <a:lnTo>
                    <a:pt x="22860" y="8890"/>
                  </a:lnTo>
                  <a:lnTo>
                    <a:pt x="22860" y="7620"/>
                  </a:lnTo>
                  <a:lnTo>
                    <a:pt x="21590" y="7620"/>
                  </a:lnTo>
                  <a:lnTo>
                    <a:pt x="21590" y="8890"/>
                  </a:lnTo>
                  <a:lnTo>
                    <a:pt x="19050" y="8890"/>
                  </a:lnTo>
                  <a:lnTo>
                    <a:pt x="19050" y="11430"/>
                  </a:lnTo>
                  <a:lnTo>
                    <a:pt x="69850" y="11430"/>
                  </a:lnTo>
                  <a:lnTo>
                    <a:pt x="69850" y="12700"/>
                  </a:lnTo>
                  <a:lnTo>
                    <a:pt x="71120" y="12700"/>
                  </a:lnTo>
                  <a:lnTo>
                    <a:pt x="71120" y="11430"/>
                  </a:lnTo>
                  <a:lnTo>
                    <a:pt x="72390" y="11430"/>
                  </a:lnTo>
                  <a:lnTo>
                    <a:pt x="72390" y="8890"/>
                  </a:lnTo>
                  <a:close/>
                </a:path>
                <a:path w="80009" h="24130">
                  <a:moveTo>
                    <a:pt x="74930" y="6350"/>
                  </a:moveTo>
                  <a:lnTo>
                    <a:pt x="26670" y="6350"/>
                  </a:lnTo>
                  <a:lnTo>
                    <a:pt x="26670" y="5080"/>
                  </a:lnTo>
                  <a:lnTo>
                    <a:pt x="25400" y="5080"/>
                  </a:lnTo>
                  <a:lnTo>
                    <a:pt x="25400" y="7620"/>
                  </a:lnTo>
                  <a:lnTo>
                    <a:pt x="74930" y="7620"/>
                  </a:lnTo>
                  <a:lnTo>
                    <a:pt x="74930" y="6350"/>
                  </a:lnTo>
                  <a:close/>
                </a:path>
                <a:path w="80009" h="24130">
                  <a:moveTo>
                    <a:pt x="77470" y="2540"/>
                  </a:moveTo>
                  <a:lnTo>
                    <a:pt x="33020" y="2540"/>
                  </a:lnTo>
                  <a:lnTo>
                    <a:pt x="33020" y="1270"/>
                  </a:lnTo>
                  <a:lnTo>
                    <a:pt x="30480" y="1270"/>
                  </a:lnTo>
                  <a:lnTo>
                    <a:pt x="30480" y="2540"/>
                  </a:lnTo>
                  <a:lnTo>
                    <a:pt x="29210" y="2540"/>
                  </a:lnTo>
                  <a:lnTo>
                    <a:pt x="29210" y="5080"/>
                  </a:lnTo>
                  <a:lnTo>
                    <a:pt x="74930" y="5080"/>
                  </a:lnTo>
                  <a:lnTo>
                    <a:pt x="74930" y="6350"/>
                  </a:lnTo>
                  <a:lnTo>
                    <a:pt x="76200" y="6350"/>
                  </a:lnTo>
                  <a:lnTo>
                    <a:pt x="76200" y="5080"/>
                  </a:lnTo>
                  <a:lnTo>
                    <a:pt x="77470" y="5080"/>
                  </a:lnTo>
                  <a:lnTo>
                    <a:pt x="77470" y="2540"/>
                  </a:lnTo>
                  <a:close/>
                </a:path>
                <a:path w="80009" h="24130">
                  <a:moveTo>
                    <a:pt x="80010" y="0"/>
                  </a:moveTo>
                  <a:lnTo>
                    <a:pt x="34290" y="0"/>
                  </a:lnTo>
                  <a:lnTo>
                    <a:pt x="34290" y="1270"/>
                  </a:lnTo>
                  <a:lnTo>
                    <a:pt x="77470" y="1270"/>
                  </a:lnTo>
                  <a:lnTo>
                    <a:pt x="77470" y="2540"/>
                  </a:lnTo>
                  <a:lnTo>
                    <a:pt x="78740" y="2540"/>
                  </a:lnTo>
                  <a:lnTo>
                    <a:pt x="78740" y="1270"/>
                  </a:lnTo>
                  <a:lnTo>
                    <a:pt x="80010" y="1270"/>
                  </a:lnTo>
                  <a:lnTo>
                    <a:pt x="80010" y="0"/>
                  </a:lnTo>
                  <a:close/>
                </a:path>
              </a:pathLst>
            </a:custGeom>
            <a:solidFill>
              <a:srgbClr val="B15E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949947" y="1309369"/>
              <a:ext cx="130810" cy="47625"/>
            </a:xfrm>
            <a:custGeom>
              <a:avLst/>
              <a:gdLst/>
              <a:ahLst/>
              <a:cxnLst/>
              <a:rect l="l" t="t" r="r" b="b"/>
              <a:pathLst>
                <a:path w="130809" h="47625">
                  <a:moveTo>
                    <a:pt x="95250" y="45732"/>
                  </a:moveTo>
                  <a:lnTo>
                    <a:pt x="1270" y="45732"/>
                  </a:lnTo>
                  <a:lnTo>
                    <a:pt x="1270" y="44462"/>
                  </a:lnTo>
                  <a:lnTo>
                    <a:pt x="0" y="44462"/>
                  </a:lnTo>
                  <a:lnTo>
                    <a:pt x="0" y="45732"/>
                  </a:lnTo>
                  <a:lnTo>
                    <a:pt x="0" y="47002"/>
                  </a:lnTo>
                  <a:lnTo>
                    <a:pt x="95250" y="47002"/>
                  </a:lnTo>
                  <a:lnTo>
                    <a:pt x="95250" y="45732"/>
                  </a:lnTo>
                  <a:close/>
                </a:path>
                <a:path w="130809" h="47625">
                  <a:moveTo>
                    <a:pt x="97790" y="41922"/>
                  </a:moveTo>
                  <a:lnTo>
                    <a:pt x="7620" y="41922"/>
                  </a:lnTo>
                  <a:lnTo>
                    <a:pt x="7620" y="40652"/>
                  </a:lnTo>
                  <a:lnTo>
                    <a:pt x="5080" y="40652"/>
                  </a:lnTo>
                  <a:lnTo>
                    <a:pt x="5080" y="41922"/>
                  </a:lnTo>
                  <a:lnTo>
                    <a:pt x="3810" y="41922"/>
                  </a:lnTo>
                  <a:lnTo>
                    <a:pt x="3810" y="44462"/>
                  </a:lnTo>
                  <a:lnTo>
                    <a:pt x="95250" y="44462"/>
                  </a:lnTo>
                  <a:lnTo>
                    <a:pt x="95250" y="45732"/>
                  </a:lnTo>
                  <a:lnTo>
                    <a:pt x="96520" y="45732"/>
                  </a:lnTo>
                  <a:lnTo>
                    <a:pt x="96520" y="44462"/>
                  </a:lnTo>
                  <a:lnTo>
                    <a:pt x="97790" y="44462"/>
                  </a:lnTo>
                  <a:lnTo>
                    <a:pt x="97790" y="41922"/>
                  </a:lnTo>
                  <a:close/>
                </a:path>
                <a:path w="130809" h="47625">
                  <a:moveTo>
                    <a:pt x="100330" y="39382"/>
                  </a:moveTo>
                  <a:lnTo>
                    <a:pt x="11430" y="39382"/>
                  </a:lnTo>
                  <a:lnTo>
                    <a:pt x="11430" y="38112"/>
                  </a:lnTo>
                  <a:lnTo>
                    <a:pt x="8890" y="38112"/>
                  </a:lnTo>
                  <a:lnTo>
                    <a:pt x="8890" y="39382"/>
                  </a:lnTo>
                  <a:lnTo>
                    <a:pt x="8890" y="40652"/>
                  </a:lnTo>
                  <a:lnTo>
                    <a:pt x="100330" y="40652"/>
                  </a:lnTo>
                  <a:lnTo>
                    <a:pt x="100330" y="39382"/>
                  </a:lnTo>
                  <a:close/>
                </a:path>
                <a:path w="130809" h="47625">
                  <a:moveTo>
                    <a:pt x="102857" y="35572"/>
                  </a:moveTo>
                  <a:lnTo>
                    <a:pt x="16510" y="35572"/>
                  </a:lnTo>
                  <a:lnTo>
                    <a:pt x="16510" y="34302"/>
                  </a:lnTo>
                  <a:lnTo>
                    <a:pt x="15240" y="34302"/>
                  </a:lnTo>
                  <a:lnTo>
                    <a:pt x="15240" y="35572"/>
                  </a:lnTo>
                  <a:lnTo>
                    <a:pt x="12700" y="35572"/>
                  </a:lnTo>
                  <a:lnTo>
                    <a:pt x="12700" y="38112"/>
                  </a:lnTo>
                  <a:lnTo>
                    <a:pt x="100330" y="38112"/>
                  </a:lnTo>
                  <a:lnTo>
                    <a:pt x="100330" y="39382"/>
                  </a:lnTo>
                  <a:lnTo>
                    <a:pt x="101600" y="39382"/>
                  </a:lnTo>
                  <a:lnTo>
                    <a:pt x="101600" y="38112"/>
                  </a:lnTo>
                  <a:lnTo>
                    <a:pt x="102857" y="38112"/>
                  </a:lnTo>
                  <a:lnTo>
                    <a:pt x="102857" y="35572"/>
                  </a:lnTo>
                  <a:close/>
                </a:path>
                <a:path w="130809" h="47625">
                  <a:moveTo>
                    <a:pt x="105410" y="33020"/>
                  </a:moveTo>
                  <a:lnTo>
                    <a:pt x="20320" y="33020"/>
                  </a:lnTo>
                  <a:lnTo>
                    <a:pt x="20320" y="31750"/>
                  </a:lnTo>
                  <a:lnTo>
                    <a:pt x="19050" y="31750"/>
                  </a:lnTo>
                  <a:lnTo>
                    <a:pt x="19050" y="34290"/>
                  </a:lnTo>
                  <a:lnTo>
                    <a:pt x="105410" y="34290"/>
                  </a:lnTo>
                  <a:lnTo>
                    <a:pt x="105410" y="33020"/>
                  </a:lnTo>
                  <a:close/>
                </a:path>
                <a:path w="130809" h="47625">
                  <a:moveTo>
                    <a:pt x="107950" y="29210"/>
                  </a:moveTo>
                  <a:lnTo>
                    <a:pt x="26670" y="29210"/>
                  </a:lnTo>
                  <a:lnTo>
                    <a:pt x="26670" y="27940"/>
                  </a:lnTo>
                  <a:lnTo>
                    <a:pt x="24130" y="27940"/>
                  </a:lnTo>
                  <a:lnTo>
                    <a:pt x="24130" y="29210"/>
                  </a:lnTo>
                  <a:lnTo>
                    <a:pt x="22860" y="29210"/>
                  </a:lnTo>
                  <a:lnTo>
                    <a:pt x="22860" y="31750"/>
                  </a:lnTo>
                  <a:lnTo>
                    <a:pt x="105410" y="31750"/>
                  </a:lnTo>
                  <a:lnTo>
                    <a:pt x="105410" y="33020"/>
                  </a:lnTo>
                  <a:lnTo>
                    <a:pt x="106680" y="33020"/>
                  </a:lnTo>
                  <a:lnTo>
                    <a:pt x="106680" y="31750"/>
                  </a:lnTo>
                  <a:lnTo>
                    <a:pt x="107950" y="31750"/>
                  </a:lnTo>
                  <a:lnTo>
                    <a:pt x="107950" y="29210"/>
                  </a:lnTo>
                  <a:close/>
                </a:path>
                <a:path w="130809" h="47625">
                  <a:moveTo>
                    <a:pt x="110490" y="26670"/>
                  </a:moveTo>
                  <a:lnTo>
                    <a:pt x="30480" y="26670"/>
                  </a:lnTo>
                  <a:lnTo>
                    <a:pt x="30480" y="25400"/>
                  </a:lnTo>
                  <a:lnTo>
                    <a:pt x="27940" y="25400"/>
                  </a:lnTo>
                  <a:lnTo>
                    <a:pt x="27940" y="27940"/>
                  </a:lnTo>
                  <a:lnTo>
                    <a:pt x="107950" y="27940"/>
                  </a:lnTo>
                  <a:lnTo>
                    <a:pt x="107950" y="29210"/>
                  </a:lnTo>
                  <a:lnTo>
                    <a:pt x="109220" y="29210"/>
                  </a:lnTo>
                  <a:lnTo>
                    <a:pt x="109220" y="27940"/>
                  </a:lnTo>
                  <a:lnTo>
                    <a:pt x="110490" y="27940"/>
                  </a:lnTo>
                  <a:lnTo>
                    <a:pt x="110490" y="26670"/>
                  </a:lnTo>
                  <a:close/>
                </a:path>
                <a:path w="130809" h="47625">
                  <a:moveTo>
                    <a:pt x="113030" y="22860"/>
                  </a:moveTo>
                  <a:lnTo>
                    <a:pt x="35560" y="22860"/>
                  </a:lnTo>
                  <a:lnTo>
                    <a:pt x="35560" y="21590"/>
                  </a:lnTo>
                  <a:lnTo>
                    <a:pt x="34290" y="21590"/>
                  </a:lnTo>
                  <a:lnTo>
                    <a:pt x="34290" y="22860"/>
                  </a:lnTo>
                  <a:lnTo>
                    <a:pt x="31750" y="22860"/>
                  </a:lnTo>
                  <a:lnTo>
                    <a:pt x="31750" y="25400"/>
                  </a:lnTo>
                  <a:lnTo>
                    <a:pt x="110490" y="25400"/>
                  </a:lnTo>
                  <a:lnTo>
                    <a:pt x="110490" y="26670"/>
                  </a:lnTo>
                  <a:lnTo>
                    <a:pt x="111760" y="26670"/>
                  </a:lnTo>
                  <a:lnTo>
                    <a:pt x="111760" y="25400"/>
                  </a:lnTo>
                  <a:lnTo>
                    <a:pt x="113030" y="25400"/>
                  </a:lnTo>
                  <a:lnTo>
                    <a:pt x="113030" y="22860"/>
                  </a:lnTo>
                  <a:close/>
                </a:path>
                <a:path w="130809" h="47625">
                  <a:moveTo>
                    <a:pt x="115570" y="20320"/>
                  </a:moveTo>
                  <a:lnTo>
                    <a:pt x="39370" y="20320"/>
                  </a:lnTo>
                  <a:lnTo>
                    <a:pt x="39370" y="19050"/>
                  </a:lnTo>
                  <a:lnTo>
                    <a:pt x="38100" y="19050"/>
                  </a:lnTo>
                  <a:lnTo>
                    <a:pt x="38100" y="21590"/>
                  </a:lnTo>
                  <a:lnTo>
                    <a:pt x="113030" y="21590"/>
                  </a:lnTo>
                  <a:lnTo>
                    <a:pt x="113030" y="22860"/>
                  </a:lnTo>
                  <a:lnTo>
                    <a:pt x="114300" y="22860"/>
                  </a:lnTo>
                  <a:lnTo>
                    <a:pt x="114300" y="21590"/>
                  </a:lnTo>
                  <a:lnTo>
                    <a:pt x="115570" y="21590"/>
                  </a:lnTo>
                  <a:lnTo>
                    <a:pt x="115570" y="20320"/>
                  </a:lnTo>
                  <a:close/>
                </a:path>
                <a:path w="130809" h="47625">
                  <a:moveTo>
                    <a:pt x="116840" y="16510"/>
                  </a:moveTo>
                  <a:lnTo>
                    <a:pt x="45720" y="16510"/>
                  </a:lnTo>
                  <a:lnTo>
                    <a:pt x="45720" y="15240"/>
                  </a:lnTo>
                  <a:lnTo>
                    <a:pt x="43180" y="15240"/>
                  </a:lnTo>
                  <a:lnTo>
                    <a:pt x="43180" y="16510"/>
                  </a:lnTo>
                  <a:lnTo>
                    <a:pt x="41910" y="16510"/>
                  </a:lnTo>
                  <a:lnTo>
                    <a:pt x="41910" y="19050"/>
                  </a:lnTo>
                  <a:lnTo>
                    <a:pt x="115570" y="19050"/>
                  </a:lnTo>
                  <a:lnTo>
                    <a:pt x="115570" y="20320"/>
                  </a:lnTo>
                  <a:lnTo>
                    <a:pt x="116840" y="20320"/>
                  </a:lnTo>
                  <a:lnTo>
                    <a:pt x="116840" y="16510"/>
                  </a:lnTo>
                  <a:close/>
                </a:path>
                <a:path w="130809" h="47625">
                  <a:moveTo>
                    <a:pt x="120650" y="13970"/>
                  </a:moveTo>
                  <a:lnTo>
                    <a:pt x="49530" y="13970"/>
                  </a:lnTo>
                  <a:lnTo>
                    <a:pt x="49530" y="12700"/>
                  </a:lnTo>
                  <a:lnTo>
                    <a:pt x="46990" y="12700"/>
                  </a:lnTo>
                  <a:lnTo>
                    <a:pt x="46990" y="15240"/>
                  </a:lnTo>
                  <a:lnTo>
                    <a:pt x="118110" y="15240"/>
                  </a:lnTo>
                  <a:lnTo>
                    <a:pt x="118110" y="16510"/>
                  </a:lnTo>
                  <a:lnTo>
                    <a:pt x="119380" y="16510"/>
                  </a:lnTo>
                  <a:lnTo>
                    <a:pt x="119380" y="15240"/>
                  </a:lnTo>
                  <a:lnTo>
                    <a:pt x="120650" y="15240"/>
                  </a:lnTo>
                  <a:lnTo>
                    <a:pt x="120650" y="13970"/>
                  </a:lnTo>
                  <a:close/>
                </a:path>
                <a:path w="130809" h="47625">
                  <a:moveTo>
                    <a:pt x="121920" y="10160"/>
                  </a:moveTo>
                  <a:lnTo>
                    <a:pt x="54610" y="10160"/>
                  </a:lnTo>
                  <a:lnTo>
                    <a:pt x="54610" y="8890"/>
                  </a:lnTo>
                  <a:lnTo>
                    <a:pt x="53340" y="8890"/>
                  </a:lnTo>
                  <a:lnTo>
                    <a:pt x="53340" y="10160"/>
                  </a:lnTo>
                  <a:lnTo>
                    <a:pt x="50800" y="10160"/>
                  </a:lnTo>
                  <a:lnTo>
                    <a:pt x="50800" y="12700"/>
                  </a:lnTo>
                  <a:lnTo>
                    <a:pt x="120650" y="12700"/>
                  </a:lnTo>
                  <a:lnTo>
                    <a:pt x="120650" y="13970"/>
                  </a:lnTo>
                  <a:lnTo>
                    <a:pt x="121920" y="13970"/>
                  </a:lnTo>
                  <a:lnTo>
                    <a:pt x="121920" y="10160"/>
                  </a:lnTo>
                  <a:close/>
                </a:path>
                <a:path w="130809" h="47625">
                  <a:moveTo>
                    <a:pt x="125730" y="7620"/>
                  </a:moveTo>
                  <a:lnTo>
                    <a:pt x="58420" y="7620"/>
                  </a:lnTo>
                  <a:lnTo>
                    <a:pt x="58420" y="6350"/>
                  </a:lnTo>
                  <a:lnTo>
                    <a:pt x="57150" y="6350"/>
                  </a:lnTo>
                  <a:lnTo>
                    <a:pt x="57150" y="8890"/>
                  </a:lnTo>
                  <a:lnTo>
                    <a:pt x="123190" y="8890"/>
                  </a:lnTo>
                  <a:lnTo>
                    <a:pt x="123190" y="10160"/>
                  </a:lnTo>
                  <a:lnTo>
                    <a:pt x="124460" y="10160"/>
                  </a:lnTo>
                  <a:lnTo>
                    <a:pt x="124460" y="8890"/>
                  </a:lnTo>
                  <a:lnTo>
                    <a:pt x="125730" y="8890"/>
                  </a:lnTo>
                  <a:lnTo>
                    <a:pt x="125730" y="7620"/>
                  </a:lnTo>
                  <a:close/>
                </a:path>
                <a:path w="130809" h="47625">
                  <a:moveTo>
                    <a:pt x="127000" y="3810"/>
                  </a:moveTo>
                  <a:lnTo>
                    <a:pt x="64770" y="3810"/>
                  </a:lnTo>
                  <a:lnTo>
                    <a:pt x="64770" y="2540"/>
                  </a:lnTo>
                  <a:lnTo>
                    <a:pt x="62230" y="2540"/>
                  </a:lnTo>
                  <a:lnTo>
                    <a:pt x="62230" y="3810"/>
                  </a:lnTo>
                  <a:lnTo>
                    <a:pt x="60960" y="3810"/>
                  </a:lnTo>
                  <a:lnTo>
                    <a:pt x="60960" y="6350"/>
                  </a:lnTo>
                  <a:lnTo>
                    <a:pt x="127000" y="6350"/>
                  </a:lnTo>
                  <a:lnTo>
                    <a:pt x="127000" y="3810"/>
                  </a:lnTo>
                  <a:close/>
                </a:path>
                <a:path w="130809" h="47625">
                  <a:moveTo>
                    <a:pt x="130810" y="1270"/>
                  </a:moveTo>
                  <a:lnTo>
                    <a:pt x="68580" y="1270"/>
                  </a:lnTo>
                  <a:lnTo>
                    <a:pt x="68580" y="0"/>
                  </a:lnTo>
                  <a:lnTo>
                    <a:pt x="66040" y="0"/>
                  </a:lnTo>
                  <a:lnTo>
                    <a:pt x="66040" y="2540"/>
                  </a:lnTo>
                  <a:lnTo>
                    <a:pt x="128270" y="2540"/>
                  </a:lnTo>
                  <a:lnTo>
                    <a:pt x="128270" y="3810"/>
                  </a:lnTo>
                  <a:lnTo>
                    <a:pt x="129540" y="3810"/>
                  </a:lnTo>
                  <a:lnTo>
                    <a:pt x="129540" y="2540"/>
                  </a:lnTo>
                  <a:lnTo>
                    <a:pt x="130810" y="2540"/>
                  </a:lnTo>
                  <a:lnTo>
                    <a:pt x="130810" y="1270"/>
                  </a:lnTo>
                  <a:close/>
                </a:path>
              </a:pathLst>
            </a:custGeom>
            <a:solidFill>
              <a:srgbClr val="AF5D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878827" y="1356359"/>
              <a:ext cx="166370" cy="46355"/>
            </a:xfrm>
            <a:custGeom>
              <a:avLst/>
              <a:gdLst/>
              <a:ahLst/>
              <a:cxnLst/>
              <a:rect l="l" t="t" r="r" b="b"/>
              <a:pathLst>
                <a:path w="166369" h="46355">
                  <a:moveTo>
                    <a:pt x="2540" y="44450"/>
                  </a:moveTo>
                  <a:lnTo>
                    <a:pt x="0" y="44450"/>
                  </a:lnTo>
                  <a:lnTo>
                    <a:pt x="0" y="45720"/>
                  </a:lnTo>
                  <a:lnTo>
                    <a:pt x="2540" y="45720"/>
                  </a:lnTo>
                  <a:lnTo>
                    <a:pt x="2540" y="44450"/>
                  </a:lnTo>
                  <a:close/>
                </a:path>
                <a:path w="166369" h="46355">
                  <a:moveTo>
                    <a:pt x="116840" y="43192"/>
                  </a:moveTo>
                  <a:lnTo>
                    <a:pt x="6350" y="43192"/>
                  </a:lnTo>
                  <a:lnTo>
                    <a:pt x="6350" y="41922"/>
                  </a:lnTo>
                  <a:lnTo>
                    <a:pt x="3810" y="41922"/>
                  </a:lnTo>
                  <a:lnTo>
                    <a:pt x="3810" y="43192"/>
                  </a:lnTo>
                  <a:lnTo>
                    <a:pt x="3810" y="44462"/>
                  </a:lnTo>
                  <a:lnTo>
                    <a:pt x="113030" y="44462"/>
                  </a:lnTo>
                  <a:lnTo>
                    <a:pt x="113030" y="45732"/>
                  </a:lnTo>
                  <a:lnTo>
                    <a:pt x="114300" y="45732"/>
                  </a:lnTo>
                  <a:lnTo>
                    <a:pt x="114300" y="44462"/>
                  </a:lnTo>
                  <a:lnTo>
                    <a:pt x="116840" y="44462"/>
                  </a:lnTo>
                  <a:lnTo>
                    <a:pt x="116840" y="43192"/>
                  </a:lnTo>
                  <a:close/>
                </a:path>
                <a:path w="166369" h="46355">
                  <a:moveTo>
                    <a:pt x="120650" y="39382"/>
                  </a:moveTo>
                  <a:lnTo>
                    <a:pt x="11430" y="39382"/>
                  </a:lnTo>
                  <a:lnTo>
                    <a:pt x="11430" y="38112"/>
                  </a:lnTo>
                  <a:lnTo>
                    <a:pt x="10160" y="38112"/>
                  </a:lnTo>
                  <a:lnTo>
                    <a:pt x="10160" y="39382"/>
                  </a:lnTo>
                  <a:lnTo>
                    <a:pt x="7620" y="39382"/>
                  </a:lnTo>
                  <a:lnTo>
                    <a:pt x="7620" y="41922"/>
                  </a:lnTo>
                  <a:lnTo>
                    <a:pt x="116840" y="41922"/>
                  </a:lnTo>
                  <a:lnTo>
                    <a:pt x="116840" y="43192"/>
                  </a:lnTo>
                  <a:lnTo>
                    <a:pt x="118110" y="43192"/>
                  </a:lnTo>
                  <a:lnTo>
                    <a:pt x="118110" y="41922"/>
                  </a:lnTo>
                  <a:lnTo>
                    <a:pt x="120650" y="41922"/>
                  </a:lnTo>
                  <a:lnTo>
                    <a:pt x="120650" y="39382"/>
                  </a:lnTo>
                  <a:close/>
                </a:path>
                <a:path w="166369" h="46355">
                  <a:moveTo>
                    <a:pt x="125730" y="36842"/>
                  </a:moveTo>
                  <a:lnTo>
                    <a:pt x="15240" y="36842"/>
                  </a:lnTo>
                  <a:lnTo>
                    <a:pt x="15240" y="35572"/>
                  </a:lnTo>
                  <a:lnTo>
                    <a:pt x="13970" y="35572"/>
                  </a:lnTo>
                  <a:lnTo>
                    <a:pt x="13970" y="36842"/>
                  </a:lnTo>
                  <a:lnTo>
                    <a:pt x="13970" y="38112"/>
                  </a:lnTo>
                  <a:lnTo>
                    <a:pt x="121920" y="38112"/>
                  </a:lnTo>
                  <a:lnTo>
                    <a:pt x="121920" y="39382"/>
                  </a:lnTo>
                  <a:lnTo>
                    <a:pt x="123177" y="39382"/>
                  </a:lnTo>
                  <a:lnTo>
                    <a:pt x="123177" y="38112"/>
                  </a:lnTo>
                  <a:lnTo>
                    <a:pt x="125730" y="38112"/>
                  </a:lnTo>
                  <a:lnTo>
                    <a:pt x="125730" y="36842"/>
                  </a:lnTo>
                  <a:close/>
                </a:path>
                <a:path w="166369" h="46355">
                  <a:moveTo>
                    <a:pt x="129527" y="33032"/>
                  </a:moveTo>
                  <a:lnTo>
                    <a:pt x="21590" y="33032"/>
                  </a:lnTo>
                  <a:lnTo>
                    <a:pt x="21590" y="31762"/>
                  </a:lnTo>
                  <a:lnTo>
                    <a:pt x="19050" y="31762"/>
                  </a:lnTo>
                  <a:lnTo>
                    <a:pt x="19050" y="33032"/>
                  </a:lnTo>
                  <a:lnTo>
                    <a:pt x="17780" y="33032"/>
                  </a:lnTo>
                  <a:lnTo>
                    <a:pt x="17780" y="35572"/>
                  </a:lnTo>
                  <a:lnTo>
                    <a:pt x="125730" y="35572"/>
                  </a:lnTo>
                  <a:lnTo>
                    <a:pt x="125730" y="36842"/>
                  </a:lnTo>
                  <a:lnTo>
                    <a:pt x="127000" y="36842"/>
                  </a:lnTo>
                  <a:lnTo>
                    <a:pt x="127000" y="35572"/>
                  </a:lnTo>
                  <a:lnTo>
                    <a:pt x="129527" y="35572"/>
                  </a:lnTo>
                  <a:lnTo>
                    <a:pt x="129527" y="33032"/>
                  </a:lnTo>
                  <a:close/>
                </a:path>
                <a:path w="166369" h="46355">
                  <a:moveTo>
                    <a:pt x="134620" y="30492"/>
                  </a:moveTo>
                  <a:lnTo>
                    <a:pt x="25400" y="30492"/>
                  </a:lnTo>
                  <a:lnTo>
                    <a:pt x="25400" y="29222"/>
                  </a:lnTo>
                  <a:lnTo>
                    <a:pt x="22860" y="29222"/>
                  </a:lnTo>
                  <a:lnTo>
                    <a:pt x="22860" y="30492"/>
                  </a:lnTo>
                  <a:lnTo>
                    <a:pt x="22860" y="31762"/>
                  </a:lnTo>
                  <a:lnTo>
                    <a:pt x="130810" y="31762"/>
                  </a:lnTo>
                  <a:lnTo>
                    <a:pt x="130810" y="33032"/>
                  </a:lnTo>
                  <a:lnTo>
                    <a:pt x="133350" y="33032"/>
                  </a:lnTo>
                  <a:lnTo>
                    <a:pt x="133350" y="31762"/>
                  </a:lnTo>
                  <a:lnTo>
                    <a:pt x="134620" y="31762"/>
                  </a:lnTo>
                  <a:lnTo>
                    <a:pt x="134620" y="30492"/>
                  </a:lnTo>
                  <a:close/>
                </a:path>
                <a:path w="166369" h="46355">
                  <a:moveTo>
                    <a:pt x="138430" y="26682"/>
                  </a:moveTo>
                  <a:lnTo>
                    <a:pt x="30480" y="26682"/>
                  </a:lnTo>
                  <a:lnTo>
                    <a:pt x="30480" y="25412"/>
                  </a:lnTo>
                  <a:lnTo>
                    <a:pt x="29210" y="25412"/>
                  </a:lnTo>
                  <a:lnTo>
                    <a:pt x="29210" y="26682"/>
                  </a:lnTo>
                  <a:lnTo>
                    <a:pt x="26670" y="26682"/>
                  </a:lnTo>
                  <a:lnTo>
                    <a:pt x="26670" y="29222"/>
                  </a:lnTo>
                  <a:lnTo>
                    <a:pt x="134620" y="29222"/>
                  </a:lnTo>
                  <a:lnTo>
                    <a:pt x="134620" y="30492"/>
                  </a:lnTo>
                  <a:lnTo>
                    <a:pt x="135890" y="30492"/>
                  </a:lnTo>
                  <a:lnTo>
                    <a:pt x="135890" y="29222"/>
                  </a:lnTo>
                  <a:lnTo>
                    <a:pt x="138430" y="29222"/>
                  </a:lnTo>
                  <a:lnTo>
                    <a:pt x="138430" y="26682"/>
                  </a:lnTo>
                  <a:close/>
                </a:path>
                <a:path w="166369" h="46355">
                  <a:moveTo>
                    <a:pt x="143510" y="24142"/>
                  </a:moveTo>
                  <a:lnTo>
                    <a:pt x="34290" y="24142"/>
                  </a:lnTo>
                  <a:lnTo>
                    <a:pt x="34290" y="22872"/>
                  </a:lnTo>
                  <a:lnTo>
                    <a:pt x="33020" y="22872"/>
                  </a:lnTo>
                  <a:lnTo>
                    <a:pt x="33020" y="24142"/>
                  </a:lnTo>
                  <a:lnTo>
                    <a:pt x="33020" y="25412"/>
                  </a:lnTo>
                  <a:lnTo>
                    <a:pt x="139700" y="25412"/>
                  </a:lnTo>
                  <a:lnTo>
                    <a:pt x="139700" y="26682"/>
                  </a:lnTo>
                  <a:lnTo>
                    <a:pt x="142227" y="26682"/>
                  </a:lnTo>
                  <a:lnTo>
                    <a:pt x="142227" y="25412"/>
                  </a:lnTo>
                  <a:lnTo>
                    <a:pt x="143510" y="25412"/>
                  </a:lnTo>
                  <a:lnTo>
                    <a:pt x="143510" y="24142"/>
                  </a:lnTo>
                  <a:close/>
                </a:path>
                <a:path w="166369" h="46355">
                  <a:moveTo>
                    <a:pt x="147320" y="20332"/>
                  </a:moveTo>
                  <a:lnTo>
                    <a:pt x="40640" y="20332"/>
                  </a:lnTo>
                  <a:lnTo>
                    <a:pt x="40640" y="19062"/>
                  </a:lnTo>
                  <a:lnTo>
                    <a:pt x="38100" y="19062"/>
                  </a:lnTo>
                  <a:lnTo>
                    <a:pt x="38100" y="20332"/>
                  </a:lnTo>
                  <a:lnTo>
                    <a:pt x="36830" y="20332"/>
                  </a:lnTo>
                  <a:lnTo>
                    <a:pt x="36830" y="22872"/>
                  </a:lnTo>
                  <a:lnTo>
                    <a:pt x="143510" y="22872"/>
                  </a:lnTo>
                  <a:lnTo>
                    <a:pt x="143510" y="24130"/>
                  </a:lnTo>
                  <a:lnTo>
                    <a:pt x="146050" y="24130"/>
                  </a:lnTo>
                  <a:lnTo>
                    <a:pt x="146050" y="22872"/>
                  </a:lnTo>
                  <a:lnTo>
                    <a:pt x="147320" y="22872"/>
                  </a:lnTo>
                  <a:lnTo>
                    <a:pt x="147320" y="20332"/>
                  </a:lnTo>
                  <a:close/>
                </a:path>
                <a:path w="166369" h="46355">
                  <a:moveTo>
                    <a:pt x="152400" y="17792"/>
                  </a:moveTo>
                  <a:lnTo>
                    <a:pt x="44450" y="17792"/>
                  </a:lnTo>
                  <a:lnTo>
                    <a:pt x="44450" y="16522"/>
                  </a:lnTo>
                  <a:lnTo>
                    <a:pt x="41910" y="16522"/>
                  </a:lnTo>
                  <a:lnTo>
                    <a:pt x="41910" y="17792"/>
                  </a:lnTo>
                  <a:lnTo>
                    <a:pt x="41910" y="19062"/>
                  </a:lnTo>
                  <a:lnTo>
                    <a:pt x="148590" y="19062"/>
                  </a:lnTo>
                  <a:lnTo>
                    <a:pt x="148590" y="20332"/>
                  </a:lnTo>
                  <a:lnTo>
                    <a:pt x="151130" y="20332"/>
                  </a:lnTo>
                  <a:lnTo>
                    <a:pt x="151130" y="19062"/>
                  </a:lnTo>
                  <a:lnTo>
                    <a:pt x="152400" y="19062"/>
                  </a:lnTo>
                  <a:lnTo>
                    <a:pt x="152400" y="17792"/>
                  </a:lnTo>
                  <a:close/>
                </a:path>
                <a:path w="166369" h="46355">
                  <a:moveTo>
                    <a:pt x="153670" y="13982"/>
                  </a:moveTo>
                  <a:lnTo>
                    <a:pt x="49530" y="13982"/>
                  </a:lnTo>
                  <a:lnTo>
                    <a:pt x="49530" y="12712"/>
                  </a:lnTo>
                  <a:lnTo>
                    <a:pt x="48260" y="12712"/>
                  </a:lnTo>
                  <a:lnTo>
                    <a:pt x="48260" y="13982"/>
                  </a:lnTo>
                  <a:lnTo>
                    <a:pt x="45720" y="13982"/>
                  </a:lnTo>
                  <a:lnTo>
                    <a:pt x="45720" y="16522"/>
                  </a:lnTo>
                  <a:lnTo>
                    <a:pt x="152400" y="16522"/>
                  </a:lnTo>
                  <a:lnTo>
                    <a:pt x="152400" y="17792"/>
                  </a:lnTo>
                  <a:lnTo>
                    <a:pt x="153670" y="17792"/>
                  </a:lnTo>
                  <a:lnTo>
                    <a:pt x="153670" y="16522"/>
                  </a:lnTo>
                  <a:lnTo>
                    <a:pt x="153670" y="13982"/>
                  </a:lnTo>
                  <a:close/>
                </a:path>
                <a:path w="166369" h="46355">
                  <a:moveTo>
                    <a:pt x="157480" y="11442"/>
                  </a:moveTo>
                  <a:lnTo>
                    <a:pt x="53340" y="11442"/>
                  </a:lnTo>
                  <a:lnTo>
                    <a:pt x="53340" y="10172"/>
                  </a:lnTo>
                  <a:lnTo>
                    <a:pt x="52070" y="10172"/>
                  </a:lnTo>
                  <a:lnTo>
                    <a:pt x="52070" y="11442"/>
                  </a:lnTo>
                  <a:lnTo>
                    <a:pt x="52070" y="12712"/>
                  </a:lnTo>
                  <a:lnTo>
                    <a:pt x="154940" y="12712"/>
                  </a:lnTo>
                  <a:lnTo>
                    <a:pt x="154940" y="13982"/>
                  </a:lnTo>
                  <a:lnTo>
                    <a:pt x="156210" y="13982"/>
                  </a:lnTo>
                  <a:lnTo>
                    <a:pt x="156210" y="12712"/>
                  </a:lnTo>
                  <a:lnTo>
                    <a:pt x="157480" y="12712"/>
                  </a:lnTo>
                  <a:lnTo>
                    <a:pt x="157480" y="11442"/>
                  </a:lnTo>
                  <a:close/>
                </a:path>
                <a:path w="166369" h="46355">
                  <a:moveTo>
                    <a:pt x="158737" y="7632"/>
                  </a:moveTo>
                  <a:lnTo>
                    <a:pt x="59690" y="7632"/>
                  </a:lnTo>
                  <a:lnTo>
                    <a:pt x="59690" y="6362"/>
                  </a:lnTo>
                  <a:lnTo>
                    <a:pt x="57150" y="6362"/>
                  </a:lnTo>
                  <a:lnTo>
                    <a:pt x="57150" y="7632"/>
                  </a:lnTo>
                  <a:lnTo>
                    <a:pt x="55880" y="7632"/>
                  </a:lnTo>
                  <a:lnTo>
                    <a:pt x="55880" y="10172"/>
                  </a:lnTo>
                  <a:lnTo>
                    <a:pt x="158737" y="10172"/>
                  </a:lnTo>
                  <a:lnTo>
                    <a:pt x="158737" y="7632"/>
                  </a:lnTo>
                  <a:close/>
                </a:path>
                <a:path w="166369" h="46355">
                  <a:moveTo>
                    <a:pt x="162560" y="5092"/>
                  </a:moveTo>
                  <a:lnTo>
                    <a:pt x="63500" y="5092"/>
                  </a:lnTo>
                  <a:lnTo>
                    <a:pt x="63500" y="3822"/>
                  </a:lnTo>
                  <a:lnTo>
                    <a:pt x="60960" y="3822"/>
                  </a:lnTo>
                  <a:lnTo>
                    <a:pt x="60960" y="5092"/>
                  </a:lnTo>
                  <a:lnTo>
                    <a:pt x="60960" y="6362"/>
                  </a:lnTo>
                  <a:lnTo>
                    <a:pt x="160020" y="6362"/>
                  </a:lnTo>
                  <a:lnTo>
                    <a:pt x="160020" y="7632"/>
                  </a:lnTo>
                  <a:lnTo>
                    <a:pt x="161290" y="7632"/>
                  </a:lnTo>
                  <a:lnTo>
                    <a:pt x="161290" y="6362"/>
                  </a:lnTo>
                  <a:lnTo>
                    <a:pt x="162560" y="6362"/>
                  </a:lnTo>
                  <a:lnTo>
                    <a:pt x="162560" y="5092"/>
                  </a:lnTo>
                  <a:close/>
                </a:path>
                <a:path w="166369" h="46355">
                  <a:moveTo>
                    <a:pt x="163830" y="1282"/>
                  </a:moveTo>
                  <a:lnTo>
                    <a:pt x="68580" y="1282"/>
                  </a:lnTo>
                  <a:lnTo>
                    <a:pt x="68580" y="12"/>
                  </a:lnTo>
                  <a:lnTo>
                    <a:pt x="67310" y="12"/>
                  </a:lnTo>
                  <a:lnTo>
                    <a:pt x="67310" y="1282"/>
                  </a:lnTo>
                  <a:lnTo>
                    <a:pt x="64770" y="1282"/>
                  </a:lnTo>
                  <a:lnTo>
                    <a:pt x="64770" y="3822"/>
                  </a:lnTo>
                  <a:lnTo>
                    <a:pt x="163830" y="3822"/>
                  </a:lnTo>
                  <a:lnTo>
                    <a:pt x="163830" y="1282"/>
                  </a:lnTo>
                  <a:close/>
                </a:path>
                <a:path w="166369" h="46355">
                  <a:moveTo>
                    <a:pt x="166370" y="0"/>
                  </a:moveTo>
                  <a:lnTo>
                    <a:pt x="165100" y="0"/>
                  </a:lnTo>
                  <a:lnTo>
                    <a:pt x="165100" y="1270"/>
                  </a:lnTo>
                  <a:lnTo>
                    <a:pt x="166370" y="1270"/>
                  </a:lnTo>
                  <a:lnTo>
                    <a:pt x="166370" y="0"/>
                  </a:lnTo>
                  <a:close/>
                </a:path>
              </a:pathLst>
            </a:custGeom>
            <a:solidFill>
              <a:srgbClr val="AE5B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844537" y="1402092"/>
              <a:ext cx="144780" cy="24130"/>
            </a:xfrm>
            <a:custGeom>
              <a:avLst/>
              <a:gdLst/>
              <a:ahLst/>
              <a:cxnLst/>
              <a:rect l="l" t="t" r="r" b="b"/>
              <a:pathLst>
                <a:path w="144780" h="24130">
                  <a:moveTo>
                    <a:pt x="114300" y="22860"/>
                  </a:moveTo>
                  <a:lnTo>
                    <a:pt x="1270" y="22860"/>
                  </a:lnTo>
                  <a:lnTo>
                    <a:pt x="1270" y="21590"/>
                  </a:lnTo>
                  <a:lnTo>
                    <a:pt x="0" y="21590"/>
                  </a:lnTo>
                  <a:lnTo>
                    <a:pt x="0" y="22860"/>
                  </a:lnTo>
                  <a:lnTo>
                    <a:pt x="0" y="24130"/>
                  </a:lnTo>
                  <a:lnTo>
                    <a:pt x="114300" y="24130"/>
                  </a:lnTo>
                  <a:lnTo>
                    <a:pt x="114300" y="22860"/>
                  </a:lnTo>
                  <a:close/>
                </a:path>
                <a:path w="144780" h="24130">
                  <a:moveTo>
                    <a:pt x="118110" y="19050"/>
                  </a:moveTo>
                  <a:lnTo>
                    <a:pt x="7620" y="19050"/>
                  </a:lnTo>
                  <a:lnTo>
                    <a:pt x="7620" y="17780"/>
                  </a:lnTo>
                  <a:lnTo>
                    <a:pt x="5080" y="17780"/>
                  </a:lnTo>
                  <a:lnTo>
                    <a:pt x="5080" y="19050"/>
                  </a:lnTo>
                  <a:lnTo>
                    <a:pt x="3810" y="19050"/>
                  </a:lnTo>
                  <a:lnTo>
                    <a:pt x="3810" y="21590"/>
                  </a:lnTo>
                  <a:lnTo>
                    <a:pt x="114300" y="21590"/>
                  </a:lnTo>
                  <a:lnTo>
                    <a:pt x="114300" y="22860"/>
                  </a:lnTo>
                  <a:lnTo>
                    <a:pt x="116827" y="22860"/>
                  </a:lnTo>
                  <a:lnTo>
                    <a:pt x="116827" y="21590"/>
                  </a:lnTo>
                  <a:lnTo>
                    <a:pt x="118110" y="21590"/>
                  </a:lnTo>
                  <a:lnTo>
                    <a:pt x="118110" y="19050"/>
                  </a:lnTo>
                  <a:close/>
                </a:path>
                <a:path w="144780" h="24130">
                  <a:moveTo>
                    <a:pt x="123190" y="16510"/>
                  </a:moveTo>
                  <a:lnTo>
                    <a:pt x="11430" y="16510"/>
                  </a:lnTo>
                  <a:lnTo>
                    <a:pt x="11430" y="15240"/>
                  </a:lnTo>
                  <a:lnTo>
                    <a:pt x="8890" y="15240"/>
                  </a:lnTo>
                  <a:lnTo>
                    <a:pt x="8890" y="16510"/>
                  </a:lnTo>
                  <a:lnTo>
                    <a:pt x="8890" y="17780"/>
                  </a:lnTo>
                  <a:lnTo>
                    <a:pt x="119380" y="17780"/>
                  </a:lnTo>
                  <a:lnTo>
                    <a:pt x="119380" y="19050"/>
                  </a:lnTo>
                  <a:lnTo>
                    <a:pt x="121920" y="19050"/>
                  </a:lnTo>
                  <a:lnTo>
                    <a:pt x="121920" y="17780"/>
                  </a:lnTo>
                  <a:lnTo>
                    <a:pt x="123190" y="17780"/>
                  </a:lnTo>
                  <a:lnTo>
                    <a:pt x="123190" y="16510"/>
                  </a:lnTo>
                  <a:close/>
                </a:path>
                <a:path w="144780" h="24130">
                  <a:moveTo>
                    <a:pt x="127000" y="12700"/>
                  </a:moveTo>
                  <a:lnTo>
                    <a:pt x="16510" y="12700"/>
                  </a:lnTo>
                  <a:lnTo>
                    <a:pt x="16510" y="11430"/>
                  </a:lnTo>
                  <a:lnTo>
                    <a:pt x="15240" y="11430"/>
                  </a:lnTo>
                  <a:lnTo>
                    <a:pt x="15240" y="12700"/>
                  </a:lnTo>
                  <a:lnTo>
                    <a:pt x="12700" y="12700"/>
                  </a:lnTo>
                  <a:lnTo>
                    <a:pt x="12700" y="15240"/>
                  </a:lnTo>
                  <a:lnTo>
                    <a:pt x="123190" y="15240"/>
                  </a:lnTo>
                  <a:lnTo>
                    <a:pt x="123190" y="16510"/>
                  </a:lnTo>
                  <a:lnTo>
                    <a:pt x="125730" y="16510"/>
                  </a:lnTo>
                  <a:lnTo>
                    <a:pt x="125730" y="15240"/>
                  </a:lnTo>
                  <a:lnTo>
                    <a:pt x="127000" y="15240"/>
                  </a:lnTo>
                  <a:lnTo>
                    <a:pt x="127000" y="12700"/>
                  </a:lnTo>
                  <a:close/>
                </a:path>
                <a:path w="144780" h="24130">
                  <a:moveTo>
                    <a:pt x="132080" y="10160"/>
                  </a:moveTo>
                  <a:lnTo>
                    <a:pt x="21590" y="10160"/>
                  </a:lnTo>
                  <a:lnTo>
                    <a:pt x="21590" y="8890"/>
                  </a:lnTo>
                  <a:lnTo>
                    <a:pt x="19050" y="8890"/>
                  </a:lnTo>
                  <a:lnTo>
                    <a:pt x="19050" y="10160"/>
                  </a:lnTo>
                  <a:lnTo>
                    <a:pt x="19050" y="11430"/>
                  </a:lnTo>
                  <a:lnTo>
                    <a:pt x="129540" y="11430"/>
                  </a:lnTo>
                  <a:lnTo>
                    <a:pt x="129540" y="12700"/>
                  </a:lnTo>
                  <a:lnTo>
                    <a:pt x="130810" y="12700"/>
                  </a:lnTo>
                  <a:lnTo>
                    <a:pt x="130810" y="11430"/>
                  </a:lnTo>
                  <a:lnTo>
                    <a:pt x="132080" y="11430"/>
                  </a:lnTo>
                  <a:lnTo>
                    <a:pt x="132080" y="10160"/>
                  </a:lnTo>
                  <a:close/>
                </a:path>
                <a:path w="144780" h="24130">
                  <a:moveTo>
                    <a:pt x="135890" y="6350"/>
                  </a:moveTo>
                  <a:lnTo>
                    <a:pt x="26670" y="6350"/>
                  </a:lnTo>
                  <a:lnTo>
                    <a:pt x="26670" y="5080"/>
                  </a:lnTo>
                  <a:lnTo>
                    <a:pt x="25400" y="5080"/>
                  </a:lnTo>
                  <a:lnTo>
                    <a:pt x="25400" y="6350"/>
                  </a:lnTo>
                  <a:lnTo>
                    <a:pt x="22860" y="6350"/>
                  </a:lnTo>
                  <a:lnTo>
                    <a:pt x="22860" y="8890"/>
                  </a:lnTo>
                  <a:lnTo>
                    <a:pt x="132080" y="8890"/>
                  </a:lnTo>
                  <a:lnTo>
                    <a:pt x="132080" y="10160"/>
                  </a:lnTo>
                  <a:lnTo>
                    <a:pt x="134620" y="10160"/>
                  </a:lnTo>
                  <a:lnTo>
                    <a:pt x="134620" y="8890"/>
                  </a:lnTo>
                  <a:lnTo>
                    <a:pt x="135890" y="8890"/>
                  </a:lnTo>
                  <a:lnTo>
                    <a:pt x="135890" y="6350"/>
                  </a:lnTo>
                  <a:close/>
                </a:path>
                <a:path w="144780" h="24130">
                  <a:moveTo>
                    <a:pt x="142240" y="3810"/>
                  </a:moveTo>
                  <a:lnTo>
                    <a:pt x="30480" y="3810"/>
                  </a:lnTo>
                  <a:lnTo>
                    <a:pt x="30480" y="2540"/>
                  </a:lnTo>
                  <a:lnTo>
                    <a:pt x="29210" y="2540"/>
                  </a:lnTo>
                  <a:lnTo>
                    <a:pt x="29210" y="3810"/>
                  </a:lnTo>
                  <a:lnTo>
                    <a:pt x="29210" y="5080"/>
                  </a:lnTo>
                  <a:lnTo>
                    <a:pt x="138430" y="5080"/>
                  </a:lnTo>
                  <a:lnTo>
                    <a:pt x="138430" y="6350"/>
                  </a:lnTo>
                  <a:lnTo>
                    <a:pt x="139700" y="6350"/>
                  </a:lnTo>
                  <a:lnTo>
                    <a:pt x="139700" y="5080"/>
                  </a:lnTo>
                  <a:lnTo>
                    <a:pt x="142240" y="5080"/>
                  </a:lnTo>
                  <a:lnTo>
                    <a:pt x="142240" y="3810"/>
                  </a:lnTo>
                  <a:close/>
                </a:path>
                <a:path w="144780" h="24130">
                  <a:moveTo>
                    <a:pt x="144767" y="0"/>
                  </a:moveTo>
                  <a:lnTo>
                    <a:pt x="33020" y="0"/>
                  </a:lnTo>
                  <a:lnTo>
                    <a:pt x="33020" y="2540"/>
                  </a:lnTo>
                  <a:lnTo>
                    <a:pt x="142240" y="2540"/>
                  </a:lnTo>
                  <a:lnTo>
                    <a:pt x="142240" y="3810"/>
                  </a:lnTo>
                  <a:lnTo>
                    <a:pt x="143510" y="3810"/>
                  </a:lnTo>
                  <a:lnTo>
                    <a:pt x="143510" y="2540"/>
                  </a:lnTo>
                  <a:lnTo>
                    <a:pt x="144767" y="2540"/>
                  </a:lnTo>
                  <a:lnTo>
                    <a:pt x="144767" y="0"/>
                  </a:lnTo>
                  <a:close/>
                </a:path>
              </a:pathLst>
            </a:custGeom>
            <a:solidFill>
              <a:srgbClr val="AE59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810247" y="1426209"/>
              <a:ext cx="147320" cy="23495"/>
            </a:xfrm>
            <a:custGeom>
              <a:avLst/>
              <a:gdLst/>
              <a:ahLst/>
              <a:cxnLst/>
              <a:rect l="l" t="t" r="r" b="b"/>
              <a:pathLst>
                <a:path w="147319" h="23494">
                  <a:moveTo>
                    <a:pt x="115557" y="20332"/>
                  </a:moveTo>
                  <a:lnTo>
                    <a:pt x="3797" y="20332"/>
                  </a:lnTo>
                  <a:lnTo>
                    <a:pt x="3797" y="19062"/>
                  </a:lnTo>
                  <a:lnTo>
                    <a:pt x="1270" y="19062"/>
                  </a:lnTo>
                  <a:lnTo>
                    <a:pt x="1270" y="20332"/>
                  </a:lnTo>
                  <a:lnTo>
                    <a:pt x="0" y="20332"/>
                  </a:lnTo>
                  <a:lnTo>
                    <a:pt x="0" y="22872"/>
                  </a:lnTo>
                  <a:lnTo>
                    <a:pt x="115557" y="22872"/>
                  </a:lnTo>
                  <a:lnTo>
                    <a:pt x="115557" y="20332"/>
                  </a:lnTo>
                  <a:close/>
                </a:path>
                <a:path w="147319" h="23494">
                  <a:moveTo>
                    <a:pt x="121920" y="17792"/>
                  </a:moveTo>
                  <a:lnTo>
                    <a:pt x="7620" y="17792"/>
                  </a:lnTo>
                  <a:lnTo>
                    <a:pt x="7620" y="16522"/>
                  </a:lnTo>
                  <a:lnTo>
                    <a:pt x="5080" y="16522"/>
                  </a:lnTo>
                  <a:lnTo>
                    <a:pt x="5080" y="17792"/>
                  </a:lnTo>
                  <a:lnTo>
                    <a:pt x="5080" y="19062"/>
                  </a:lnTo>
                  <a:lnTo>
                    <a:pt x="118110" y="19062"/>
                  </a:lnTo>
                  <a:lnTo>
                    <a:pt x="118110" y="20332"/>
                  </a:lnTo>
                  <a:lnTo>
                    <a:pt x="119367" y="20332"/>
                  </a:lnTo>
                  <a:lnTo>
                    <a:pt x="119367" y="19062"/>
                  </a:lnTo>
                  <a:lnTo>
                    <a:pt x="121920" y="19062"/>
                  </a:lnTo>
                  <a:lnTo>
                    <a:pt x="121920" y="17792"/>
                  </a:lnTo>
                  <a:close/>
                </a:path>
                <a:path w="147319" h="23494">
                  <a:moveTo>
                    <a:pt x="125730" y="13982"/>
                  </a:moveTo>
                  <a:lnTo>
                    <a:pt x="12700" y="13982"/>
                  </a:lnTo>
                  <a:lnTo>
                    <a:pt x="12700" y="12712"/>
                  </a:lnTo>
                  <a:lnTo>
                    <a:pt x="11430" y="12712"/>
                  </a:lnTo>
                  <a:lnTo>
                    <a:pt x="11430" y="13982"/>
                  </a:lnTo>
                  <a:lnTo>
                    <a:pt x="8890" y="13982"/>
                  </a:lnTo>
                  <a:lnTo>
                    <a:pt x="8890" y="16522"/>
                  </a:lnTo>
                  <a:lnTo>
                    <a:pt x="121920" y="16522"/>
                  </a:lnTo>
                  <a:lnTo>
                    <a:pt x="121920" y="17792"/>
                  </a:lnTo>
                  <a:lnTo>
                    <a:pt x="123190" y="17792"/>
                  </a:lnTo>
                  <a:lnTo>
                    <a:pt x="123190" y="16522"/>
                  </a:lnTo>
                  <a:lnTo>
                    <a:pt x="125730" y="16522"/>
                  </a:lnTo>
                  <a:lnTo>
                    <a:pt x="125730" y="13982"/>
                  </a:lnTo>
                  <a:close/>
                </a:path>
                <a:path w="147319" h="23494">
                  <a:moveTo>
                    <a:pt x="130810" y="11442"/>
                  </a:moveTo>
                  <a:lnTo>
                    <a:pt x="16497" y="11442"/>
                  </a:lnTo>
                  <a:lnTo>
                    <a:pt x="16497" y="10172"/>
                  </a:lnTo>
                  <a:lnTo>
                    <a:pt x="15240" y="10172"/>
                  </a:lnTo>
                  <a:lnTo>
                    <a:pt x="15240" y="11442"/>
                  </a:lnTo>
                  <a:lnTo>
                    <a:pt x="15240" y="12712"/>
                  </a:lnTo>
                  <a:lnTo>
                    <a:pt x="127000" y="12712"/>
                  </a:lnTo>
                  <a:lnTo>
                    <a:pt x="127000" y="13982"/>
                  </a:lnTo>
                  <a:lnTo>
                    <a:pt x="128257" y="13982"/>
                  </a:lnTo>
                  <a:lnTo>
                    <a:pt x="128257" y="12712"/>
                  </a:lnTo>
                  <a:lnTo>
                    <a:pt x="130810" y="12712"/>
                  </a:lnTo>
                  <a:lnTo>
                    <a:pt x="130810" y="11442"/>
                  </a:lnTo>
                  <a:close/>
                </a:path>
                <a:path w="147319" h="23494">
                  <a:moveTo>
                    <a:pt x="134607" y="7632"/>
                  </a:moveTo>
                  <a:lnTo>
                    <a:pt x="22860" y="7632"/>
                  </a:lnTo>
                  <a:lnTo>
                    <a:pt x="22860" y="6362"/>
                  </a:lnTo>
                  <a:lnTo>
                    <a:pt x="20320" y="6362"/>
                  </a:lnTo>
                  <a:lnTo>
                    <a:pt x="20320" y="7632"/>
                  </a:lnTo>
                  <a:lnTo>
                    <a:pt x="19050" y="7632"/>
                  </a:lnTo>
                  <a:lnTo>
                    <a:pt x="19050" y="10172"/>
                  </a:lnTo>
                  <a:lnTo>
                    <a:pt x="130810" y="10172"/>
                  </a:lnTo>
                  <a:lnTo>
                    <a:pt x="130810" y="11442"/>
                  </a:lnTo>
                  <a:lnTo>
                    <a:pt x="132067" y="11442"/>
                  </a:lnTo>
                  <a:lnTo>
                    <a:pt x="132067" y="10172"/>
                  </a:lnTo>
                  <a:lnTo>
                    <a:pt x="134607" y="10172"/>
                  </a:lnTo>
                  <a:lnTo>
                    <a:pt x="134607" y="7632"/>
                  </a:lnTo>
                  <a:close/>
                </a:path>
                <a:path w="147319" h="23494">
                  <a:moveTo>
                    <a:pt x="139700" y="5092"/>
                  </a:moveTo>
                  <a:lnTo>
                    <a:pt x="26670" y="5092"/>
                  </a:lnTo>
                  <a:lnTo>
                    <a:pt x="26670" y="3822"/>
                  </a:lnTo>
                  <a:lnTo>
                    <a:pt x="24130" y="3822"/>
                  </a:lnTo>
                  <a:lnTo>
                    <a:pt x="24130" y="5092"/>
                  </a:lnTo>
                  <a:lnTo>
                    <a:pt x="24130" y="6362"/>
                  </a:lnTo>
                  <a:lnTo>
                    <a:pt x="135890" y="6362"/>
                  </a:lnTo>
                  <a:lnTo>
                    <a:pt x="135890" y="7632"/>
                  </a:lnTo>
                  <a:lnTo>
                    <a:pt x="138417" y="7632"/>
                  </a:lnTo>
                  <a:lnTo>
                    <a:pt x="138417" y="6362"/>
                  </a:lnTo>
                  <a:lnTo>
                    <a:pt x="139700" y="6362"/>
                  </a:lnTo>
                  <a:lnTo>
                    <a:pt x="139700" y="5092"/>
                  </a:lnTo>
                  <a:close/>
                </a:path>
                <a:path w="147319" h="23494">
                  <a:moveTo>
                    <a:pt x="143510" y="1282"/>
                  </a:moveTo>
                  <a:lnTo>
                    <a:pt x="31750" y="1282"/>
                  </a:lnTo>
                  <a:lnTo>
                    <a:pt x="31750" y="12"/>
                  </a:lnTo>
                  <a:lnTo>
                    <a:pt x="30480" y="12"/>
                  </a:lnTo>
                  <a:lnTo>
                    <a:pt x="30480" y="1282"/>
                  </a:lnTo>
                  <a:lnTo>
                    <a:pt x="27940" y="1282"/>
                  </a:lnTo>
                  <a:lnTo>
                    <a:pt x="27940" y="3822"/>
                  </a:lnTo>
                  <a:lnTo>
                    <a:pt x="139700" y="3822"/>
                  </a:lnTo>
                  <a:lnTo>
                    <a:pt x="139700" y="5092"/>
                  </a:lnTo>
                  <a:lnTo>
                    <a:pt x="140970" y="5092"/>
                  </a:lnTo>
                  <a:lnTo>
                    <a:pt x="140970" y="3822"/>
                  </a:lnTo>
                  <a:lnTo>
                    <a:pt x="143510" y="3822"/>
                  </a:lnTo>
                  <a:lnTo>
                    <a:pt x="143510" y="1282"/>
                  </a:lnTo>
                  <a:close/>
                </a:path>
                <a:path w="147319" h="23494">
                  <a:moveTo>
                    <a:pt x="147307" y="0"/>
                  </a:moveTo>
                  <a:lnTo>
                    <a:pt x="144780" y="0"/>
                  </a:lnTo>
                  <a:lnTo>
                    <a:pt x="144780" y="1270"/>
                  </a:lnTo>
                  <a:lnTo>
                    <a:pt x="147307" y="1270"/>
                  </a:lnTo>
                  <a:lnTo>
                    <a:pt x="147307" y="0"/>
                  </a:lnTo>
                  <a:close/>
                </a:path>
              </a:pathLst>
            </a:custGeom>
            <a:solidFill>
              <a:srgbClr val="AC59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773417" y="1449069"/>
              <a:ext cx="151130" cy="23495"/>
            </a:xfrm>
            <a:custGeom>
              <a:avLst/>
              <a:gdLst/>
              <a:ahLst/>
              <a:cxnLst/>
              <a:rect l="l" t="t" r="r" b="b"/>
              <a:pathLst>
                <a:path w="151130" h="23494">
                  <a:moveTo>
                    <a:pt x="2540" y="21590"/>
                  </a:moveTo>
                  <a:lnTo>
                    <a:pt x="0" y="21590"/>
                  </a:lnTo>
                  <a:lnTo>
                    <a:pt x="0" y="22860"/>
                  </a:lnTo>
                  <a:lnTo>
                    <a:pt x="2540" y="22860"/>
                  </a:lnTo>
                  <a:lnTo>
                    <a:pt x="2540" y="21590"/>
                  </a:lnTo>
                  <a:close/>
                </a:path>
                <a:path w="151130" h="23494">
                  <a:moveTo>
                    <a:pt x="121920" y="20332"/>
                  </a:moveTo>
                  <a:lnTo>
                    <a:pt x="6350" y="20332"/>
                  </a:lnTo>
                  <a:lnTo>
                    <a:pt x="6350" y="19062"/>
                  </a:lnTo>
                  <a:lnTo>
                    <a:pt x="3810" y="19062"/>
                  </a:lnTo>
                  <a:lnTo>
                    <a:pt x="3810" y="20332"/>
                  </a:lnTo>
                  <a:lnTo>
                    <a:pt x="3810" y="21602"/>
                  </a:lnTo>
                  <a:lnTo>
                    <a:pt x="118110" y="21602"/>
                  </a:lnTo>
                  <a:lnTo>
                    <a:pt x="118110" y="22872"/>
                  </a:lnTo>
                  <a:lnTo>
                    <a:pt x="120650" y="22872"/>
                  </a:lnTo>
                  <a:lnTo>
                    <a:pt x="120650" y="21602"/>
                  </a:lnTo>
                  <a:lnTo>
                    <a:pt x="121920" y="21602"/>
                  </a:lnTo>
                  <a:lnTo>
                    <a:pt x="121920" y="20332"/>
                  </a:lnTo>
                  <a:close/>
                </a:path>
                <a:path w="151130" h="23494">
                  <a:moveTo>
                    <a:pt x="125730" y="16522"/>
                  </a:moveTo>
                  <a:lnTo>
                    <a:pt x="11430" y="16522"/>
                  </a:lnTo>
                  <a:lnTo>
                    <a:pt x="11430" y="15252"/>
                  </a:lnTo>
                  <a:lnTo>
                    <a:pt x="10160" y="15252"/>
                  </a:lnTo>
                  <a:lnTo>
                    <a:pt x="10160" y="16522"/>
                  </a:lnTo>
                  <a:lnTo>
                    <a:pt x="7620" y="16522"/>
                  </a:lnTo>
                  <a:lnTo>
                    <a:pt x="7620" y="19062"/>
                  </a:lnTo>
                  <a:lnTo>
                    <a:pt x="121920" y="19062"/>
                  </a:lnTo>
                  <a:lnTo>
                    <a:pt x="121920" y="20332"/>
                  </a:lnTo>
                  <a:lnTo>
                    <a:pt x="124460" y="20332"/>
                  </a:lnTo>
                  <a:lnTo>
                    <a:pt x="124460" y="19062"/>
                  </a:lnTo>
                  <a:lnTo>
                    <a:pt x="125730" y="19062"/>
                  </a:lnTo>
                  <a:lnTo>
                    <a:pt x="125730" y="16522"/>
                  </a:lnTo>
                  <a:close/>
                </a:path>
                <a:path w="151130" h="23494">
                  <a:moveTo>
                    <a:pt x="130810" y="13982"/>
                  </a:moveTo>
                  <a:lnTo>
                    <a:pt x="15240" y="13982"/>
                  </a:lnTo>
                  <a:lnTo>
                    <a:pt x="15240" y="12712"/>
                  </a:lnTo>
                  <a:lnTo>
                    <a:pt x="13970" y="12712"/>
                  </a:lnTo>
                  <a:lnTo>
                    <a:pt x="13970" y="13982"/>
                  </a:lnTo>
                  <a:lnTo>
                    <a:pt x="13970" y="15252"/>
                  </a:lnTo>
                  <a:lnTo>
                    <a:pt x="127000" y="15252"/>
                  </a:lnTo>
                  <a:lnTo>
                    <a:pt x="127000" y="16522"/>
                  </a:lnTo>
                  <a:lnTo>
                    <a:pt x="129540" y="16522"/>
                  </a:lnTo>
                  <a:lnTo>
                    <a:pt x="129540" y="15252"/>
                  </a:lnTo>
                  <a:lnTo>
                    <a:pt x="130810" y="15252"/>
                  </a:lnTo>
                  <a:lnTo>
                    <a:pt x="130810" y="13982"/>
                  </a:lnTo>
                  <a:close/>
                </a:path>
                <a:path w="151130" h="23494">
                  <a:moveTo>
                    <a:pt x="134620" y="10172"/>
                  </a:moveTo>
                  <a:lnTo>
                    <a:pt x="21590" y="10172"/>
                  </a:lnTo>
                  <a:lnTo>
                    <a:pt x="21590" y="8902"/>
                  </a:lnTo>
                  <a:lnTo>
                    <a:pt x="19050" y="8902"/>
                  </a:lnTo>
                  <a:lnTo>
                    <a:pt x="19050" y="10172"/>
                  </a:lnTo>
                  <a:lnTo>
                    <a:pt x="17780" y="10172"/>
                  </a:lnTo>
                  <a:lnTo>
                    <a:pt x="17780" y="12712"/>
                  </a:lnTo>
                  <a:lnTo>
                    <a:pt x="130810" y="12712"/>
                  </a:lnTo>
                  <a:lnTo>
                    <a:pt x="130810" y="13982"/>
                  </a:lnTo>
                  <a:lnTo>
                    <a:pt x="133350" y="13982"/>
                  </a:lnTo>
                  <a:lnTo>
                    <a:pt x="133350" y="12712"/>
                  </a:lnTo>
                  <a:lnTo>
                    <a:pt x="134620" y="12712"/>
                  </a:lnTo>
                  <a:lnTo>
                    <a:pt x="134620" y="10172"/>
                  </a:lnTo>
                  <a:close/>
                </a:path>
                <a:path w="151130" h="23494">
                  <a:moveTo>
                    <a:pt x="139700" y="7632"/>
                  </a:moveTo>
                  <a:lnTo>
                    <a:pt x="25400" y="7632"/>
                  </a:lnTo>
                  <a:lnTo>
                    <a:pt x="25400" y="6362"/>
                  </a:lnTo>
                  <a:lnTo>
                    <a:pt x="22860" y="6362"/>
                  </a:lnTo>
                  <a:lnTo>
                    <a:pt x="22860" y="7632"/>
                  </a:lnTo>
                  <a:lnTo>
                    <a:pt x="22860" y="8902"/>
                  </a:lnTo>
                  <a:lnTo>
                    <a:pt x="137160" y="8902"/>
                  </a:lnTo>
                  <a:lnTo>
                    <a:pt x="137160" y="10172"/>
                  </a:lnTo>
                  <a:lnTo>
                    <a:pt x="138430" y="10172"/>
                  </a:lnTo>
                  <a:lnTo>
                    <a:pt x="138430" y="8902"/>
                  </a:lnTo>
                  <a:lnTo>
                    <a:pt x="139700" y="8902"/>
                  </a:lnTo>
                  <a:lnTo>
                    <a:pt x="139700" y="7632"/>
                  </a:lnTo>
                  <a:close/>
                </a:path>
                <a:path w="151130" h="23494">
                  <a:moveTo>
                    <a:pt x="143510" y="3822"/>
                  </a:moveTo>
                  <a:lnTo>
                    <a:pt x="30480" y="3822"/>
                  </a:lnTo>
                  <a:lnTo>
                    <a:pt x="30480" y="2552"/>
                  </a:lnTo>
                  <a:lnTo>
                    <a:pt x="29210" y="2552"/>
                  </a:lnTo>
                  <a:lnTo>
                    <a:pt x="29210" y="3822"/>
                  </a:lnTo>
                  <a:lnTo>
                    <a:pt x="26670" y="3822"/>
                  </a:lnTo>
                  <a:lnTo>
                    <a:pt x="26670" y="6362"/>
                  </a:lnTo>
                  <a:lnTo>
                    <a:pt x="139700" y="6362"/>
                  </a:lnTo>
                  <a:lnTo>
                    <a:pt x="139700" y="7632"/>
                  </a:lnTo>
                  <a:lnTo>
                    <a:pt x="142240" y="7632"/>
                  </a:lnTo>
                  <a:lnTo>
                    <a:pt x="142240" y="6362"/>
                  </a:lnTo>
                  <a:lnTo>
                    <a:pt x="143510" y="6362"/>
                  </a:lnTo>
                  <a:lnTo>
                    <a:pt x="143510" y="3822"/>
                  </a:lnTo>
                  <a:close/>
                </a:path>
                <a:path w="151130" h="23494">
                  <a:moveTo>
                    <a:pt x="149860" y="1282"/>
                  </a:moveTo>
                  <a:lnTo>
                    <a:pt x="34290" y="1282"/>
                  </a:lnTo>
                  <a:lnTo>
                    <a:pt x="34290" y="12"/>
                  </a:lnTo>
                  <a:lnTo>
                    <a:pt x="33020" y="12"/>
                  </a:lnTo>
                  <a:lnTo>
                    <a:pt x="33020" y="1282"/>
                  </a:lnTo>
                  <a:lnTo>
                    <a:pt x="33020" y="2552"/>
                  </a:lnTo>
                  <a:lnTo>
                    <a:pt x="146050" y="2552"/>
                  </a:lnTo>
                  <a:lnTo>
                    <a:pt x="146050" y="3822"/>
                  </a:lnTo>
                  <a:lnTo>
                    <a:pt x="147320" y="3822"/>
                  </a:lnTo>
                  <a:lnTo>
                    <a:pt x="147320" y="2552"/>
                  </a:lnTo>
                  <a:lnTo>
                    <a:pt x="149860" y="2552"/>
                  </a:lnTo>
                  <a:lnTo>
                    <a:pt x="149860" y="1282"/>
                  </a:lnTo>
                  <a:close/>
                </a:path>
                <a:path w="151130" h="23494">
                  <a:moveTo>
                    <a:pt x="151130" y="0"/>
                  </a:moveTo>
                  <a:lnTo>
                    <a:pt x="149860" y="0"/>
                  </a:lnTo>
                  <a:lnTo>
                    <a:pt x="149860" y="1270"/>
                  </a:lnTo>
                  <a:lnTo>
                    <a:pt x="151130" y="1270"/>
                  </a:lnTo>
                  <a:lnTo>
                    <a:pt x="151130" y="0"/>
                  </a:lnTo>
                  <a:close/>
                </a:path>
              </a:pathLst>
            </a:custGeom>
            <a:solidFill>
              <a:srgbClr val="AC57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704837" y="1471942"/>
              <a:ext cx="185420" cy="46990"/>
            </a:xfrm>
            <a:custGeom>
              <a:avLst/>
              <a:gdLst/>
              <a:ahLst/>
              <a:cxnLst/>
              <a:rect l="l" t="t" r="r" b="b"/>
              <a:pathLst>
                <a:path w="185419" h="46990">
                  <a:moveTo>
                    <a:pt x="121907" y="44450"/>
                  </a:moveTo>
                  <a:lnTo>
                    <a:pt x="3810" y="44450"/>
                  </a:lnTo>
                  <a:lnTo>
                    <a:pt x="3810" y="43180"/>
                  </a:lnTo>
                  <a:lnTo>
                    <a:pt x="2540" y="43180"/>
                  </a:lnTo>
                  <a:lnTo>
                    <a:pt x="2540" y="44450"/>
                  </a:lnTo>
                  <a:lnTo>
                    <a:pt x="0" y="44450"/>
                  </a:lnTo>
                  <a:lnTo>
                    <a:pt x="0" y="46990"/>
                  </a:lnTo>
                  <a:lnTo>
                    <a:pt x="121907" y="46990"/>
                  </a:lnTo>
                  <a:lnTo>
                    <a:pt x="121907" y="44450"/>
                  </a:lnTo>
                  <a:close/>
                </a:path>
                <a:path w="185419" h="46990">
                  <a:moveTo>
                    <a:pt x="127000" y="41910"/>
                  </a:moveTo>
                  <a:lnTo>
                    <a:pt x="7620" y="41910"/>
                  </a:lnTo>
                  <a:lnTo>
                    <a:pt x="7620" y="40640"/>
                  </a:lnTo>
                  <a:lnTo>
                    <a:pt x="6350" y="40640"/>
                  </a:lnTo>
                  <a:lnTo>
                    <a:pt x="6350" y="41910"/>
                  </a:lnTo>
                  <a:lnTo>
                    <a:pt x="6350" y="43180"/>
                  </a:lnTo>
                  <a:lnTo>
                    <a:pt x="123190" y="43180"/>
                  </a:lnTo>
                  <a:lnTo>
                    <a:pt x="123190" y="44450"/>
                  </a:lnTo>
                  <a:lnTo>
                    <a:pt x="125717" y="44450"/>
                  </a:lnTo>
                  <a:lnTo>
                    <a:pt x="125717" y="43180"/>
                  </a:lnTo>
                  <a:lnTo>
                    <a:pt x="127000" y="43180"/>
                  </a:lnTo>
                  <a:lnTo>
                    <a:pt x="127000" y="41910"/>
                  </a:lnTo>
                  <a:close/>
                </a:path>
                <a:path w="185419" h="46990">
                  <a:moveTo>
                    <a:pt x="130810" y="38100"/>
                  </a:moveTo>
                  <a:lnTo>
                    <a:pt x="13970" y="38100"/>
                  </a:lnTo>
                  <a:lnTo>
                    <a:pt x="13970" y="36830"/>
                  </a:lnTo>
                  <a:lnTo>
                    <a:pt x="11430" y="36830"/>
                  </a:lnTo>
                  <a:lnTo>
                    <a:pt x="11430" y="38100"/>
                  </a:lnTo>
                  <a:lnTo>
                    <a:pt x="10160" y="38100"/>
                  </a:lnTo>
                  <a:lnTo>
                    <a:pt x="10160" y="40640"/>
                  </a:lnTo>
                  <a:lnTo>
                    <a:pt x="127000" y="40640"/>
                  </a:lnTo>
                  <a:lnTo>
                    <a:pt x="127000" y="41910"/>
                  </a:lnTo>
                  <a:lnTo>
                    <a:pt x="129540" y="41910"/>
                  </a:lnTo>
                  <a:lnTo>
                    <a:pt x="129540" y="40640"/>
                  </a:lnTo>
                  <a:lnTo>
                    <a:pt x="130810" y="40640"/>
                  </a:lnTo>
                  <a:lnTo>
                    <a:pt x="130810" y="38100"/>
                  </a:lnTo>
                  <a:close/>
                </a:path>
                <a:path w="185419" h="46990">
                  <a:moveTo>
                    <a:pt x="135890" y="35560"/>
                  </a:moveTo>
                  <a:lnTo>
                    <a:pt x="17780" y="35560"/>
                  </a:lnTo>
                  <a:lnTo>
                    <a:pt x="17780" y="34290"/>
                  </a:lnTo>
                  <a:lnTo>
                    <a:pt x="15240" y="34290"/>
                  </a:lnTo>
                  <a:lnTo>
                    <a:pt x="15240" y="35560"/>
                  </a:lnTo>
                  <a:lnTo>
                    <a:pt x="15240" y="36830"/>
                  </a:lnTo>
                  <a:lnTo>
                    <a:pt x="132080" y="36830"/>
                  </a:lnTo>
                  <a:lnTo>
                    <a:pt x="132080" y="38100"/>
                  </a:lnTo>
                  <a:lnTo>
                    <a:pt x="134620" y="38100"/>
                  </a:lnTo>
                  <a:lnTo>
                    <a:pt x="134620" y="36830"/>
                  </a:lnTo>
                  <a:lnTo>
                    <a:pt x="135890" y="36830"/>
                  </a:lnTo>
                  <a:lnTo>
                    <a:pt x="135890" y="35560"/>
                  </a:lnTo>
                  <a:close/>
                </a:path>
                <a:path w="185419" h="46990">
                  <a:moveTo>
                    <a:pt x="139700" y="31750"/>
                  </a:moveTo>
                  <a:lnTo>
                    <a:pt x="22860" y="31750"/>
                  </a:lnTo>
                  <a:lnTo>
                    <a:pt x="22860" y="30480"/>
                  </a:lnTo>
                  <a:lnTo>
                    <a:pt x="21590" y="30480"/>
                  </a:lnTo>
                  <a:lnTo>
                    <a:pt x="21590" y="31750"/>
                  </a:lnTo>
                  <a:lnTo>
                    <a:pt x="19050" y="31750"/>
                  </a:lnTo>
                  <a:lnTo>
                    <a:pt x="19050" y="34290"/>
                  </a:lnTo>
                  <a:lnTo>
                    <a:pt x="135890" y="34290"/>
                  </a:lnTo>
                  <a:lnTo>
                    <a:pt x="135890" y="35560"/>
                  </a:lnTo>
                  <a:lnTo>
                    <a:pt x="138430" y="35560"/>
                  </a:lnTo>
                  <a:lnTo>
                    <a:pt x="138430" y="34290"/>
                  </a:lnTo>
                  <a:lnTo>
                    <a:pt x="139700" y="34290"/>
                  </a:lnTo>
                  <a:lnTo>
                    <a:pt x="139700" y="31750"/>
                  </a:lnTo>
                  <a:close/>
                </a:path>
                <a:path w="185419" h="46990">
                  <a:moveTo>
                    <a:pt x="144780" y="29210"/>
                  </a:moveTo>
                  <a:lnTo>
                    <a:pt x="26670" y="29210"/>
                  </a:lnTo>
                  <a:lnTo>
                    <a:pt x="26670" y="27940"/>
                  </a:lnTo>
                  <a:lnTo>
                    <a:pt x="25400" y="27940"/>
                  </a:lnTo>
                  <a:lnTo>
                    <a:pt x="25400" y="29210"/>
                  </a:lnTo>
                  <a:lnTo>
                    <a:pt x="25400" y="30480"/>
                  </a:lnTo>
                  <a:lnTo>
                    <a:pt x="142240" y="30480"/>
                  </a:lnTo>
                  <a:lnTo>
                    <a:pt x="142240" y="31750"/>
                  </a:lnTo>
                  <a:lnTo>
                    <a:pt x="143510" y="31750"/>
                  </a:lnTo>
                  <a:lnTo>
                    <a:pt x="143510" y="30480"/>
                  </a:lnTo>
                  <a:lnTo>
                    <a:pt x="144780" y="30480"/>
                  </a:lnTo>
                  <a:lnTo>
                    <a:pt x="144780" y="29210"/>
                  </a:lnTo>
                  <a:close/>
                </a:path>
                <a:path w="185419" h="46990">
                  <a:moveTo>
                    <a:pt x="148590" y="25400"/>
                  </a:moveTo>
                  <a:lnTo>
                    <a:pt x="33020" y="25400"/>
                  </a:lnTo>
                  <a:lnTo>
                    <a:pt x="33020" y="24130"/>
                  </a:lnTo>
                  <a:lnTo>
                    <a:pt x="30480" y="24130"/>
                  </a:lnTo>
                  <a:lnTo>
                    <a:pt x="30480" y="25400"/>
                  </a:lnTo>
                  <a:lnTo>
                    <a:pt x="29210" y="25400"/>
                  </a:lnTo>
                  <a:lnTo>
                    <a:pt x="29210" y="27940"/>
                  </a:lnTo>
                  <a:lnTo>
                    <a:pt x="144780" y="27940"/>
                  </a:lnTo>
                  <a:lnTo>
                    <a:pt x="144780" y="29210"/>
                  </a:lnTo>
                  <a:lnTo>
                    <a:pt x="147320" y="29210"/>
                  </a:lnTo>
                  <a:lnTo>
                    <a:pt x="147320" y="27940"/>
                  </a:lnTo>
                  <a:lnTo>
                    <a:pt x="148590" y="27940"/>
                  </a:lnTo>
                  <a:lnTo>
                    <a:pt x="148590" y="25400"/>
                  </a:lnTo>
                  <a:close/>
                </a:path>
                <a:path w="185419" h="46990">
                  <a:moveTo>
                    <a:pt x="154940" y="22860"/>
                  </a:moveTo>
                  <a:lnTo>
                    <a:pt x="36830" y="22860"/>
                  </a:lnTo>
                  <a:lnTo>
                    <a:pt x="36830" y="21590"/>
                  </a:lnTo>
                  <a:lnTo>
                    <a:pt x="34290" y="21590"/>
                  </a:lnTo>
                  <a:lnTo>
                    <a:pt x="34290" y="22860"/>
                  </a:lnTo>
                  <a:lnTo>
                    <a:pt x="34290" y="24130"/>
                  </a:lnTo>
                  <a:lnTo>
                    <a:pt x="151130" y="24130"/>
                  </a:lnTo>
                  <a:lnTo>
                    <a:pt x="151130" y="25387"/>
                  </a:lnTo>
                  <a:lnTo>
                    <a:pt x="152400" y="25387"/>
                  </a:lnTo>
                  <a:lnTo>
                    <a:pt x="152400" y="24130"/>
                  </a:lnTo>
                  <a:lnTo>
                    <a:pt x="154940" y="24130"/>
                  </a:lnTo>
                  <a:lnTo>
                    <a:pt x="154940" y="22860"/>
                  </a:lnTo>
                  <a:close/>
                </a:path>
                <a:path w="185419" h="46990">
                  <a:moveTo>
                    <a:pt x="157480" y="19050"/>
                  </a:moveTo>
                  <a:lnTo>
                    <a:pt x="41910" y="19050"/>
                  </a:lnTo>
                  <a:lnTo>
                    <a:pt x="41910" y="17780"/>
                  </a:lnTo>
                  <a:lnTo>
                    <a:pt x="40640" y="17780"/>
                  </a:lnTo>
                  <a:lnTo>
                    <a:pt x="40640" y="19050"/>
                  </a:lnTo>
                  <a:lnTo>
                    <a:pt x="38100" y="19050"/>
                  </a:lnTo>
                  <a:lnTo>
                    <a:pt x="38100" y="21590"/>
                  </a:lnTo>
                  <a:lnTo>
                    <a:pt x="154940" y="21590"/>
                  </a:lnTo>
                  <a:lnTo>
                    <a:pt x="154940" y="22860"/>
                  </a:lnTo>
                  <a:lnTo>
                    <a:pt x="156210" y="22860"/>
                  </a:lnTo>
                  <a:lnTo>
                    <a:pt x="156210" y="21590"/>
                  </a:lnTo>
                  <a:lnTo>
                    <a:pt x="157480" y="21590"/>
                  </a:lnTo>
                  <a:lnTo>
                    <a:pt x="157480" y="19050"/>
                  </a:lnTo>
                  <a:close/>
                </a:path>
                <a:path w="185419" h="46990">
                  <a:moveTo>
                    <a:pt x="163830" y="16510"/>
                  </a:moveTo>
                  <a:lnTo>
                    <a:pt x="45720" y="16510"/>
                  </a:lnTo>
                  <a:lnTo>
                    <a:pt x="45720" y="15240"/>
                  </a:lnTo>
                  <a:lnTo>
                    <a:pt x="44450" y="15240"/>
                  </a:lnTo>
                  <a:lnTo>
                    <a:pt x="44450" y="16510"/>
                  </a:lnTo>
                  <a:lnTo>
                    <a:pt x="44450" y="17780"/>
                  </a:lnTo>
                  <a:lnTo>
                    <a:pt x="160020" y="17780"/>
                  </a:lnTo>
                  <a:lnTo>
                    <a:pt x="160020" y="19050"/>
                  </a:lnTo>
                  <a:lnTo>
                    <a:pt x="161290" y="19050"/>
                  </a:lnTo>
                  <a:lnTo>
                    <a:pt x="161290" y="17780"/>
                  </a:lnTo>
                  <a:lnTo>
                    <a:pt x="163830" y="17780"/>
                  </a:lnTo>
                  <a:lnTo>
                    <a:pt x="163830" y="16510"/>
                  </a:lnTo>
                  <a:close/>
                </a:path>
                <a:path w="185419" h="46990">
                  <a:moveTo>
                    <a:pt x="167640" y="12700"/>
                  </a:moveTo>
                  <a:lnTo>
                    <a:pt x="52070" y="12700"/>
                  </a:lnTo>
                  <a:lnTo>
                    <a:pt x="52070" y="11430"/>
                  </a:lnTo>
                  <a:lnTo>
                    <a:pt x="49530" y="11430"/>
                  </a:lnTo>
                  <a:lnTo>
                    <a:pt x="49530" y="12700"/>
                  </a:lnTo>
                  <a:lnTo>
                    <a:pt x="48260" y="12700"/>
                  </a:lnTo>
                  <a:lnTo>
                    <a:pt x="48260" y="15240"/>
                  </a:lnTo>
                  <a:lnTo>
                    <a:pt x="163830" y="15240"/>
                  </a:lnTo>
                  <a:lnTo>
                    <a:pt x="163830" y="16510"/>
                  </a:lnTo>
                  <a:lnTo>
                    <a:pt x="165100" y="16510"/>
                  </a:lnTo>
                  <a:lnTo>
                    <a:pt x="165100" y="15240"/>
                  </a:lnTo>
                  <a:lnTo>
                    <a:pt x="167640" y="15240"/>
                  </a:lnTo>
                  <a:lnTo>
                    <a:pt x="167640" y="12700"/>
                  </a:lnTo>
                  <a:close/>
                </a:path>
                <a:path w="185419" h="46990">
                  <a:moveTo>
                    <a:pt x="172720" y="10160"/>
                  </a:moveTo>
                  <a:lnTo>
                    <a:pt x="55880" y="10160"/>
                  </a:lnTo>
                  <a:lnTo>
                    <a:pt x="55880" y="8890"/>
                  </a:lnTo>
                  <a:lnTo>
                    <a:pt x="53340" y="8890"/>
                  </a:lnTo>
                  <a:lnTo>
                    <a:pt x="53340" y="10160"/>
                  </a:lnTo>
                  <a:lnTo>
                    <a:pt x="53340" y="11430"/>
                  </a:lnTo>
                  <a:lnTo>
                    <a:pt x="168910" y="11430"/>
                  </a:lnTo>
                  <a:lnTo>
                    <a:pt x="168910" y="12700"/>
                  </a:lnTo>
                  <a:lnTo>
                    <a:pt x="170180" y="12700"/>
                  </a:lnTo>
                  <a:lnTo>
                    <a:pt x="170180" y="11430"/>
                  </a:lnTo>
                  <a:lnTo>
                    <a:pt x="172720" y="11430"/>
                  </a:lnTo>
                  <a:lnTo>
                    <a:pt x="172720" y="10160"/>
                  </a:lnTo>
                  <a:close/>
                </a:path>
                <a:path w="185419" h="46990">
                  <a:moveTo>
                    <a:pt x="176530" y="6350"/>
                  </a:moveTo>
                  <a:lnTo>
                    <a:pt x="60960" y="6350"/>
                  </a:lnTo>
                  <a:lnTo>
                    <a:pt x="60960" y="5080"/>
                  </a:lnTo>
                  <a:lnTo>
                    <a:pt x="59690" y="5080"/>
                  </a:lnTo>
                  <a:lnTo>
                    <a:pt x="59690" y="6350"/>
                  </a:lnTo>
                  <a:lnTo>
                    <a:pt x="57150" y="6350"/>
                  </a:lnTo>
                  <a:lnTo>
                    <a:pt x="57150" y="8890"/>
                  </a:lnTo>
                  <a:lnTo>
                    <a:pt x="172720" y="8890"/>
                  </a:lnTo>
                  <a:lnTo>
                    <a:pt x="172720" y="10160"/>
                  </a:lnTo>
                  <a:lnTo>
                    <a:pt x="173990" y="10160"/>
                  </a:lnTo>
                  <a:lnTo>
                    <a:pt x="173990" y="8890"/>
                  </a:lnTo>
                  <a:lnTo>
                    <a:pt x="176530" y="8890"/>
                  </a:lnTo>
                  <a:lnTo>
                    <a:pt x="176530" y="6350"/>
                  </a:lnTo>
                  <a:close/>
                </a:path>
                <a:path w="185419" h="46990">
                  <a:moveTo>
                    <a:pt x="181610" y="3810"/>
                  </a:moveTo>
                  <a:lnTo>
                    <a:pt x="64770" y="3810"/>
                  </a:lnTo>
                  <a:lnTo>
                    <a:pt x="64770" y="2540"/>
                  </a:lnTo>
                  <a:lnTo>
                    <a:pt x="63500" y="2540"/>
                  </a:lnTo>
                  <a:lnTo>
                    <a:pt x="63500" y="3810"/>
                  </a:lnTo>
                  <a:lnTo>
                    <a:pt x="63500" y="5080"/>
                  </a:lnTo>
                  <a:lnTo>
                    <a:pt x="177800" y="5080"/>
                  </a:lnTo>
                  <a:lnTo>
                    <a:pt x="177800" y="6350"/>
                  </a:lnTo>
                  <a:lnTo>
                    <a:pt x="180340" y="6350"/>
                  </a:lnTo>
                  <a:lnTo>
                    <a:pt x="180340" y="5080"/>
                  </a:lnTo>
                  <a:lnTo>
                    <a:pt x="181610" y="5080"/>
                  </a:lnTo>
                  <a:lnTo>
                    <a:pt x="181610" y="3810"/>
                  </a:lnTo>
                  <a:close/>
                </a:path>
                <a:path w="185419" h="46990">
                  <a:moveTo>
                    <a:pt x="185420" y="0"/>
                  </a:moveTo>
                  <a:lnTo>
                    <a:pt x="67310" y="0"/>
                  </a:lnTo>
                  <a:lnTo>
                    <a:pt x="67310" y="2540"/>
                  </a:lnTo>
                  <a:lnTo>
                    <a:pt x="181610" y="2540"/>
                  </a:lnTo>
                  <a:lnTo>
                    <a:pt x="181610" y="3810"/>
                  </a:lnTo>
                  <a:lnTo>
                    <a:pt x="182880" y="3810"/>
                  </a:lnTo>
                  <a:lnTo>
                    <a:pt x="182880" y="2540"/>
                  </a:lnTo>
                  <a:lnTo>
                    <a:pt x="185420" y="2540"/>
                  </a:lnTo>
                  <a:lnTo>
                    <a:pt x="185420" y="0"/>
                  </a:lnTo>
                  <a:close/>
                </a:path>
              </a:pathLst>
            </a:custGeom>
            <a:solidFill>
              <a:srgbClr val="AC56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634987" y="1518919"/>
              <a:ext cx="189230" cy="47625"/>
            </a:xfrm>
            <a:custGeom>
              <a:avLst/>
              <a:gdLst/>
              <a:ahLst/>
              <a:cxnLst/>
              <a:rect l="l" t="t" r="r" b="b"/>
              <a:pathLst>
                <a:path w="189230" h="47625">
                  <a:moveTo>
                    <a:pt x="35560" y="21590"/>
                  </a:moveTo>
                  <a:lnTo>
                    <a:pt x="34290" y="21590"/>
                  </a:lnTo>
                  <a:lnTo>
                    <a:pt x="34290" y="22860"/>
                  </a:lnTo>
                  <a:lnTo>
                    <a:pt x="35560" y="22860"/>
                  </a:lnTo>
                  <a:lnTo>
                    <a:pt x="35560" y="21590"/>
                  </a:lnTo>
                  <a:close/>
                </a:path>
                <a:path w="189230" h="47625">
                  <a:moveTo>
                    <a:pt x="124460" y="45732"/>
                  </a:moveTo>
                  <a:lnTo>
                    <a:pt x="1270" y="45732"/>
                  </a:lnTo>
                  <a:lnTo>
                    <a:pt x="1270" y="44462"/>
                  </a:lnTo>
                  <a:lnTo>
                    <a:pt x="0" y="44462"/>
                  </a:lnTo>
                  <a:lnTo>
                    <a:pt x="0" y="45732"/>
                  </a:lnTo>
                  <a:lnTo>
                    <a:pt x="0" y="47002"/>
                  </a:lnTo>
                  <a:lnTo>
                    <a:pt x="124460" y="47002"/>
                  </a:lnTo>
                  <a:lnTo>
                    <a:pt x="124460" y="45732"/>
                  </a:lnTo>
                  <a:close/>
                </a:path>
                <a:path w="189230" h="47625">
                  <a:moveTo>
                    <a:pt x="128257" y="41922"/>
                  </a:moveTo>
                  <a:lnTo>
                    <a:pt x="7620" y="41922"/>
                  </a:lnTo>
                  <a:lnTo>
                    <a:pt x="7620" y="40652"/>
                  </a:lnTo>
                  <a:lnTo>
                    <a:pt x="5080" y="40652"/>
                  </a:lnTo>
                  <a:lnTo>
                    <a:pt x="5080" y="41922"/>
                  </a:lnTo>
                  <a:lnTo>
                    <a:pt x="3810" y="41922"/>
                  </a:lnTo>
                  <a:lnTo>
                    <a:pt x="3810" y="44462"/>
                  </a:lnTo>
                  <a:lnTo>
                    <a:pt x="124460" y="44462"/>
                  </a:lnTo>
                  <a:lnTo>
                    <a:pt x="124460" y="45732"/>
                  </a:lnTo>
                  <a:lnTo>
                    <a:pt x="125730" y="45732"/>
                  </a:lnTo>
                  <a:lnTo>
                    <a:pt x="125730" y="44462"/>
                  </a:lnTo>
                  <a:lnTo>
                    <a:pt x="128257" y="44462"/>
                  </a:lnTo>
                  <a:lnTo>
                    <a:pt x="128257" y="41922"/>
                  </a:lnTo>
                  <a:close/>
                </a:path>
                <a:path w="189230" h="47625">
                  <a:moveTo>
                    <a:pt x="133350" y="39382"/>
                  </a:moveTo>
                  <a:lnTo>
                    <a:pt x="11430" y="39382"/>
                  </a:lnTo>
                  <a:lnTo>
                    <a:pt x="11430" y="38112"/>
                  </a:lnTo>
                  <a:lnTo>
                    <a:pt x="8890" y="38112"/>
                  </a:lnTo>
                  <a:lnTo>
                    <a:pt x="8890" y="39382"/>
                  </a:lnTo>
                  <a:lnTo>
                    <a:pt x="8890" y="40652"/>
                  </a:lnTo>
                  <a:lnTo>
                    <a:pt x="129540" y="40652"/>
                  </a:lnTo>
                  <a:lnTo>
                    <a:pt x="129540" y="41922"/>
                  </a:lnTo>
                  <a:lnTo>
                    <a:pt x="132080" y="41922"/>
                  </a:lnTo>
                  <a:lnTo>
                    <a:pt x="132080" y="40652"/>
                  </a:lnTo>
                  <a:lnTo>
                    <a:pt x="133350" y="40652"/>
                  </a:lnTo>
                  <a:lnTo>
                    <a:pt x="133350" y="39382"/>
                  </a:lnTo>
                  <a:close/>
                </a:path>
                <a:path w="189230" h="47625">
                  <a:moveTo>
                    <a:pt x="137160" y="35572"/>
                  </a:moveTo>
                  <a:lnTo>
                    <a:pt x="16510" y="35572"/>
                  </a:lnTo>
                  <a:lnTo>
                    <a:pt x="16510" y="34302"/>
                  </a:lnTo>
                  <a:lnTo>
                    <a:pt x="15240" y="34302"/>
                  </a:lnTo>
                  <a:lnTo>
                    <a:pt x="15240" y="35572"/>
                  </a:lnTo>
                  <a:lnTo>
                    <a:pt x="12700" y="35572"/>
                  </a:lnTo>
                  <a:lnTo>
                    <a:pt x="12700" y="38112"/>
                  </a:lnTo>
                  <a:lnTo>
                    <a:pt x="133350" y="38112"/>
                  </a:lnTo>
                  <a:lnTo>
                    <a:pt x="133350" y="39382"/>
                  </a:lnTo>
                  <a:lnTo>
                    <a:pt x="135890" y="39382"/>
                  </a:lnTo>
                  <a:lnTo>
                    <a:pt x="135890" y="38112"/>
                  </a:lnTo>
                  <a:lnTo>
                    <a:pt x="137160" y="38112"/>
                  </a:lnTo>
                  <a:lnTo>
                    <a:pt x="137160" y="35572"/>
                  </a:lnTo>
                  <a:close/>
                </a:path>
                <a:path w="189230" h="47625">
                  <a:moveTo>
                    <a:pt x="142240" y="33032"/>
                  </a:moveTo>
                  <a:lnTo>
                    <a:pt x="20320" y="33032"/>
                  </a:lnTo>
                  <a:lnTo>
                    <a:pt x="20320" y="31762"/>
                  </a:lnTo>
                  <a:lnTo>
                    <a:pt x="19050" y="31762"/>
                  </a:lnTo>
                  <a:lnTo>
                    <a:pt x="19050" y="33032"/>
                  </a:lnTo>
                  <a:lnTo>
                    <a:pt x="19050" y="34302"/>
                  </a:lnTo>
                  <a:lnTo>
                    <a:pt x="138430" y="34302"/>
                  </a:lnTo>
                  <a:lnTo>
                    <a:pt x="138430" y="35572"/>
                  </a:lnTo>
                  <a:lnTo>
                    <a:pt x="140957" y="35572"/>
                  </a:lnTo>
                  <a:lnTo>
                    <a:pt x="140957" y="34302"/>
                  </a:lnTo>
                  <a:lnTo>
                    <a:pt x="142240" y="34302"/>
                  </a:lnTo>
                  <a:lnTo>
                    <a:pt x="142240" y="33032"/>
                  </a:lnTo>
                  <a:close/>
                </a:path>
                <a:path w="189230" h="47625">
                  <a:moveTo>
                    <a:pt x="146050" y="29222"/>
                  </a:moveTo>
                  <a:lnTo>
                    <a:pt x="26670" y="29222"/>
                  </a:lnTo>
                  <a:lnTo>
                    <a:pt x="26670" y="27952"/>
                  </a:lnTo>
                  <a:lnTo>
                    <a:pt x="24130" y="27952"/>
                  </a:lnTo>
                  <a:lnTo>
                    <a:pt x="24130" y="29222"/>
                  </a:lnTo>
                  <a:lnTo>
                    <a:pt x="22860" y="29222"/>
                  </a:lnTo>
                  <a:lnTo>
                    <a:pt x="22860" y="31762"/>
                  </a:lnTo>
                  <a:lnTo>
                    <a:pt x="142240" y="31762"/>
                  </a:lnTo>
                  <a:lnTo>
                    <a:pt x="142240" y="33032"/>
                  </a:lnTo>
                  <a:lnTo>
                    <a:pt x="144780" y="33032"/>
                  </a:lnTo>
                  <a:lnTo>
                    <a:pt x="144780" y="31762"/>
                  </a:lnTo>
                  <a:lnTo>
                    <a:pt x="146050" y="31762"/>
                  </a:lnTo>
                  <a:lnTo>
                    <a:pt x="146050" y="29222"/>
                  </a:lnTo>
                  <a:close/>
                </a:path>
                <a:path w="189230" h="47625">
                  <a:moveTo>
                    <a:pt x="151130" y="26682"/>
                  </a:moveTo>
                  <a:lnTo>
                    <a:pt x="30480" y="26682"/>
                  </a:lnTo>
                  <a:lnTo>
                    <a:pt x="30480" y="25412"/>
                  </a:lnTo>
                  <a:lnTo>
                    <a:pt x="27940" y="25412"/>
                  </a:lnTo>
                  <a:lnTo>
                    <a:pt x="27940" y="26682"/>
                  </a:lnTo>
                  <a:lnTo>
                    <a:pt x="27940" y="27952"/>
                  </a:lnTo>
                  <a:lnTo>
                    <a:pt x="148590" y="27952"/>
                  </a:lnTo>
                  <a:lnTo>
                    <a:pt x="148590" y="29222"/>
                  </a:lnTo>
                  <a:lnTo>
                    <a:pt x="149860" y="29222"/>
                  </a:lnTo>
                  <a:lnTo>
                    <a:pt x="149860" y="27952"/>
                  </a:lnTo>
                  <a:lnTo>
                    <a:pt x="151130" y="27952"/>
                  </a:lnTo>
                  <a:lnTo>
                    <a:pt x="151130" y="26682"/>
                  </a:lnTo>
                  <a:close/>
                </a:path>
                <a:path w="189230" h="47625">
                  <a:moveTo>
                    <a:pt x="154940" y="22872"/>
                  </a:moveTo>
                  <a:lnTo>
                    <a:pt x="31750" y="22872"/>
                  </a:lnTo>
                  <a:lnTo>
                    <a:pt x="31750" y="25412"/>
                  </a:lnTo>
                  <a:lnTo>
                    <a:pt x="151130" y="25412"/>
                  </a:lnTo>
                  <a:lnTo>
                    <a:pt x="151130" y="26682"/>
                  </a:lnTo>
                  <a:lnTo>
                    <a:pt x="153657" y="26682"/>
                  </a:lnTo>
                  <a:lnTo>
                    <a:pt x="153657" y="25412"/>
                  </a:lnTo>
                  <a:lnTo>
                    <a:pt x="154940" y="25412"/>
                  </a:lnTo>
                  <a:lnTo>
                    <a:pt x="154940" y="22872"/>
                  </a:lnTo>
                  <a:close/>
                </a:path>
                <a:path w="189230" h="47625">
                  <a:moveTo>
                    <a:pt x="161290" y="20332"/>
                  </a:moveTo>
                  <a:lnTo>
                    <a:pt x="39370" y="20332"/>
                  </a:lnTo>
                  <a:lnTo>
                    <a:pt x="39370" y="19062"/>
                  </a:lnTo>
                  <a:lnTo>
                    <a:pt x="38100" y="19062"/>
                  </a:lnTo>
                  <a:lnTo>
                    <a:pt x="38100" y="20332"/>
                  </a:lnTo>
                  <a:lnTo>
                    <a:pt x="38100" y="21602"/>
                  </a:lnTo>
                  <a:lnTo>
                    <a:pt x="157480" y="21602"/>
                  </a:lnTo>
                  <a:lnTo>
                    <a:pt x="157480" y="22872"/>
                  </a:lnTo>
                  <a:lnTo>
                    <a:pt x="158750" y="22872"/>
                  </a:lnTo>
                  <a:lnTo>
                    <a:pt x="158750" y="21602"/>
                  </a:lnTo>
                  <a:lnTo>
                    <a:pt x="161290" y="21602"/>
                  </a:lnTo>
                  <a:lnTo>
                    <a:pt x="161290" y="20332"/>
                  </a:lnTo>
                  <a:close/>
                </a:path>
                <a:path w="189230" h="47625">
                  <a:moveTo>
                    <a:pt x="163830" y="16522"/>
                  </a:moveTo>
                  <a:lnTo>
                    <a:pt x="45720" y="16522"/>
                  </a:lnTo>
                  <a:lnTo>
                    <a:pt x="45720" y="15252"/>
                  </a:lnTo>
                  <a:lnTo>
                    <a:pt x="43180" y="15252"/>
                  </a:lnTo>
                  <a:lnTo>
                    <a:pt x="43180" y="16522"/>
                  </a:lnTo>
                  <a:lnTo>
                    <a:pt x="41910" y="16522"/>
                  </a:lnTo>
                  <a:lnTo>
                    <a:pt x="41910" y="19062"/>
                  </a:lnTo>
                  <a:lnTo>
                    <a:pt x="161290" y="19062"/>
                  </a:lnTo>
                  <a:lnTo>
                    <a:pt x="161290" y="20332"/>
                  </a:lnTo>
                  <a:lnTo>
                    <a:pt x="162560" y="20332"/>
                  </a:lnTo>
                  <a:lnTo>
                    <a:pt x="162560" y="19062"/>
                  </a:lnTo>
                  <a:lnTo>
                    <a:pt x="163830" y="19062"/>
                  </a:lnTo>
                  <a:lnTo>
                    <a:pt x="163830" y="16522"/>
                  </a:lnTo>
                  <a:close/>
                </a:path>
                <a:path w="189230" h="47625">
                  <a:moveTo>
                    <a:pt x="170180" y="13982"/>
                  </a:moveTo>
                  <a:lnTo>
                    <a:pt x="49530" y="13982"/>
                  </a:lnTo>
                  <a:lnTo>
                    <a:pt x="49530" y="12712"/>
                  </a:lnTo>
                  <a:lnTo>
                    <a:pt x="46990" y="12712"/>
                  </a:lnTo>
                  <a:lnTo>
                    <a:pt x="46990" y="13982"/>
                  </a:lnTo>
                  <a:lnTo>
                    <a:pt x="46990" y="15252"/>
                  </a:lnTo>
                  <a:lnTo>
                    <a:pt x="166357" y="15252"/>
                  </a:lnTo>
                  <a:lnTo>
                    <a:pt x="166357" y="16522"/>
                  </a:lnTo>
                  <a:lnTo>
                    <a:pt x="167640" y="16522"/>
                  </a:lnTo>
                  <a:lnTo>
                    <a:pt x="167640" y="15252"/>
                  </a:lnTo>
                  <a:lnTo>
                    <a:pt x="170180" y="15252"/>
                  </a:lnTo>
                  <a:lnTo>
                    <a:pt x="170180" y="13982"/>
                  </a:lnTo>
                  <a:close/>
                </a:path>
                <a:path w="189230" h="47625">
                  <a:moveTo>
                    <a:pt x="173990" y="10172"/>
                  </a:moveTo>
                  <a:lnTo>
                    <a:pt x="54610" y="10172"/>
                  </a:lnTo>
                  <a:lnTo>
                    <a:pt x="54610" y="8902"/>
                  </a:lnTo>
                  <a:lnTo>
                    <a:pt x="53340" y="8902"/>
                  </a:lnTo>
                  <a:lnTo>
                    <a:pt x="53340" y="10172"/>
                  </a:lnTo>
                  <a:lnTo>
                    <a:pt x="50800" y="10172"/>
                  </a:lnTo>
                  <a:lnTo>
                    <a:pt x="50800" y="12712"/>
                  </a:lnTo>
                  <a:lnTo>
                    <a:pt x="170180" y="12712"/>
                  </a:lnTo>
                  <a:lnTo>
                    <a:pt x="170180" y="13982"/>
                  </a:lnTo>
                  <a:lnTo>
                    <a:pt x="171450" y="13982"/>
                  </a:lnTo>
                  <a:lnTo>
                    <a:pt x="171450" y="12712"/>
                  </a:lnTo>
                  <a:lnTo>
                    <a:pt x="173990" y="12712"/>
                  </a:lnTo>
                  <a:lnTo>
                    <a:pt x="173990" y="10172"/>
                  </a:lnTo>
                  <a:close/>
                </a:path>
                <a:path w="189230" h="47625">
                  <a:moveTo>
                    <a:pt x="179057" y="7632"/>
                  </a:moveTo>
                  <a:lnTo>
                    <a:pt x="58420" y="7632"/>
                  </a:lnTo>
                  <a:lnTo>
                    <a:pt x="58420" y="6362"/>
                  </a:lnTo>
                  <a:lnTo>
                    <a:pt x="57150" y="6362"/>
                  </a:lnTo>
                  <a:lnTo>
                    <a:pt x="57150" y="7632"/>
                  </a:lnTo>
                  <a:lnTo>
                    <a:pt x="57150" y="8902"/>
                  </a:lnTo>
                  <a:lnTo>
                    <a:pt x="175260" y="8902"/>
                  </a:lnTo>
                  <a:lnTo>
                    <a:pt x="175260" y="10172"/>
                  </a:lnTo>
                  <a:lnTo>
                    <a:pt x="176530" y="10172"/>
                  </a:lnTo>
                  <a:lnTo>
                    <a:pt x="176530" y="8902"/>
                  </a:lnTo>
                  <a:lnTo>
                    <a:pt x="179057" y="8902"/>
                  </a:lnTo>
                  <a:lnTo>
                    <a:pt x="179057" y="7632"/>
                  </a:lnTo>
                  <a:close/>
                </a:path>
                <a:path w="189230" h="47625">
                  <a:moveTo>
                    <a:pt x="182867" y="3822"/>
                  </a:moveTo>
                  <a:lnTo>
                    <a:pt x="64770" y="3822"/>
                  </a:lnTo>
                  <a:lnTo>
                    <a:pt x="64770" y="2552"/>
                  </a:lnTo>
                  <a:lnTo>
                    <a:pt x="62230" y="2552"/>
                  </a:lnTo>
                  <a:lnTo>
                    <a:pt x="62230" y="3822"/>
                  </a:lnTo>
                  <a:lnTo>
                    <a:pt x="60960" y="3822"/>
                  </a:lnTo>
                  <a:lnTo>
                    <a:pt x="60960" y="6362"/>
                  </a:lnTo>
                  <a:lnTo>
                    <a:pt x="179057" y="6362"/>
                  </a:lnTo>
                  <a:lnTo>
                    <a:pt x="179057" y="7632"/>
                  </a:lnTo>
                  <a:lnTo>
                    <a:pt x="180340" y="7632"/>
                  </a:lnTo>
                  <a:lnTo>
                    <a:pt x="180340" y="6362"/>
                  </a:lnTo>
                  <a:lnTo>
                    <a:pt x="182867" y="6362"/>
                  </a:lnTo>
                  <a:lnTo>
                    <a:pt x="182867" y="3822"/>
                  </a:lnTo>
                  <a:close/>
                </a:path>
                <a:path w="189230" h="47625">
                  <a:moveTo>
                    <a:pt x="187960" y="1282"/>
                  </a:moveTo>
                  <a:lnTo>
                    <a:pt x="68580" y="1282"/>
                  </a:lnTo>
                  <a:lnTo>
                    <a:pt x="68580" y="12"/>
                  </a:lnTo>
                  <a:lnTo>
                    <a:pt x="66027" y="12"/>
                  </a:lnTo>
                  <a:lnTo>
                    <a:pt x="66027" y="1282"/>
                  </a:lnTo>
                  <a:lnTo>
                    <a:pt x="66040" y="2552"/>
                  </a:lnTo>
                  <a:lnTo>
                    <a:pt x="184150" y="2552"/>
                  </a:lnTo>
                  <a:lnTo>
                    <a:pt x="184150" y="3822"/>
                  </a:lnTo>
                  <a:lnTo>
                    <a:pt x="186690" y="3822"/>
                  </a:lnTo>
                  <a:lnTo>
                    <a:pt x="186690" y="2552"/>
                  </a:lnTo>
                  <a:lnTo>
                    <a:pt x="187960" y="2552"/>
                  </a:lnTo>
                  <a:lnTo>
                    <a:pt x="187960" y="1282"/>
                  </a:lnTo>
                  <a:close/>
                </a:path>
                <a:path w="189230" h="47625">
                  <a:moveTo>
                    <a:pt x="189230" y="0"/>
                  </a:moveTo>
                  <a:lnTo>
                    <a:pt x="187960" y="0"/>
                  </a:lnTo>
                  <a:lnTo>
                    <a:pt x="187960" y="1270"/>
                  </a:lnTo>
                  <a:lnTo>
                    <a:pt x="189230" y="1270"/>
                  </a:lnTo>
                  <a:lnTo>
                    <a:pt x="189230" y="0"/>
                  </a:lnTo>
                  <a:close/>
                </a:path>
              </a:pathLst>
            </a:custGeom>
            <a:solidFill>
              <a:srgbClr val="AA54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563867" y="1565909"/>
              <a:ext cx="194310" cy="46355"/>
            </a:xfrm>
            <a:custGeom>
              <a:avLst/>
              <a:gdLst/>
              <a:ahLst/>
              <a:cxnLst/>
              <a:rect l="l" t="t" r="r" b="b"/>
              <a:pathLst>
                <a:path w="194309" h="46355">
                  <a:moveTo>
                    <a:pt x="2540" y="44450"/>
                  </a:moveTo>
                  <a:lnTo>
                    <a:pt x="0" y="44450"/>
                  </a:lnTo>
                  <a:lnTo>
                    <a:pt x="0" y="45720"/>
                  </a:lnTo>
                  <a:lnTo>
                    <a:pt x="2540" y="45720"/>
                  </a:lnTo>
                  <a:lnTo>
                    <a:pt x="2540" y="44450"/>
                  </a:lnTo>
                  <a:close/>
                </a:path>
                <a:path w="194309" h="46355">
                  <a:moveTo>
                    <a:pt x="132080" y="43192"/>
                  </a:moveTo>
                  <a:lnTo>
                    <a:pt x="6350" y="43192"/>
                  </a:lnTo>
                  <a:lnTo>
                    <a:pt x="6350" y="41922"/>
                  </a:lnTo>
                  <a:lnTo>
                    <a:pt x="3810" y="41922"/>
                  </a:lnTo>
                  <a:lnTo>
                    <a:pt x="3810" y="43192"/>
                  </a:lnTo>
                  <a:lnTo>
                    <a:pt x="3810" y="44462"/>
                  </a:lnTo>
                  <a:lnTo>
                    <a:pt x="128270" y="44462"/>
                  </a:lnTo>
                  <a:lnTo>
                    <a:pt x="128270" y="45732"/>
                  </a:lnTo>
                  <a:lnTo>
                    <a:pt x="130810" y="45732"/>
                  </a:lnTo>
                  <a:lnTo>
                    <a:pt x="130810" y="44462"/>
                  </a:lnTo>
                  <a:lnTo>
                    <a:pt x="132080" y="44462"/>
                  </a:lnTo>
                  <a:lnTo>
                    <a:pt x="132080" y="43192"/>
                  </a:lnTo>
                  <a:close/>
                </a:path>
                <a:path w="194309" h="46355">
                  <a:moveTo>
                    <a:pt x="135890" y="39382"/>
                  </a:moveTo>
                  <a:lnTo>
                    <a:pt x="11430" y="39382"/>
                  </a:lnTo>
                  <a:lnTo>
                    <a:pt x="11430" y="38112"/>
                  </a:lnTo>
                  <a:lnTo>
                    <a:pt x="10160" y="38112"/>
                  </a:lnTo>
                  <a:lnTo>
                    <a:pt x="10160" y="39382"/>
                  </a:lnTo>
                  <a:lnTo>
                    <a:pt x="7620" y="39382"/>
                  </a:lnTo>
                  <a:lnTo>
                    <a:pt x="7620" y="41922"/>
                  </a:lnTo>
                  <a:lnTo>
                    <a:pt x="132080" y="41922"/>
                  </a:lnTo>
                  <a:lnTo>
                    <a:pt x="132080" y="43192"/>
                  </a:lnTo>
                  <a:lnTo>
                    <a:pt x="133350" y="43192"/>
                  </a:lnTo>
                  <a:lnTo>
                    <a:pt x="133350" y="41922"/>
                  </a:lnTo>
                  <a:lnTo>
                    <a:pt x="135890" y="41922"/>
                  </a:lnTo>
                  <a:lnTo>
                    <a:pt x="135890" y="39382"/>
                  </a:lnTo>
                  <a:close/>
                </a:path>
                <a:path w="194309" h="46355">
                  <a:moveTo>
                    <a:pt x="140970" y="36842"/>
                  </a:moveTo>
                  <a:lnTo>
                    <a:pt x="15240" y="36842"/>
                  </a:lnTo>
                  <a:lnTo>
                    <a:pt x="15240" y="35572"/>
                  </a:lnTo>
                  <a:lnTo>
                    <a:pt x="13970" y="35572"/>
                  </a:lnTo>
                  <a:lnTo>
                    <a:pt x="13970" y="36842"/>
                  </a:lnTo>
                  <a:lnTo>
                    <a:pt x="13970" y="38112"/>
                  </a:lnTo>
                  <a:lnTo>
                    <a:pt x="137160" y="38112"/>
                  </a:lnTo>
                  <a:lnTo>
                    <a:pt x="137160" y="39382"/>
                  </a:lnTo>
                  <a:lnTo>
                    <a:pt x="139700" y="39382"/>
                  </a:lnTo>
                  <a:lnTo>
                    <a:pt x="139700" y="38112"/>
                  </a:lnTo>
                  <a:lnTo>
                    <a:pt x="140970" y="38112"/>
                  </a:lnTo>
                  <a:lnTo>
                    <a:pt x="140970" y="36842"/>
                  </a:lnTo>
                  <a:close/>
                </a:path>
                <a:path w="194309" h="46355">
                  <a:moveTo>
                    <a:pt x="144780" y="33032"/>
                  </a:moveTo>
                  <a:lnTo>
                    <a:pt x="21590" y="33032"/>
                  </a:lnTo>
                  <a:lnTo>
                    <a:pt x="21590" y="31762"/>
                  </a:lnTo>
                  <a:lnTo>
                    <a:pt x="19050" y="31762"/>
                  </a:lnTo>
                  <a:lnTo>
                    <a:pt x="19050" y="33032"/>
                  </a:lnTo>
                  <a:lnTo>
                    <a:pt x="17780" y="33032"/>
                  </a:lnTo>
                  <a:lnTo>
                    <a:pt x="17780" y="35572"/>
                  </a:lnTo>
                  <a:lnTo>
                    <a:pt x="140970" y="35572"/>
                  </a:lnTo>
                  <a:lnTo>
                    <a:pt x="140970" y="36842"/>
                  </a:lnTo>
                  <a:lnTo>
                    <a:pt x="143510" y="36842"/>
                  </a:lnTo>
                  <a:lnTo>
                    <a:pt x="143510" y="35572"/>
                  </a:lnTo>
                  <a:lnTo>
                    <a:pt x="144780" y="35572"/>
                  </a:lnTo>
                  <a:lnTo>
                    <a:pt x="144780" y="33032"/>
                  </a:lnTo>
                  <a:close/>
                </a:path>
                <a:path w="194309" h="46355">
                  <a:moveTo>
                    <a:pt x="149860" y="30492"/>
                  </a:moveTo>
                  <a:lnTo>
                    <a:pt x="25400" y="30492"/>
                  </a:lnTo>
                  <a:lnTo>
                    <a:pt x="25400" y="29222"/>
                  </a:lnTo>
                  <a:lnTo>
                    <a:pt x="22860" y="29222"/>
                  </a:lnTo>
                  <a:lnTo>
                    <a:pt x="22860" y="30492"/>
                  </a:lnTo>
                  <a:lnTo>
                    <a:pt x="22860" y="31762"/>
                  </a:lnTo>
                  <a:lnTo>
                    <a:pt x="146050" y="31762"/>
                  </a:lnTo>
                  <a:lnTo>
                    <a:pt x="146050" y="33032"/>
                  </a:lnTo>
                  <a:lnTo>
                    <a:pt x="148590" y="33032"/>
                  </a:lnTo>
                  <a:lnTo>
                    <a:pt x="148590" y="31762"/>
                  </a:lnTo>
                  <a:lnTo>
                    <a:pt x="149860" y="31762"/>
                  </a:lnTo>
                  <a:lnTo>
                    <a:pt x="149860" y="30492"/>
                  </a:lnTo>
                  <a:close/>
                </a:path>
                <a:path w="194309" h="46355">
                  <a:moveTo>
                    <a:pt x="153670" y="26682"/>
                  </a:moveTo>
                  <a:lnTo>
                    <a:pt x="30480" y="26682"/>
                  </a:lnTo>
                  <a:lnTo>
                    <a:pt x="30480" y="25412"/>
                  </a:lnTo>
                  <a:lnTo>
                    <a:pt x="29210" y="25412"/>
                  </a:lnTo>
                  <a:lnTo>
                    <a:pt x="29210" y="26682"/>
                  </a:lnTo>
                  <a:lnTo>
                    <a:pt x="26670" y="26682"/>
                  </a:lnTo>
                  <a:lnTo>
                    <a:pt x="26670" y="29222"/>
                  </a:lnTo>
                  <a:lnTo>
                    <a:pt x="149860" y="29222"/>
                  </a:lnTo>
                  <a:lnTo>
                    <a:pt x="149860" y="30492"/>
                  </a:lnTo>
                  <a:lnTo>
                    <a:pt x="152400" y="30492"/>
                  </a:lnTo>
                  <a:lnTo>
                    <a:pt x="152400" y="29222"/>
                  </a:lnTo>
                  <a:lnTo>
                    <a:pt x="153670" y="29222"/>
                  </a:lnTo>
                  <a:lnTo>
                    <a:pt x="153670" y="26682"/>
                  </a:lnTo>
                  <a:close/>
                </a:path>
                <a:path w="194309" h="46355">
                  <a:moveTo>
                    <a:pt x="158750" y="24142"/>
                  </a:moveTo>
                  <a:lnTo>
                    <a:pt x="34290" y="24142"/>
                  </a:lnTo>
                  <a:lnTo>
                    <a:pt x="34290" y="22872"/>
                  </a:lnTo>
                  <a:lnTo>
                    <a:pt x="33020" y="22872"/>
                  </a:lnTo>
                  <a:lnTo>
                    <a:pt x="33020" y="24142"/>
                  </a:lnTo>
                  <a:lnTo>
                    <a:pt x="33020" y="25412"/>
                  </a:lnTo>
                  <a:lnTo>
                    <a:pt x="156210" y="25412"/>
                  </a:lnTo>
                  <a:lnTo>
                    <a:pt x="156210" y="26682"/>
                  </a:lnTo>
                  <a:lnTo>
                    <a:pt x="157480" y="26682"/>
                  </a:lnTo>
                  <a:lnTo>
                    <a:pt x="157480" y="25412"/>
                  </a:lnTo>
                  <a:lnTo>
                    <a:pt x="158750" y="25412"/>
                  </a:lnTo>
                  <a:lnTo>
                    <a:pt x="158750" y="24142"/>
                  </a:lnTo>
                  <a:close/>
                </a:path>
                <a:path w="194309" h="46355">
                  <a:moveTo>
                    <a:pt x="162547" y="20332"/>
                  </a:moveTo>
                  <a:lnTo>
                    <a:pt x="40640" y="20332"/>
                  </a:lnTo>
                  <a:lnTo>
                    <a:pt x="40640" y="19062"/>
                  </a:lnTo>
                  <a:lnTo>
                    <a:pt x="38100" y="19062"/>
                  </a:lnTo>
                  <a:lnTo>
                    <a:pt x="38100" y="20332"/>
                  </a:lnTo>
                  <a:lnTo>
                    <a:pt x="36830" y="20332"/>
                  </a:lnTo>
                  <a:lnTo>
                    <a:pt x="36830" y="22872"/>
                  </a:lnTo>
                  <a:lnTo>
                    <a:pt x="158750" y="22872"/>
                  </a:lnTo>
                  <a:lnTo>
                    <a:pt x="158750" y="24130"/>
                  </a:lnTo>
                  <a:lnTo>
                    <a:pt x="161290" y="24130"/>
                  </a:lnTo>
                  <a:lnTo>
                    <a:pt x="161290" y="22872"/>
                  </a:lnTo>
                  <a:lnTo>
                    <a:pt x="162547" y="22872"/>
                  </a:lnTo>
                  <a:lnTo>
                    <a:pt x="162547" y="20332"/>
                  </a:lnTo>
                  <a:close/>
                </a:path>
                <a:path w="194309" h="46355">
                  <a:moveTo>
                    <a:pt x="168910" y="17792"/>
                  </a:moveTo>
                  <a:lnTo>
                    <a:pt x="44450" y="17792"/>
                  </a:lnTo>
                  <a:lnTo>
                    <a:pt x="44450" y="16522"/>
                  </a:lnTo>
                  <a:lnTo>
                    <a:pt x="41910" y="16522"/>
                  </a:lnTo>
                  <a:lnTo>
                    <a:pt x="41910" y="17792"/>
                  </a:lnTo>
                  <a:lnTo>
                    <a:pt x="41910" y="19062"/>
                  </a:lnTo>
                  <a:lnTo>
                    <a:pt x="165100" y="19062"/>
                  </a:lnTo>
                  <a:lnTo>
                    <a:pt x="165100" y="20332"/>
                  </a:lnTo>
                  <a:lnTo>
                    <a:pt x="166370" y="20332"/>
                  </a:lnTo>
                  <a:lnTo>
                    <a:pt x="166370" y="19062"/>
                  </a:lnTo>
                  <a:lnTo>
                    <a:pt x="168910" y="19062"/>
                  </a:lnTo>
                  <a:lnTo>
                    <a:pt x="168910" y="17792"/>
                  </a:lnTo>
                  <a:close/>
                </a:path>
                <a:path w="194309" h="46355">
                  <a:moveTo>
                    <a:pt x="171450" y="13982"/>
                  </a:moveTo>
                  <a:lnTo>
                    <a:pt x="49530" y="13982"/>
                  </a:lnTo>
                  <a:lnTo>
                    <a:pt x="49530" y="12712"/>
                  </a:lnTo>
                  <a:lnTo>
                    <a:pt x="48260" y="12712"/>
                  </a:lnTo>
                  <a:lnTo>
                    <a:pt x="48260" y="13982"/>
                  </a:lnTo>
                  <a:lnTo>
                    <a:pt x="45720" y="13982"/>
                  </a:lnTo>
                  <a:lnTo>
                    <a:pt x="45720" y="16522"/>
                  </a:lnTo>
                  <a:lnTo>
                    <a:pt x="168910" y="16522"/>
                  </a:lnTo>
                  <a:lnTo>
                    <a:pt x="168910" y="17792"/>
                  </a:lnTo>
                  <a:lnTo>
                    <a:pt x="170180" y="17792"/>
                  </a:lnTo>
                  <a:lnTo>
                    <a:pt x="170180" y="16522"/>
                  </a:lnTo>
                  <a:lnTo>
                    <a:pt x="171450" y="16522"/>
                  </a:lnTo>
                  <a:lnTo>
                    <a:pt x="171450" y="13982"/>
                  </a:lnTo>
                  <a:close/>
                </a:path>
                <a:path w="194309" h="46355">
                  <a:moveTo>
                    <a:pt x="177800" y="11442"/>
                  </a:moveTo>
                  <a:lnTo>
                    <a:pt x="53340" y="11442"/>
                  </a:lnTo>
                  <a:lnTo>
                    <a:pt x="53340" y="10172"/>
                  </a:lnTo>
                  <a:lnTo>
                    <a:pt x="52070" y="10172"/>
                  </a:lnTo>
                  <a:lnTo>
                    <a:pt x="52070" y="11442"/>
                  </a:lnTo>
                  <a:lnTo>
                    <a:pt x="52070" y="12712"/>
                  </a:lnTo>
                  <a:lnTo>
                    <a:pt x="173990" y="12712"/>
                  </a:lnTo>
                  <a:lnTo>
                    <a:pt x="173990" y="13982"/>
                  </a:lnTo>
                  <a:lnTo>
                    <a:pt x="175247" y="13982"/>
                  </a:lnTo>
                  <a:lnTo>
                    <a:pt x="175247" y="12712"/>
                  </a:lnTo>
                  <a:lnTo>
                    <a:pt x="177800" y="12712"/>
                  </a:lnTo>
                  <a:lnTo>
                    <a:pt x="177800" y="11442"/>
                  </a:lnTo>
                  <a:close/>
                </a:path>
                <a:path w="194309" h="46355">
                  <a:moveTo>
                    <a:pt x="181597" y="7632"/>
                  </a:moveTo>
                  <a:lnTo>
                    <a:pt x="59690" y="7632"/>
                  </a:lnTo>
                  <a:lnTo>
                    <a:pt x="59690" y="6362"/>
                  </a:lnTo>
                  <a:lnTo>
                    <a:pt x="57150" y="6362"/>
                  </a:lnTo>
                  <a:lnTo>
                    <a:pt x="57150" y="7632"/>
                  </a:lnTo>
                  <a:lnTo>
                    <a:pt x="55880" y="7632"/>
                  </a:lnTo>
                  <a:lnTo>
                    <a:pt x="55880" y="10172"/>
                  </a:lnTo>
                  <a:lnTo>
                    <a:pt x="177800" y="10172"/>
                  </a:lnTo>
                  <a:lnTo>
                    <a:pt x="177800" y="11442"/>
                  </a:lnTo>
                  <a:lnTo>
                    <a:pt x="179070" y="11442"/>
                  </a:lnTo>
                  <a:lnTo>
                    <a:pt x="179070" y="10172"/>
                  </a:lnTo>
                  <a:lnTo>
                    <a:pt x="181597" y="10172"/>
                  </a:lnTo>
                  <a:lnTo>
                    <a:pt x="181597" y="7632"/>
                  </a:lnTo>
                  <a:close/>
                </a:path>
                <a:path w="194309" h="46355">
                  <a:moveTo>
                    <a:pt x="186690" y="5092"/>
                  </a:moveTo>
                  <a:lnTo>
                    <a:pt x="63500" y="5092"/>
                  </a:lnTo>
                  <a:lnTo>
                    <a:pt x="63500" y="3822"/>
                  </a:lnTo>
                  <a:lnTo>
                    <a:pt x="60960" y="3822"/>
                  </a:lnTo>
                  <a:lnTo>
                    <a:pt x="60960" y="5092"/>
                  </a:lnTo>
                  <a:lnTo>
                    <a:pt x="60960" y="6362"/>
                  </a:lnTo>
                  <a:lnTo>
                    <a:pt x="182880" y="6362"/>
                  </a:lnTo>
                  <a:lnTo>
                    <a:pt x="182880" y="7632"/>
                  </a:lnTo>
                  <a:lnTo>
                    <a:pt x="184150" y="7632"/>
                  </a:lnTo>
                  <a:lnTo>
                    <a:pt x="184150" y="6362"/>
                  </a:lnTo>
                  <a:lnTo>
                    <a:pt x="186690" y="6362"/>
                  </a:lnTo>
                  <a:lnTo>
                    <a:pt x="186690" y="5092"/>
                  </a:lnTo>
                  <a:close/>
                </a:path>
                <a:path w="194309" h="46355">
                  <a:moveTo>
                    <a:pt x="190500" y="1282"/>
                  </a:moveTo>
                  <a:lnTo>
                    <a:pt x="68580" y="1282"/>
                  </a:lnTo>
                  <a:lnTo>
                    <a:pt x="68580" y="12"/>
                  </a:lnTo>
                  <a:lnTo>
                    <a:pt x="67310" y="12"/>
                  </a:lnTo>
                  <a:lnTo>
                    <a:pt x="67310" y="1282"/>
                  </a:lnTo>
                  <a:lnTo>
                    <a:pt x="64770" y="1282"/>
                  </a:lnTo>
                  <a:lnTo>
                    <a:pt x="64770" y="3822"/>
                  </a:lnTo>
                  <a:lnTo>
                    <a:pt x="186690" y="3822"/>
                  </a:lnTo>
                  <a:lnTo>
                    <a:pt x="186690" y="5092"/>
                  </a:lnTo>
                  <a:lnTo>
                    <a:pt x="187960" y="5092"/>
                  </a:lnTo>
                  <a:lnTo>
                    <a:pt x="187960" y="3822"/>
                  </a:lnTo>
                  <a:lnTo>
                    <a:pt x="190500" y="3822"/>
                  </a:lnTo>
                  <a:lnTo>
                    <a:pt x="190500" y="1282"/>
                  </a:lnTo>
                  <a:close/>
                </a:path>
                <a:path w="194309" h="46355">
                  <a:moveTo>
                    <a:pt x="194297" y="0"/>
                  </a:moveTo>
                  <a:lnTo>
                    <a:pt x="191770" y="0"/>
                  </a:lnTo>
                  <a:lnTo>
                    <a:pt x="191770" y="1270"/>
                  </a:lnTo>
                  <a:lnTo>
                    <a:pt x="194297" y="1270"/>
                  </a:lnTo>
                  <a:lnTo>
                    <a:pt x="194297" y="0"/>
                  </a:lnTo>
                  <a:close/>
                </a:path>
              </a:pathLst>
            </a:custGeom>
            <a:solidFill>
              <a:srgbClr val="AA52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529577" y="1611642"/>
              <a:ext cx="161290" cy="22860"/>
            </a:xfrm>
            <a:custGeom>
              <a:avLst/>
              <a:gdLst/>
              <a:ahLst/>
              <a:cxnLst/>
              <a:rect l="l" t="t" r="r" b="b"/>
              <a:pathLst>
                <a:path w="161290" h="22860">
                  <a:moveTo>
                    <a:pt x="2540" y="21577"/>
                  </a:moveTo>
                  <a:lnTo>
                    <a:pt x="0" y="21577"/>
                  </a:lnTo>
                  <a:lnTo>
                    <a:pt x="0" y="22847"/>
                  </a:lnTo>
                  <a:lnTo>
                    <a:pt x="2540" y="22847"/>
                  </a:lnTo>
                  <a:lnTo>
                    <a:pt x="2540" y="21577"/>
                  </a:lnTo>
                  <a:close/>
                </a:path>
                <a:path w="161290" h="22860">
                  <a:moveTo>
                    <a:pt x="133350" y="19050"/>
                  </a:moveTo>
                  <a:lnTo>
                    <a:pt x="7620" y="19050"/>
                  </a:lnTo>
                  <a:lnTo>
                    <a:pt x="7620" y="17780"/>
                  </a:lnTo>
                  <a:lnTo>
                    <a:pt x="6350" y="17780"/>
                  </a:lnTo>
                  <a:lnTo>
                    <a:pt x="6350" y="19050"/>
                  </a:lnTo>
                  <a:lnTo>
                    <a:pt x="3810" y="19050"/>
                  </a:lnTo>
                  <a:lnTo>
                    <a:pt x="3810" y="21590"/>
                  </a:lnTo>
                  <a:lnTo>
                    <a:pt x="129540" y="21590"/>
                  </a:lnTo>
                  <a:lnTo>
                    <a:pt x="129540" y="22860"/>
                  </a:lnTo>
                  <a:lnTo>
                    <a:pt x="132067" y="22860"/>
                  </a:lnTo>
                  <a:lnTo>
                    <a:pt x="132067" y="21590"/>
                  </a:lnTo>
                  <a:lnTo>
                    <a:pt x="133350" y="21590"/>
                  </a:lnTo>
                  <a:lnTo>
                    <a:pt x="133350" y="19050"/>
                  </a:lnTo>
                  <a:close/>
                </a:path>
                <a:path w="161290" h="22860">
                  <a:moveTo>
                    <a:pt x="139700" y="16510"/>
                  </a:moveTo>
                  <a:lnTo>
                    <a:pt x="11430" y="16510"/>
                  </a:lnTo>
                  <a:lnTo>
                    <a:pt x="11430" y="15240"/>
                  </a:lnTo>
                  <a:lnTo>
                    <a:pt x="10160" y="15240"/>
                  </a:lnTo>
                  <a:lnTo>
                    <a:pt x="10160" y="16510"/>
                  </a:lnTo>
                  <a:lnTo>
                    <a:pt x="10160" y="17780"/>
                  </a:lnTo>
                  <a:lnTo>
                    <a:pt x="135890" y="17780"/>
                  </a:lnTo>
                  <a:lnTo>
                    <a:pt x="135890" y="19050"/>
                  </a:lnTo>
                  <a:lnTo>
                    <a:pt x="137160" y="19050"/>
                  </a:lnTo>
                  <a:lnTo>
                    <a:pt x="137160" y="17780"/>
                  </a:lnTo>
                  <a:lnTo>
                    <a:pt x="139700" y="17780"/>
                  </a:lnTo>
                  <a:lnTo>
                    <a:pt x="139700" y="16510"/>
                  </a:lnTo>
                  <a:close/>
                </a:path>
                <a:path w="161290" h="22860">
                  <a:moveTo>
                    <a:pt x="142240" y="12700"/>
                  </a:moveTo>
                  <a:lnTo>
                    <a:pt x="17780" y="12700"/>
                  </a:lnTo>
                  <a:lnTo>
                    <a:pt x="17780" y="11430"/>
                  </a:lnTo>
                  <a:lnTo>
                    <a:pt x="15240" y="11430"/>
                  </a:lnTo>
                  <a:lnTo>
                    <a:pt x="15240" y="12700"/>
                  </a:lnTo>
                  <a:lnTo>
                    <a:pt x="13970" y="12700"/>
                  </a:lnTo>
                  <a:lnTo>
                    <a:pt x="13970" y="15240"/>
                  </a:lnTo>
                  <a:lnTo>
                    <a:pt x="139700" y="15240"/>
                  </a:lnTo>
                  <a:lnTo>
                    <a:pt x="139700" y="16510"/>
                  </a:lnTo>
                  <a:lnTo>
                    <a:pt x="140970" y="16510"/>
                  </a:lnTo>
                  <a:lnTo>
                    <a:pt x="140970" y="15240"/>
                  </a:lnTo>
                  <a:lnTo>
                    <a:pt x="142240" y="15240"/>
                  </a:lnTo>
                  <a:lnTo>
                    <a:pt x="142240" y="12700"/>
                  </a:lnTo>
                  <a:close/>
                </a:path>
                <a:path w="161290" h="22860">
                  <a:moveTo>
                    <a:pt x="148590" y="10160"/>
                  </a:moveTo>
                  <a:lnTo>
                    <a:pt x="21590" y="10160"/>
                  </a:lnTo>
                  <a:lnTo>
                    <a:pt x="21590" y="8890"/>
                  </a:lnTo>
                  <a:lnTo>
                    <a:pt x="19050" y="8890"/>
                  </a:lnTo>
                  <a:lnTo>
                    <a:pt x="19050" y="10160"/>
                  </a:lnTo>
                  <a:lnTo>
                    <a:pt x="19050" y="11430"/>
                  </a:lnTo>
                  <a:lnTo>
                    <a:pt x="144767" y="11430"/>
                  </a:lnTo>
                  <a:lnTo>
                    <a:pt x="144767" y="12700"/>
                  </a:lnTo>
                  <a:lnTo>
                    <a:pt x="146050" y="12700"/>
                  </a:lnTo>
                  <a:lnTo>
                    <a:pt x="146050" y="11430"/>
                  </a:lnTo>
                  <a:lnTo>
                    <a:pt x="148590" y="11430"/>
                  </a:lnTo>
                  <a:lnTo>
                    <a:pt x="148590" y="10160"/>
                  </a:lnTo>
                  <a:close/>
                </a:path>
                <a:path w="161290" h="22860">
                  <a:moveTo>
                    <a:pt x="152400" y="6350"/>
                  </a:moveTo>
                  <a:lnTo>
                    <a:pt x="26670" y="6350"/>
                  </a:lnTo>
                  <a:lnTo>
                    <a:pt x="26670" y="5080"/>
                  </a:lnTo>
                  <a:lnTo>
                    <a:pt x="25400" y="5080"/>
                  </a:lnTo>
                  <a:lnTo>
                    <a:pt x="25400" y="6350"/>
                  </a:lnTo>
                  <a:lnTo>
                    <a:pt x="22860" y="6350"/>
                  </a:lnTo>
                  <a:lnTo>
                    <a:pt x="22860" y="8890"/>
                  </a:lnTo>
                  <a:lnTo>
                    <a:pt x="148590" y="8890"/>
                  </a:lnTo>
                  <a:lnTo>
                    <a:pt x="148590" y="10160"/>
                  </a:lnTo>
                  <a:lnTo>
                    <a:pt x="149860" y="10160"/>
                  </a:lnTo>
                  <a:lnTo>
                    <a:pt x="149860" y="8890"/>
                  </a:lnTo>
                  <a:lnTo>
                    <a:pt x="152400" y="8890"/>
                  </a:lnTo>
                  <a:lnTo>
                    <a:pt x="152400" y="6350"/>
                  </a:lnTo>
                  <a:close/>
                </a:path>
                <a:path w="161290" h="22860">
                  <a:moveTo>
                    <a:pt x="157480" y="3810"/>
                  </a:moveTo>
                  <a:lnTo>
                    <a:pt x="30480" y="3810"/>
                  </a:lnTo>
                  <a:lnTo>
                    <a:pt x="30480" y="2540"/>
                  </a:lnTo>
                  <a:lnTo>
                    <a:pt x="29210" y="2540"/>
                  </a:lnTo>
                  <a:lnTo>
                    <a:pt x="29210" y="3810"/>
                  </a:lnTo>
                  <a:lnTo>
                    <a:pt x="29210" y="5080"/>
                  </a:lnTo>
                  <a:lnTo>
                    <a:pt x="153670" y="5080"/>
                  </a:lnTo>
                  <a:lnTo>
                    <a:pt x="153670" y="6350"/>
                  </a:lnTo>
                  <a:lnTo>
                    <a:pt x="154940" y="6350"/>
                  </a:lnTo>
                  <a:lnTo>
                    <a:pt x="154940" y="5080"/>
                  </a:lnTo>
                  <a:lnTo>
                    <a:pt x="157480" y="5080"/>
                  </a:lnTo>
                  <a:lnTo>
                    <a:pt x="157480" y="3810"/>
                  </a:lnTo>
                  <a:close/>
                </a:path>
                <a:path w="161290" h="22860">
                  <a:moveTo>
                    <a:pt x="161290" y="0"/>
                  </a:moveTo>
                  <a:lnTo>
                    <a:pt x="33020" y="0"/>
                  </a:lnTo>
                  <a:lnTo>
                    <a:pt x="33020" y="2540"/>
                  </a:lnTo>
                  <a:lnTo>
                    <a:pt x="157480" y="2540"/>
                  </a:lnTo>
                  <a:lnTo>
                    <a:pt x="157480" y="3810"/>
                  </a:lnTo>
                  <a:lnTo>
                    <a:pt x="158750" y="3810"/>
                  </a:lnTo>
                  <a:lnTo>
                    <a:pt x="158750" y="2540"/>
                  </a:lnTo>
                  <a:lnTo>
                    <a:pt x="161290" y="2540"/>
                  </a:lnTo>
                  <a:lnTo>
                    <a:pt x="161290" y="0"/>
                  </a:lnTo>
                  <a:close/>
                </a:path>
              </a:pathLst>
            </a:custGeom>
            <a:solidFill>
              <a:srgbClr val="A850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459727" y="1634502"/>
              <a:ext cx="199390" cy="46990"/>
            </a:xfrm>
            <a:custGeom>
              <a:avLst/>
              <a:gdLst/>
              <a:ahLst/>
              <a:cxnLst/>
              <a:rect l="l" t="t" r="r" b="b"/>
              <a:pathLst>
                <a:path w="199390" h="46989">
                  <a:moveTo>
                    <a:pt x="1270" y="45707"/>
                  </a:moveTo>
                  <a:lnTo>
                    <a:pt x="0" y="45707"/>
                  </a:lnTo>
                  <a:lnTo>
                    <a:pt x="0" y="46977"/>
                  </a:lnTo>
                  <a:lnTo>
                    <a:pt x="1270" y="46977"/>
                  </a:lnTo>
                  <a:lnTo>
                    <a:pt x="1270" y="45707"/>
                  </a:lnTo>
                  <a:close/>
                </a:path>
                <a:path w="199390" h="46989">
                  <a:moveTo>
                    <a:pt x="135890" y="44450"/>
                  </a:moveTo>
                  <a:lnTo>
                    <a:pt x="5080" y="44450"/>
                  </a:lnTo>
                  <a:lnTo>
                    <a:pt x="5080" y="43180"/>
                  </a:lnTo>
                  <a:lnTo>
                    <a:pt x="3810" y="43180"/>
                  </a:lnTo>
                  <a:lnTo>
                    <a:pt x="3810" y="44450"/>
                  </a:lnTo>
                  <a:lnTo>
                    <a:pt x="3810" y="45720"/>
                  </a:lnTo>
                  <a:lnTo>
                    <a:pt x="133350" y="45720"/>
                  </a:lnTo>
                  <a:lnTo>
                    <a:pt x="133350" y="46990"/>
                  </a:lnTo>
                  <a:lnTo>
                    <a:pt x="134620" y="46990"/>
                  </a:lnTo>
                  <a:lnTo>
                    <a:pt x="134620" y="45720"/>
                  </a:lnTo>
                  <a:lnTo>
                    <a:pt x="135890" y="45720"/>
                  </a:lnTo>
                  <a:lnTo>
                    <a:pt x="135890" y="44450"/>
                  </a:lnTo>
                  <a:close/>
                </a:path>
                <a:path w="199390" h="46989">
                  <a:moveTo>
                    <a:pt x="139687" y="40640"/>
                  </a:moveTo>
                  <a:lnTo>
                    <a:pt x="11430" y="40640"/>
                  </a:lnTo>
                  <a:lnTo>
                    <a:pt x="11430" y="39370"/>
                  </a:lnTo>
                  <a:lnTo>
                    <a:pt x="8890" y="39370"/>
                  </a:lnTo>
                  <a:lnTo>
                    <a:pt x="8890" y="40640"/>
                  </a:lnTo>
                  <a:lnTo>
                    <a:pt x="7620" y="40640"/>
                  </a:lnTo>
                  <a:lnTo>
                    <a:pt x="7620" y="43180"/>
                  </a:lnTo>
                  <a:lnTo>
                    <a:pt x="135890" y="43180"/>
                  </a:lnTo>
                  <a:lnTo>
                    <a:pt x="135890" y="44450"/>
                  </a:lnTo>
                  <a:lnTo>
                    <a:pt x="138430" y="44450"/>
                  </a:lnTo>
                  <a:lnTo>
                    <a:pt x="138430" y="43180"/>
                  </a:lnTo>
                  <a:lnTo>
                    <a:pt x="139687" y="43180"/>
                  </a:lnTo>
                  <a:lnTo>
                    <a:pt x="139687" y="40640"/>
                  </a:lnTo>
                  <a:close/>
                </a:path>
                <a:path w="199390" h="46989">
                  <a:moveTo>
                    <a:pt x="146050" y="38100"/>
                  </a:moveTo>
                  <a:lnTo>
                    <a:pt x="15240" y="38100"/>
                  </a:lnTo>
                  <a:lnTo>
                    <a:pt x="15240" y="36830"/>
                  </a:lnTo>
                  <a:lnTo>
                    <a:pt x="12700" y="36830"/>
                  </a:lnTo>
                  <a:lnTo>
                    <a:pt x="12700" y="38100"/>
                  </a:lnTo>
                  <a:lnTo>
                    <a:pt x="12700" y="39370"/>
                  </a:lnTo>
                  <a:lnTo>
                    <a:pt x="142240" y="39370"/>
                  </a:lnTo>
                  <a:lnTo>
                    <a:pt x="142240" y="40640"/>
                  </a:lnTo>
                  <a:lnTo>
                    <a:pt x="143510" y="40640"/>
                  </a:lnTo>
                  <a:lnTo>
                    <a:pt x="143510" y="39370"/>
                  </a:lnTo>
                  <a:lnTo>
                    <a:pt x="146050" y="39370"/>
                  </a:lnTo>
                  <a:lnTo>
                    <a:pt x="146050" y="38100"/>
                  </a:lnTo>
                  <a:close/>
                </a:path>
                <a:path w="199390" h="46989">
                  <a:moveTo>
                    <a:pt x="148590" y="34290"/>
                  </a:moveTo>
                  <a:lnTo>
                    <a:pt x="20320" y="34290"/>
                  </a:lnTo>
                  <a:lnTo>
                    <a:pt x="20320" y="33020"/>
                  </a:lnTo>
                  <a:lnTo>
                    <a:pt x="19050" y="33020"/>
                  </a:lnTo>
                  <a:lnTo>
                    <a:pt x="19050" y="34290"/>
                  </a:lnTo>
                  <a:lnTo>
                    <a:pt x="16510" y="34290"/>
                  </a:lnTo>
                  <a:lnTo>
                    <a:pt x="16510" y="36830"/>
                  </a:lnTo>
                  <a:lnTo>
                    <a:pt x="146050" y="36830"/>
                  </a:lnTo>
                  <a:lnTo>
                    <a:pt x="146050" y="38100"/>
                  </a:lnTo>
                  <a:lnTo>
                    <a:pt x="147320" y="38100"/>
                  </a:lnTo>
                  <a:lnTo>
                    <a:pt x="147320" y="36830"/>
                  </a:lnTo>
                  <a:lnTo>
                    <a:pt x="148590" y="36830"/>
                  </a:lnTo>
                  <a:lnTo>
                    <a:pt x="148590" y="34290"/>
                  </a:lnTo>
                  <a:close/>
                </a:path>
                <a:path w="199390" h="46989">
                  <a:moveTo>
                    <a:pt x="154940" y="31750"/>
                  </a:moveTo>
                  <a:lnTo>
                    <a:pt x="24130" y="31750"/>
                  </a:lnTo>
                  <a:lnTo>
                    <a:pt x="24130" y="30480"/>
                  </a:lnTo>
                  <a:lnTo>
                    <a:pt x="22860" y="30480"/>
                  </a:lnTo>
                  <a:lnTo>
                    <a:pt x="22860" y="31750"/>
                  </a:lnTo>
                  <a:lnTo>
                    <a:pt x="22860" y="33020"/>
                  </a:lnTo>
                  <a:lnTo>
                    <a:pt x="151130" y="33020"/>
                  </a:lnTo>
                  <a:lnTo>
                    <a:pt x="151130" y="34290"/>
                  </a:lnTo>
                  <a:lnTo>
                    <a:pt x="152387" y="34290"/>
                  </a:lnTo>
                  <a:lnTo>
                    <a:pt x="152387" y="33020"/>
                  </a:lnTo>
                  <a:lnTo>
                    <a:pt x="154940" y="33020"/>
                  </a:lnTo>
                  <a:lnTo>
                    <a:pt x="154940" y="31750"/>
                  </a:lnTo>
                  <a:close/>
                </a:path>
                <a:path w="199390" h="46989">
                  <a:moveTo>
                    <a:pt x="158737" y="27940"/>
                  </a:moveTo>
                  <a:lnTo>
                    <a:pt x="30480" y="27940"/>
                  </a:lnTo>
                  <a:lnTo>
                    <a:pt x="30480" y="26670"/>
                  </a:lnTo>
                  <a:lnTo>
                    <a:pt x="27940" y="26670"/>
                  </a:lnTo>
                  <a:lnTo>
                    <a:pt x="27940" y="27940"/>
                  </a:lnTo>
                  <a:lnTo>
                    <a:pt x="26670" y="27940"/>
                  </a:lnTo>
                  <a:lnTo>
                    <a:pt x="26670" y="30480"/>
                  </a:lnTo>
                  <a:lnTo>
                    <a:pt x="154940" y="30480"/>
                  </a:lnTo>
                  <a:lnTo>
                    <a:pt x="154940" y="31750"/>
                  </a:lnTo>
                  <a:lnTo>
                    <a:pt x="156210" y="31750"/>
                  </a:lnTo>
                  <a:lnTo>
                    <a:pt x="156210" y="30480"/>
                  </a:lnTo>
                  <a:lnTo>
                    <a:pt x="158737" y="30480"/>
                  </a:lnTo>
                  <a:lnTo>
                    <a:pt x="158737" y="27940"/>
                  </a:lnTo>
                  <a:close/>
                </a:path>
                <a:path w="199390" h="46989">
                  <a:moveTo>
                    <a:pt x="163830" y="25400"/>
                  </a:moveTo>
                  <a:lnTo>
                    <a:pt x="34290" y="25400"/>
                  </a:lnTo>
                  <a:lnTo>
                    <a:pt x="34290" y="24130"/>
                  </a:lnTo>
                  <a:lnTo>
                    <a:pt x="31750" y="24130"/>
                  </a:lnTo>
                  <a:lnTo>
                    <a:pt x="31750" y="25400"/>
                  </a:lnTo>
                  <a:lnTo>
                    <a:pt x="31750" y="26670"/>
                  </a:lnTo>
                  <a:lnTo>
                    <a:pt x="160020" y="26670"/>
                  </a:lnTo>
                  <a:lnTo>
                    <a:pt x="160020" y="27940"/>
                  </a:lnTo>
                  <a:lnTo>
                    <a:pt x="161290" y="27940"/>
                  </a:lnTo>
                  <a:lnTo>
                    <a:pt x="161290" y="26670"/>
                  </a:lnTo>
                  <a:lnTo>
                    <a:pt x="163830" y="26670"/>
                  </a:lnTo>
                  <a:lnTo>
                    <a:pt x="163830" y="25400"/>
                  </a:lnTo>
                  <a:close/>
                </a:path>
                <a:path w="199390" h="46989">
                  <a:moveTo>
                    <a:pt x="167640" y="21590"/>
                  </a:moveTo>
                  <a:lnTo>
                    <a:pt x="39370" y="21590"/>
                  </a:lnTo>
                  <a:lnTo>
                    <a:pt x="39370" y="20320"/>
                  </a:lnTo>
                  <a:lnTo>
                    <a:pt x="38100" y="20320"/>
                  </a:lnTo>
                  <a:lnTo>
                    <a:pt x="38100" y="21590"/>
                  </a:lnTo>
                  <a:lnTo>
                    <a:pt x="35560" y="21590"/>
                  </a:lnTo>
                  <a:lnTo>
                    <a:pt x="35560" y="24130"/>
                  </a:lnTo>
                  <a:lnTo>
                    <a:pt x="163830" y="24130"/>
                  </a:lnTo>
                  <a:lnTo>
                    <a:pt x="163830" y="25387"/>
                  </a:lnTo>
                  <a:lnTo>
                    <a:pt x="165100" y="25387"/>
                  </a:lnTo>
                  <a:lnTo>
                    <a:pt x="165100" y="24130"/>
                  </a:lnTo>
                  <a:lnTo>
                    <a:pt x="167640" y="24130"/>
                  </a:lnTo>
                  <a:lnTo>
                    <a:pt x="167640" y="21590"/>
                  </a:lnTo>
                  <a:close/>
                </a:path>
                <a:path w="199390" h="46989">
                  <a:moveTo>
                    <a:pt x="172720" y="19050"/>
                  </a:moveTo>
                  <a:lnTo>
                    <a:pt x="43180" y="19050"/>
                  </a:lnTo>
                  <a:lnTo>
                    <a:pt x="43180" y="17780"/>
                  </a:lnTo>
                  <a:lnTo>
                    <a:pt x="41910" y="17780"/>
                  </a:lnTo>
                  <a:lnTo>
                    <a:pt x="41910" y="19050"/>
                  </a:lnTo>
                  <a:lnTo>
                    <a:pt x="41910" y="20320"/>
                  </a:lnTo>
                  <a:lnTo>
                    <a:pt x="168910" y="20320"/>
                  </a:lnTo>
                  <a:lnTo>
                    <a:pt x="168910" y="21590"/>
                  </a:lnTo>
                  <a:lnTo>
                    <a:pt x="171437" y="21590"/>
                  </a:lnTo>
                  <a:lnTo>
                    <a:pt x="171437" y="20320"/>
                  </a:lnTo>
                  <a:lnTo>
                    <a:pt x="172720" y="20320"/>
                  </a:lnTo>
                  <a:lnTo>
                    <a:pt x="172720" y="19050"/>
                  </a:lnTo>
                  <a:close/>
                </a:path>
                <a:path w="199390" h="46989">
                  <a:moveTo>
                    <a:pt x="176517" y="15240"/>
                  </a:moveTo>
                  <a:lnTo>
                    <a:pt x="49530" y="15240"/>
                  </a:lnTo>
                  <a:lnTo>
                    <a:pt x="49530" y="13970"/>
                  </a:lnTo>
                  <a:lnTo>
                    <a:pt x="46990" y="13970"/>
                  </a:lnTo>
                  <a:lnTo>
                    <a:pt x="46990" y="15240"/>
                  </a:lnTo>
                  <a:lnTo>
                    <a:pt x="45720" y="15240"/>
                  </a:lnTo>
                  <a:lnTo>
                    <a:pt x="45720" y="17780"/>
                  </a:lnTo>
                  <a:lnTo>
                    <a:pt x="172720" y="17780"/>
                  </a:lnTo>
                  <a:lnTo>
                    <a:pt x="172720" y="19050"/>
                  </a:lnTo>
                  <a:lnTo>
                    <a:pt x="173990" y="19050"/>
                  </a:lnTo>
                  <a:lnTo>
                    <a:pt x="173990" y="17780"/>
                  </a:lnTo>
                  <a:lnTo>
                    <a:pt x="176517" y="17780"/>
                  </a:lnTo>
                  <a:lnTo>
                    <a:pt x="176517" y="15240"/>
                  </a:lnTo>
                  <a:close/>
                </a:path>
                <a:path w="199390" h="46989">
                  <a:moveTo>
                    <a:pt x="181610" y="12700"/>
                  </a:moveTo>
                  <a:lnTo>
                    <a:pt x="53340" y="12700"/>
                  </a:lnTo>
                  <a:lnTo>
                    <a:pt x="53340" y="11430"/>
                  </a:lnTo>
                  <a:lnTo>
                    <a:pt x="50800" y="11430"/>
                  </a:lnTo>
                  <a:lnTo>
                    <a:pt x="50800" y="12700"/>
                  </a:lnTo>
                  <a:lnTo>
                    <a:pt x="50800" y="13970"/>
                  </a:lnTo>
                  <a:lnTo>
                    <a:pt x="177800" y="13970"/>
                  </a:lnTo>
                  <a:lnTo>
                    <a:pt x="177800" y="15240"/>
                  </a:lnTo>
                  <a:lnTo>
                    <a:pt x="180340" y="15240"/>
                  </a:lnTo>
                  <a:lnTo>
                    <a:pt x="180340" y="13970"/>
                  </a:lnTo>
                  <a:lnTo>
                    <a:pt x="181610" y="13970"/>
                  </a:lnTo>
                  <a:lnTo>
                    <a:pt x="181610" y="12700"/>
                  </a:lnTo>
                  <a:close/>
                </a:path>
                <a:path w="199390" h="46989">
                  <a:moveTo>
                    <a:pt x="185420" y="8890"/>
                  </a:moveTo>
                  <a:lnTo>
                    <a:pt x="58420" y="8890"/>
                  </a:lnTo>
                  <a:lnTo>
                    <a:pt x="58420" y="7620"/>
                  </a:lnTo>
                  <a:lnTo>
                    <a:pt x="57150" y="7620"/>
                  </a:lnTo>
                  <a:lnTo>
                    <a:pt x="57150" y="8890"/>
                  </a:lnTo>
                  <a:lnTo>
                    <a:pt x="54610" y="8890"/>
                  </a:lnTo>
                  <a:lnTo>
                    <a:pt x="54610" y="11430"/>
                  </a:lnTo>
                  <a:lnTo>
                    <a:pt x="181610" y="11430"/>
                  </a:lnTo>
                  <a:lnTo>
                    <a:pt x="181610" y="12700"/>
                  </a:lnTo>
                  <a:lnTo>
                    <a:pt x="184150" y="12700"/>
                  </a:lnTo>
                  <a:lnTo>
                    <a:pt x="184150" y="11430"/>
                  </a:lnTo>
                  <a:lnTo>
                    <a:pt x="185420" y="11430"/>
                  </a:lnTo>
                  <a:lnTo>
                    <a:pt x="185420" y="8890"/>
                  </a:lnTo>
                  <a:close/>
                </a:path>
                <a:path w="199390" h="46989">
                  <a:moveTo>
                    <a:pt x="190500" y="6350"/>
                  </a:moveTo>
                  <a:lnTo>
                    <a:pt x="62230" y="6350"/>
                  </a:lnTo>
                  <a:lnTo>
                    <a:pt x="62230" y="5080"/>
                  </a:lnTo>
                  <a:lnTo>
                    <a:pt x="60960" y="5080"/>
                  </a:lnTo>
                  <a:lnTo>
                    <a:pt x="60960" y="6350"/>
                  </a:lnTo>
                  <a:lnTo>
                    <a:pt x="60960" y="7620"/>
                  </a:lnTo>
                  <a:lnTo>
                    <a:pt x="186690" y="7620"/>
                  </a:lnTo>
                  <a:lnTo>
                    <a:pt x="186690" y="8890"/>
                  </a:lnTo>
                  <a:lnTo>
                    <a:pt x="189217" y="8890"/>
                  </a:lnTo>
                  <a:lnTo>
                    <a:pt x="189217" y="7620"/>
                  </a:lnTo>
                  <a:lnTo>
                    <a:pt x="190500" y="7620"/>
                  </a:lnTo>
                  <a:lnTo>
                    <a:pt x="190500" y="6350"/>
                  </a:lnTo>
                  <a:close/>
                </a:path>
                <a:path w="199390" h="46989">
                  <a:moveTo>
                    <a:pt x="194310" y="2540"/>
                  </a:moveTo>
                  <a:lnTo>
                    <a:pt x="68580" y="2540"/>
                  </a:lnTo>
                  <a:lnTo>
                    <a:pt x="68580" y="1270"/>
                  </a:lnTo>
                  <a:lnTo>
                    <a:pt x="66040" y="1270"/>
                  </a:lnTo>
                  <a:lnTo>
                    <a:pt x="66040" y="2540"/>
                  </a:lnTo>
                  <a:lnTo>
                    <a:pt x="64770" y="2540"/>
                  </a:lnTo>
                  <a:lnTo>
                    <a:pt x="64770" y="5080"/>
                  </a:lnTo>
                  <a:lnTo>
                    <a:pt x="190500" y="5080"/>
                  </a:lnTo>
                  <a:lnTo>
                    <a:pt x="190500" y="6350"/>
                  </a:lnTo>
                  <a:lnTo>
                    <a:pt x="193040" y="6350"/>
                  </a:lnTo>
                  <a:lnTo>
                    <a:pt x="193040" y="5080"/>
                  </a:lnTo>
                  <a:lnTo>
                    <a:pt x="194310" y="5080"/>
                  </a:lnTo>
                  <a:lnTo>
                    <a:pt x="194310" y="2540"/>
                  </a:lnTo>
                  <a:close/>
                </a:path>
                <a:path w="199390" h="46989">
                  <a:moveTo>
                    <a:pt x="199390" y="0"/>
                  </a:moveTo>
                  <a:lnTo>
                    <a:pt x="69850" y="0"/>
                  </a:lnTo>
                  <a:lnTo>
                    <a:pt x="69850" y="1270"/>
                  </a:lnTo>
                  <a:lnTo>
                    <a:pt x="196850" y="1270"/>
                  </a:lnTo>
                  <a:lnTo>
                    <a:pt x="196850" y="2540"/>
                  </a:lnTo>
                  <a:lnTo>
                    <a:pt x="198120" y="2540"/>
                  </a:lnTo>
                  <a:lnTo>
                    <a:pt x="198120" y="1270"/>
                  </a:lnTo>
                  <a:lnTo>
                    <a:pt x="199390" y="1270"/>
                  </a:lnTo>
                  <a:lnTo>
                    <a:pt x="199390" y="0"/>
                  </a:lnTo>
                  <a:close/>
                </a:path>
              </a:pathLst>
            </a:custGeom>
            <a:solidFill>
              <a:srgbClr val="A84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389877" y="1681492"/>
              <a:ext cx="200660" cy="46990"/>
            </a:xfrm>
            <a:custGeom>
              <a:avLst/>
              <a:gdLst/>
              <a:ahLst/>
              <a:cxnLst/>
              <a:rect l="l" t="t" r="r" b="b"/>
              <a:pathLst>
                <a:path w="200659" h="46989">
                  <a:moveTo>
                    <a:pt x="137160" y="44450"/>
                  </a:moveTo>
                  <a:lnTo>
                    <a:pt x="3810" y="44450"/>
                  </a:lnTo>
                  <a:lnTo>
                    <a:pt x="3810" y="43180"/>
                  </a:lnTo>
                  <a:lnTo>
                    <a:pt x="2540" y="43180"/>
                  </a:lnTo>
                  <a:lnTo>
                    <a:pt x="2540" y="44450"/>
                  </a:lnTo>
                  <a:lnTo>
                    <a:pt x="0" y="44450"/>
                  </a:lnTo>
                  <a:lnTo>
                    <a:pt x="0" y="46990"/>
                  </a:lnTo>
                  <a:lnTo>
                    <a:pt x="137160" y="46990"/>
                  </a:lnTo>
                  <a:lnTo>
                    <a:pt x="137160" y="44450"/>
                  </a:lnTo>
                  <a:close/>
                </a:path>
                <a:path w="200659" h="46989">
                  <a:moveTo>
                    <a:pt x="142240" y="41910"/>
                  </a:moveTo>
                  <a:lnTo>
                    <a:pt x="7620" y="41910"/>
                  </a:lnTo>
                  <a:lnTo>
                    <a:pt x="7620" y="40640"/>
                  </a:lnTo>
                  <a:lnTo>
                    <a:pt x="6350" y="40640"/>
                  </a:lnTo>
                  <a:lnTo>
                    <a:pt x="6350" y="41910"/>
                  </a:lnTo>
                  <a:lnTo>
                    <a:pt x="6350" y="43180"/>
                  </a:lnTo>
                  <a:lnTo>
                    <a:pt x="139700" y="43180"/>
                  </a:lnTo>
                  <a:lnTo>
                    <a:pt x="139700" y="44450"/>
                  </a:lnTo>
                  <a:lnTo>
                    <a:pt x="140970" y="44450"/>
                  </a:lnTo>
                  <a:lnTo>
                    <a:pt x="140970" y="43180"/>
                  </a:lnTo>
                  <a:lnTo>
                    <a:pt x="142240" y="43180"/>
                  </a:lnTo>
                  <a:lnTo>
                    <a:pt x="142240" y="41910"/>
                  </a:lnTo>
                  <a:close/>
                </a:path>
                <a:path w="200659" h="46989">
                  <a:moveTo>
                    <a:pt x="146050" y="38100"/>
                  </a:moveTo>
                  <a:lnTo>
                    <a:pt x="13970" y="38100"/>
                  </a:lnTo>
                  <a:lnTo>
                    <a:pt x="13970" y="36830"/>
                  </a:lnTo>
                  <a:lnTo>
                    <a:pt x="11430" y="36830"/>
                  </a:lnTo>
                  <a:lnTo>
                    <a:pt x="11430" y="38100"/>
                  </a:lnTo>
                  <a:lnTo>
                    <a:pt x="10160" y="38100"/>
                  </a:lnTo>
                  <a:lnTo>
                    <a:pt x="10160" y="40640"/>
                  </a:lnTo>
                  <a:lnTo>
                    <a:pt x="142240" y="40640"/>
                  </a:lnTo>
                  <a:lnTo>
                    <a:pt x="142240" y="41910"/>
                  </a:lnTo>
                  <a:lnTo>
                    <a:pt x="144780" y="41910"/>
                  </a:lnTo>
                  <a:lnTo>
                    <a:pt x="144780" y="40640"/>
                  </a:lnTo>
                  <a:lnTo>
                    <a:pt x="146050" y="40640"/>
                  </a:lnTo>
                  <a:lnTo>
                    <a:pt x="146050" y="38100"/>
                  </a:lnTo>
                  <a:close/>
                </a:path>
                <a:path w="200659" h="46989">
                  <a:moveTo>
                    <a:pt x="152400" y="35560"/>
                  </a:moveTo>
                  <a:lnTo>
                    <a:pt x="17780" y="35560"/>
                  </a:lnTo>
                  <a:lnTo>
                    <a:pt x="17780" y="34290"/>
                  </a:lnTo>
                  <a:lnTo>
                    <a:pt x="15240" y="34290"/>
                  </a:lnTo>
                  <a:lnTo>
                    <a:pt x="15240" y="35560"/>
                  </a:lnTo>
                  <a:lnTo>
                    <a:pt x="15240" y="36830"/>
                  </a:lnTo>
                  <a:lnTo>
                    <a:pt x="148590" y="36830"/>
                  </a:lnTo>
                  <a:lnTo>
                    <a:pt x="148590" y="38100"/>
                  </a:lnTo>
                  <a:lnTo>
                    <a:pt x="149860" y="38100"/>
                  </a:lnTo>
                  <a:lnTo>
                    <a:pt x="149860" y="36830"/>
                  </a:lnTo>
                  <a:lnTo>
                    <a:pt x="152400" y="36830"/>
                  </a:lnTo>
                  <a:lnTo>
                    <a:pt x="152400" y="35560"/>
                  </a:lnTo>
                  <a:close/>
                </a:path>
                <a:path w="200659" h="46989">
                  <a:moveTo>
                    <a:pt x="154940" y="31750"/>
                  </a:moveTo>
                  <a:lnTo>
                    <a:pt x="22860" y="31750"/>
                  </a:lnTo>
                  <a:lnTo>
                    <a:pt x="22860" y="30480"/>
                  </a:lnTo>
                  <a:lnTo>
                    <a:pt x="21590" y="30480"/>
                  </a:lnTo>
                  <a:lnTo>
                    <a:pt x="21590" y="31750"/>
                  </a:lnTo>
                  <a:lnTo>
                    <a:pt x="19050" y="31750"/>
                  </a:lnTo>
                  <a:lnTo>
                    <a:pt x="19050" y="34290"/>
                  </a:lnTo>
                  <a:lnTo>
                    <a:pt x="152400" y="34290"/>
                  </a:lnTo>
                  <a:lnTo>
                    <a:pt x="152400" y="35560"/>
                  </a:lnTo>
                  <a:lnTo>
                    <a:pt x="153670" y="35560"/>
                  </a:lnTo>
                  <a:lnTo>
                    <a:pt x="153670" y="34290"/>
                  </a:lnTo>
                  <a:lnTo>
                    <a:pt x="154940" y="34290"/>
                  </a:lnTo>
                  <a:lnTo>
                    <a:pt x="154940" y="31750"/>
                  </a:lnTo>
                  <a:close/>
                </a:path>
                <a:path w="200659" h="46989">
                  <a:moveTo>
                    <a:pt x="161290" y="29210"/>
                  </a:moveTo>
                  <a:lnTo>
                    <a:pt x="26670" y="29210"/>
                  </a:lnTo>
                  <a:lnTo>
                    <a:pt x="26670" y="27940"/>
                  </a:lnTo>
                  <a:lnTo>
                    <a:pt x="25400" y="27940"/>
                  </a:lnTo>
                  <a:lnTo>
                    <a:pt x="25400" y="29210"/>
                  </a:lnTo>
                  <a:lnTo>
                    <a:pt x="25400" y="30480"/>
                  </a:lnTo>
                  <a:lnTo>
                    <a:pt x="157467" y="30480"/>
                  </a:lnTo>
                  <a:lnTo>
                    <a:pt x="157467" y="31750"/>
                  </a:lnTo>
                  <a:lnTo>
                    <a:pt x="158750" y="31750"/>
                  </a:lnTo>
                  <a:lnTo>
                    <a:pt x="158750" y="30480"/>
                  </a:lnTo>
                  <a:lnTo>
                    <a:pt x="161290" y="30480"/>
                  </a:lnTo>
                  <a:lnTo>
                    <a:pt x="161290" y="29210"/>
                  </a:lnTo>
                  <a:close/>
                </a:path>
                <a:path w="200659" h="46989">
                  <a:moveTo>
                    <a:pt x="165100" y="25400"/>
                  </a:moveTo>
                  <a:lnTo>
                    <a:pt x="33020" y="25400"/>
                  </a:lnTo>
                  <a:lnTo>
                    <a:pt x="33020" y="24130"/>
                  </a:lnTo>
                  <a:lnTo>
                    <a:pt x="30480" y="24130"/>
                  </a:lnTo>
                  <a:lnTo>
                    <a:pt x="30480" y="25400"/>
                  </a:lnTo>
                  <a:lnTo>
                    <a:pt x="29210" y="25400"/>
                  </a:lnTo>
                  <a:lnTo>
                    <a:pt x="29210" y="27940"/>
                  </a:lnTo>
                  <a:lnTo>
                    <a:pt x="161290" y="27940"/>
                  </a:lnTo>
                  <a:lnTo>
                    <a:pt x="161290" y="29210"/>
                  </a:lnTo>
                  <a:lnTo>
                    <a:pt x="162560" y="29210"/>
                  </a:lnTo>
                  <a:lnTo>
                    <a:pt x="162560" y="27940"/>
                  </a:lnTo>
                  <a:lnTo>
                    <a:pt x="165100" y="27940"/>
                  </a:lnTo>
                  <a:lnTo>
                    <a:pt x="165100" y="25400"/>
                  </a:lnTo>
                  <a:close/>
                </a:path>
                <a:path w="200659" h="46989">
                  <a:moveTo>
                    <a:pt x="170167" y="22860"/>
                  </a:moveTo>
                  <a:lnTo>
                    <a:pt x="36830" y="22860"/>
                  </a:lnTo>
                  <a:lnTo>
                    <a:pt x="36830" y="21590"/>
                  </a:lnTo>
                  <a:lnTo>
                    <a:pt x="34290" y="21590"/>
                  </a:lnTo>
                  <a:lnTo>
                    <a:pt x="34290" y="22860"/>
                  </a:lnTo>
                  <a:lnTo>
                    <a:pt x="34290" y="24130"/>
                  </a:lnTo>
                  <a:lnTo>
                    <a:pt x="166370" y="24130"/>
                  </a:lnTo>
                  <a:lnTo>
                    <a:pt x="166370" y="25387"/>
                  </a:lnTo>
                  <a:lnTo>
                    <a:pt x="167640" y="25387"/>
                  </a:lnTo>
                  <a:lnTo>
                    <a:pt x="167640" y="24130"/>
                  </a:lnTo>
                  <a:lnTo>
                    <a:pt x="170167" y="24130"/>
                  </a:lnTo>
                  <a:lnTo>
                    <a:pt x="170167" y="22860"/>
                  </a:lnTo>
                  <a:close/>
                </a:path>
                <a:path w="200659" h="46989">
                  <a:moveTo>
                    <a:pt x="173990" y="19050"/>
                  </a:moveTo>
                  <a:lnTo>
                    <a:pt x="41910" y="19050"/>
                  </a:lnTo>
                  <a:lnTo>
                    <a:pt x="41910" y="17780"/>
                  </a:lnTo>
                  <a:lnTo>
                    <a:pt x="40640" y="17780"/>
                  </a:lnTo>
                  <a:lnTo>
                    <a:pt x="40640" y="19050"/>
                  </a:lnTo>
                  <a:lnTo>
                    <a:pt x="38100" y="19050"/>
                  </a:lnTo>
                  <a:lnTo>
                    <a:pt x="38100" y="21590"/>
                  </a:lnTo>
                  <a:lnTo>
                    <a:pt x="170167" y="21590"/>
                  </a:lnTo>
                  <a:lnTo>
                    <a:pt x="170167" y="22860"/>
                  </a:lnTo>
                  <a:lnTo>
                    <a:pt x="171450" y="22860"/>
                  </a:lnTo>
                  <a:lnTo>
                    <a:pt x="171450" y="21590"/>
                  </a:lnTo>
                  <a:lnTo>
                    <a:pt x="173990" y="21590"/>
                  </a:lnTo>
                  <a:lnTo>
                    <a:pt x="173990" y="19050"/>
                  </a:lnTo>
                  <a:close/>
                </a:path>
                <a:path w="200659" h="46989">
                  <a:moveTo>
                    <a:pt x="179070" y="16510"/>
                  </a:moveTo>
                  <a:lnTo>
                    <a:pt x="45720" y="16510"/>
                  </a:lnTo>
                  <a:lnTo>
                    <a:pt x="45720" y="15240"/>
                  </a:lnTo>
                  <a:lnTo>
                    <a:pt x="44450" y="15240"/>
                  </a:lnTo>
                  <a:lnTo>
                    <a:pt x="44450" y="16510"/>
                  </a:lnTo>
                  <a:lnTo>
                    <a:pt x="44450" y="17780"/>
                  </a:lnTo>
                  <a:lnTo>
                    <a:pt x="175260" y="17780"/>
                  </a:lnTo>
                  <a:lnTo>
                    <a:pt x="175260" y="19050"/>
                  </a:lnTo>
                  <a:lnTo>
                    <a:pt x="177800" y="19050"/>
                  </a:lnTo>
                  <a:lnTo>
                    <a:pt x="177800" y="17780"/>
                  </a:lnTo>
                  <a:lnTo>
                    <a:pt x="179070" y="17780"/>
                  </a:lnTo>
                  <a:lnTo>
                    <a:pt x="179070" y="16510"/>
                  </a:lnTo>
                  <a:close/>
                </a:path>
                <a:path w="200659" h="46989">
                  <a:moveTo>
                    <a:pt x="182880" y="12700"/>
                  </a:moveTo>
                  <a:lnTo>
                    <a:pt x="52070" y="12700"/>
                  </a:lnTo>
                  <a:lnTo>
                    <a:pt x="52070" y="11430"/>
                  </a:lnTo>
                  <a:lnTo>
                    <a:pt x="49530" y="11430"/>
                  </a:lnTo>
                  <a:lnTo>
                    <a:pt x="49530" y="12700"/>
                  </a:lnTo>
                  <a:lnTo>
                    <a:pt x="48260" y="12700"/>
                  </a:lnTo>
                  <a:lnTo>
                    <a:pt x="48260" y="15240"/>
                  </a:lnTo>
                  <a:lnTo>
                    <a:pt x="179070" y="15240"/>
                  </a:lnTo>
                  <a:lnTo>
                    <a:pt x="179070" y="16510"/>
                  </a:lnTo>
                  <a:lnTo>
                    <a:pt x="180340" y="16510"/>
                  </a:lnTo>
                  <a:lnTo>
                    <a:pt x="180340" y="15240"/>
                  </a:lnTo>
                  <a:lnTo>
                    <a:pt x="182880" y="15240"/>
                  </a:lnTo>
                  <a:lnTo>
                    <a:pt x="182880" y="12700"/>
                  </a:lnTo>
                  <a:close/>
                </a:path>
                <a:path w="200659" h="46989">
                  <a:moveTo>
                    <a:pt x="187960" y="10160"/>
                  </a:moveTo>
                  <a:lnTo>
                    <a:pt x="55880" y="10160"/>
                  </a:lnTo>
                  <a:lnTo>
                    <a:pt x="55880" y="8890"/>
                  </a:lnTo>
                  <a:lnTo>
                    <a:pt x="54610" y="8890"/>
                  </a:lnTo>
                  <a:lnTo>
                    <a:pt x="54610" y="10160"/>
                  </a:lnTo>
                  <a:lnTo>
                    <a:pt x="54610" y="11430"/>
                  </a:lnTo>
                  <a:lnTo>
                    <a:pt x="184150" y="11430"/>
                  </a:lnTo>
                  <a:lnTo>
                    <a:pt x="184150" y="12700"/>
                  </a:lnTo>
                  <a:lnTo>
                    <a:pt x="186690" y="12700"/>
                  </a:lnTo>
                  <a:lnTo>
                    <a:pt x="186690" y="11430"/>
                  </a:lnTo>
                  <a:lnTo>
                    <a:pt x="187960" y="11430"/>
                  </a:lnTo>
                  <a:lnTo>
                    <a:pt x="187960" y="10160"/>
                  </a:lnTo>
                  <a:close/>
                </a:path>
                <a:path w="200659" h="46989">
                  <a:moveTo>
                    <a:pt x="191770" y="6350"/>
                  </a:moveTo>
                  <a:lnTo>
                    <a:pt x="62230" y="6350"/>
                  </a:lnTo>
                  <a:lnTo>
                    <a:pt x="62230" y="5080"/>
                  </a:lnTo>
                  <a:lnTo>
                    <a:pt x="59690" y="5080"/>
                  </a:lnTo>
                  <a:lnTo>
                    <a:pt x="59690" y="6350"/>
                  </a:lnTo>
                  <a:lnTo>
                    <a:pt x="58420" y="6350"/>
                  </a:lnTo>
                  <a:lnTo>
                    <a:pt x="58420" y="8890"/>
                  </a:lnTo>
                  <a:lnTo>
                    <a:pt x="187960" y="8890"/>
                  </a:lnTo>
                  <a:lnTo>
                    <a:pt x="187960" y="10160"/>
                  </a:lnTo>
                  <a:lnTo>
                    <a:pt x="190500" y="10160"/>
                  </a:lnTo>
                  <a:lnTo>
                    <a:pt x="190500" y="8890"/>
                  </a:lnTo>
                  <a:lnTo>
                    <a:pt x="191770" y="8890"/>
                  </a:lnTo>
                  <a:lnTo>
                    <a:pt x="191770" y="6350"/>
                  </a:lnTo>
                  <a:close/>
                </a:path>
                <a:path w="200659" h="46989">
                  <a:moveTo>
                    <a:pt x="196850" y="3810"/>
                  </a:moveTo>
                  <a:lnTo>
                    <a:pt x="66040" y="3810"/>
                  </a:lnTo>
                  <a:lnTo>
                    <a:pt x="66040" y="2540"/>
                  </a:lnTo>
                  <a:lnTo>
                    <a:pt x="63500" y="2540"/>
                  </a:lnTo>
                  <a:lnTo>
                    <a:pt x="63500" y="3810"/>
                  </a:lnTo>
                  <a:lnTo>
                    <a:pt x="63500" y="5080"/>
                  </a:lnTo>
                  <a:lnTo>
                    <a:pt x="193040" y="5080"/>
                  </a:lnTo>
                  <a:lnTo>
                    <a:pt x="193040" y="6350"/>
                  </a:lnTo>
                  <a:lnTo>
                    <a:pt x="195580" y="6350"/>
                  </a:lnTo>
                  <a:lnTo>
                    <a:pt x="195580" y="5080"/>
                  </a:lnTo>
                  <a:lnTo>
                    <a:pt x="196850" y="5080"/>
                  </a:lnTo>
                  <a:lnTo>
                    <a:pt x="196850" y="3810"/>
                  </a:lnTo>
                  <a:close/>
                </a:path>
                <a:path w="200659" h="46989">
                  <a:moveTo>
                    <a:pt x="200660" y="0"/>
                  </a:moveTo>
                  <a:lnTo>
                    <a:pt x="67310" y="0"/>
                  </a:lnTo>
                  <a:lnTo>
                    <a:pt x="67310" y="2540"/>
                  </a:lnTo>
                  <a:lnTo>
                    <a:pt x="196850" y="2540"/>
                  </a:lnTo>
                  <a:lnTo>
                    <a:pt x="196850" y="3810"/>
                  </a:lnTo>
                  <a:lnTo>
                    <a:pt x="199390" y="3810"/>
                  </a:lnTo>
                  <a:lnTo>
                    <a:pt x="199390" y="2540"/>
                  </a:lnTo>
                  <a:lnTo>
                    <a:pt x="200660" y="2540"/>
                  </a:lnTo>
                  <a:lnTo>
                    <a:pt x="200660" y="0"/>
                  </a:lnTo>
                  <a:close/>
                </a:path>
              </a:pathLst>
            </a:custGeom>
            <a:solidFill>
              <a:srgbClr val="A74D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320027" y="1728469"/>
              <a:ext cx="205740" cy="47625"/>
            </a:xfrm>
            <a:custGeom>
              <a:avLst/>
              <a:gdLst/>
              <a:ahLst/>
              <a:cxnLst/>
              <a:rect l="l" t="t" r="r" b="b"/>
              <a:pathLst>
                <a:path w="205740" h="47625">
                  <a:moveTo>
                    <a:pt x="35560" y="21590"/>
                  </a:moveTo>
                  <a:lnTo>
                    <a:pt x="34290" y="21590"/>
                  </a:lnTo>
                  <a:lnTo>
                    <a:pt x="34290" y="22860"/>
                  </a:lnTo>
                  <a:lnTo>
                    <a:pt x="35560" y="22860"/>
                  </a:lnTo>
                  <a:lnTo>
                    <a:pt x="35560" y="21590"/>
                  </a:lnTo>
                  <a:close/>
                </a:path>
                <a:path w="205740" h="47625">
                  <a:moveTo>
                    <a:pt x="144780" y="45732"/>
                  </a:moveTo>
                  <a:lnTo>
                    <a:pt x="1270" y="45732"/>
                  </a:lnTo>
                  <a:lnTo>
                    <a:pt x="1270" y="44462"/>
                  </a:lnTo>
                  <a:lnTo>
                    <a:pt x="0" y="44462"/>
                  </a:lnTo>
                  <a:lnTo>
                    <a:pt x="0" y="45732"/>
                  </a:lnTo>
                  <a:lnTo>
                    <a:pt x="0" y="47002"/>
                  </a:lnTo>
                  <a:lnTo>
                    <a:pt x="144780" y="47002"/>
                  </a:lnTo>
                  <a:lnTo>
                    <a:pt x="144780" y="45732"/>
                  </a:lnTo>
                  <a:close/>
                </a:path>
                <a:path w="205740" h="47625">
                  <a:moveTo>
                    <a:pt x="147320" y="41922"/>
                  </a:moveTo>
                  <a:lnTo>
                    <a:pt x="7620" y="41922"/>
                  </a:lnTo>
                  <a:lnTo>
                    <a:pt x="7620" y="40652"/>
                  </a:lnTo>
                  <a:lnTo>
                    <a:pt x="5080" y="40652"/>
                  </a:lnTo>
                  <a:lnTo>
                    <a:pt x="5080" y="41922"/>
                  </a:lnTo>
                  <a:lnTo>
                    <a:pt x="3810" y="41922"/>
                  </a:lnTo>
                  <a:lnTo>
                    <a:pt x="3810" y="44462"/>
                  </a:lnTo>
                  <a:lnTo>
                    <a:pt x="144780" y="44462"/>
                  </a:lnTo>
                  <a:lnTo>
                    <a:pt x="144780" y="45732"/>
                  </a:lnTo>
                  <a:lnTo>
                    <a:pt x="146050" y="45732"/>
                  </a:lnTo>
                  <a:lnTo>
                    <a:pt x="146050" y="44462"/>
                  </a:lnTo>
                  <a:lnTo>
                    <a:pt x="147320" y="44462"/>
                  </a:lnTo>
                  <a:lnTo>
                    <a:pt x="147320" y="41922"/>
                  </a:lnTo>
                  <a:close/>
                </a:path>
                <a:path w="205740" h="47625">
                  <a:moveTo>
                    <a:pt x="152400" y="39382"/>
                  </a:moveTo>
                  <a:lnTo>
                    <a:pt x="11430" y="39382"/>
                  </a:lnTo>
                  <a:lnTo>
                    <a:pt x="11430" y="38112"/>
                  </a:lnTo>
                  <a:lnTo>
                    <a:pt x="8890" y="38112"/>
                  </a:lnTo>
                  <a:lnTo>
                    <a:pt x="8890" y="39382"/>
                  </a:lnTo>
                  <a:lnTo>
                    <a:pt x="8890" y="40652"/>
                  </a:lnTo>
                  <a:lnTo>
                    <a:pt x="149860" y="40652"/>
                  </a:lnTo>
                  <a:lnTo>
                    <a:pt x="149860" y="41922"/>
                  </a:lnTo>
                  <a:lnTo>
                    <a:pt x="151130" y="41922"/>
                  </a:lnTo>
                  <a:lnTo>
                    <a:pt x="151130" y="40652"/>
                  </a:lnTo>
                  <a:lnTo>
                    <a:pt x="152400" y="40652"/>
                  </a:lnTo>
                  <a:lnTo>
                    <a:pt x="152400" y="39382"/>
                  </a:lnTo>
                  <a:close/>
                </a:path>
                <a:path w="205740" h="47625">
                  <a:moveTo>
                    <a:pt x="156210" y="35572"/>
                  </a:moveTo>
                  <a:lnTo>
                    <a:pt x="16510" y="35572"/>
                  </a:lnTo>
                  <a:lnTo>
                    <a:pt x="16510" y="34302"/>
                  </a:lnTo>
                  <a:lnTo>
                    <a:pt x="15240" y="34302"/>
                  </a:lnTo>
                  <a:lnTo>
                    <a:pt x="15240" y="35572"/>
                  </a:lnTo>
                  <a:lnTo>
                    <a:pt x="12700" y="35572"/>
                  </a:lnTo>
                  <a:lnTo>
                    <a:pt x="12700" y="38112"/>
                  </a:lnTo>
                  <a:lnTo>
                    <a:pt x="152400" y="38112"/>
                  </a:lnTo>
                  <a:lnTo>
                    <a:pt x="152400" y="39382"/>
                  </a:lnTo>
                  <a:lnTo>
                    <a:pt x="154940" y="39382"/>
                  </a:lnTo>
                  <a:lnTo>
                    <a:pt x="154940" y="38112"/>
                  </a:lnTo>
                  <a:lnTo>
                    <a:pt x="156210" y="38112"/>
                  </a:lnTo>
                  <a:lnTo>
                    <a:pt x="156210" y="35572"/>
                  </a:lnTo>
                  <a:close/>
                </a:path>
                <a:path w="205740" h="47625">
                  <a:moveTo>
                    <a:pt x="161290" y="33032"/>
                  </a:moveTo>
                  <a:lnTo>
                    <a:pt x="20320" y="33032"/>
                  </a:lnTo>
                  <a:lnTo>
                    <a:pt x="20320" y="31762"/>
                  </a:lnTo>
                  <a:lnTo>
                    <a:pt x="19050" y="31762"/>
                  </a:lnTo>
                  <a:lnTo>
                    <a:pt x="19050" y="33032"/>
                  </a:lnTo>
                  <a:lnTo>
                    <a:pt x="19050" y="34302"/>
                  </a:lnTo>
                  <a:lnTo>
                    <a:pt x="157467" y="34302"/>
                  </a:lnTo>
                  <a:lnTo>
                    <a:pt x="157467" y="35572"/>
                  </a:lnTo>
                  <a:lnTo>
                    <a:pt x="160020" y="35572"/>
                  </a:lnTo>
                  <a:lnTo>
                    <a:pt x="160020" y="34302"/>
                  </a:lnTo>
                  <a:lnTo>
                    <a:pt x="161290" y="34302"/>
                  </a:lnTo>
                  <a:lnTo>
                    <a:pt x="161290" y="33032"/>
                  </a:lnTo>
                  <a:close/>
                </a:path>
                <a:path w="205740" h="47625">
                  <a:moveTo>
                    <a:pt x="165100" y="29222"/>
                  </a:moveTo>
                  <a:lnTo>
                    <a:pt x="26670" y="29222"/>
                  </a:lnTo>
                  <a:lnTo>
                    <a:pt x="26670" y="27952"/>
                  </a:lnTo>
                  <a:lnTo>
                    <a:pt x="24130" y="27952"/>
                  </a:lnTo>
                  <a:lnTo>
                    <a:pt x="24130" y="29222"/>
                  </a:lnTo>
                  <a:lnTo>
                    <a:pt x="22860" y="29222"/>
                  </a:lnTo>
                  <a:lnTo>
                    <a:pt x="22860" y="31762"/>
                  </a:lnTo>
                  <a:lnTo>
                    <a:pt x="161290" y="31762"/>
                  </a:lnTo>
                  <a:lnTo>
                    <a:pt x="161290" y="33032"/>
                  </a:lnTo>
                  <a:lnTo>
                    <a:pt x="162560" y="33032"/>
                  </a:lnTo>
                  <a:lnTo>
                    <a:pt x="162560" y="31762"/>
                  </a:lnTo>
                  <a:lnTo>
                    <a:pt x="165100" y="31762"/>
                  </a:lnTo>
                  <a:lnTo>
                    <a:pt x="165100" y="29222"/>
                  </a:lnTo>
                  <a:close/>
                </a:path>
                <a:path w="205740" h="47625">
                  <a:moveTo>
                    <a:pt x="170167" y="26682"/>
                  </a:moveTo>
                  <a:lnTo>
                    <a:pt x="30480" y="26682"/>
                  </a:lnTo>
                  <a:lnTo>
                    <a:pt x="30480" y="25412"/>
                  </a:lnTo>
                  <a:lnTo>
                    <a:pt x="27940" y="25412"/>
                  </a:lnTo>
                  <a:lnTo>
                    <a:pt x="27940" y="26682"/>
                  </a:lnTo>
                  <a:lnTo>
                    <a:pt x="27940" y="27952"/>
                  </a:lnTo>
                  <a:lnTo>
                    <a:pt x="166370" y="27952"/>
                  </a:lnTo>
                  <a:lnTo>
                    <a:pt x="166370" y="29222"/>
                  </a:lnTo>
                  <a:lnTo>
                    <a:pt x="167640" y="29222"/>
                  </a:lnTo>
                  <a:lnTo>
                    <a:pt x="167640" y="27952"/>
                  </a:lnTo>
                  <a:lnTo>
                    <a:pt x="170167" y="27952"/>
                  </a:lnTo>
                  <a:lnTo>
                    <a:pt x="170167" y="26682"/>
                  </a:lnTo>
                  <a:close/>
                </a:path>
                <a:path w="205740" h="47625">
                  <a:moveTo>
                    <a:pt x="172720" y="22872"/>
                  </a:moveTo>
                  <a:lnTo>
                    <a:pt x="31750" y="22872"/>
                  </a:lnTo>
                  <a:lnTo>
                    <a:pt x="31750" y="25412"/>
                  </a:lnTo>
                  <a:lnTo>
                    <a:pt x="170167" y="25412"/>
                  </a:lnTo>
                  <a:lnTo>
                    <a:pt x="170167" y="26682"/>
                  </a:lnTo>
                  <a:lnTo>
                    <a:pt x="171450" y="26682"/>
                  </a:lnTo>
                  <a:lnTo>
                    <a:pt x="171450" y="25412"/>
                  </a:lnTo>
                  <a:lnTo>
                    <a:pt x="172720" y="25412"/>
                  </a:lnTo>
                  <a:lnTo>
                    <a:pt x="172720" y="22872"/>
                  </a:lnTo>
                  <a:close/>
                </a:path>
                <a:path w="205740" h="47625">
                  <a:moveTo>
                    <a:pt x="177800" y="20332"/>
                  </a:moveTo>
                  <a:lnTo>
                    <a:pt x="39370" y="20332"/>
                  </a:lnTo>
                  <a:lnTo>
                    <a:pt x="39370" y="19062"/>
                  </a:lnTo>
                  <a:lnTo>
                    <a:pt x="38100" y="19062"/>
                  </a:lnTo>
                  <a:lnTo>
                    <a:pt x="38100" y="20332"/>
                  </a:lnTo>
                  <a:lnTo>
                    <a:pt x="38100" y="21602"/>
                  </a:lnTo>
                  <a:lnTo>
                    <a:pt x="175260" y="21602"/>
                  </a:lnTo>
                  <a:lnTo>
                    <a:pt x="175260" y="22872"/>
                  </a:lnTo>
                  <a:lnTo>
                    <a:pt x="176530" y="22872"/>
                  </a:lnTo>
                  <a:lnTo>
                    <a:pt x="176530" y="21602"/>
                  </a:lnTo>
                  <a:lnTo>
                    <a:pt x="177800" y="21602"/>
                  </a:lnTo>
                  <a:lnTo>
                    <a:pt x="177800" y="20332"/>
                  </a:lnTo>
                  <a:close/>
                </a:path>
                <a:path w="205740" h="47625">
                  <a:moveTo>
                    <a:pt x="181610" y="16522"/>
                  </a:moveTo>
                  <a:lnTo>
                    <a:pt x="45720" y="16522"/>
                  </a:lnTo>
                  <a:lnTo>
                    <a:pt x="45720" y="15252"/>
                  </a:lnTo>
                  <a:lnTo>
                    <a:pt x="43180" y="15252"/>
                  </a:lnTo>
                  <a:lnTo>
                    <a:pt x="43180" y="16522"/>
                  </a:lnTo>
                  <a:lnTo>
                    <a:pt x="41910" y="16522"/>
                  </a:lnTo>
                  <a:lnTo>
                    <a:pt x="41910" y="19062"/>
                  </a:lnTo>
                  <a:lnTo>
                    <a:pt x="177800" y="19062"/>
                  </a:lnTo>
                  <a:lnTo>
                    <a:pt x="177800" y="20332"/>
                  </a:lnTo>
                  <a:lnTo>
                    <a:pt x="180340" y="20332"/>
                  </a:lnTo>
                  <a:lnTo>
                    <a:pt x="180340" y="19062"/>
                  </a:lnTo>
                  <a:lnTo>
                    <a:pt x="181610" y="19062"/>
                  </a:lnTo>
                  <a:lnTo>
                    <a:pt x="181610" y="16522"/>
                  </a:lnTo>
                  <a:close/>
                </a:path>
                <a:path w="205740" h="47625">
                  <a:moveTo>
                    <a:pt x="186690" y="13982"/>
                  </a:moveTo>
                  <a:lnTo>
                    <a:pt x="49530" y="13982"/>
                  </a:lnTo>
                  <a:lnTo>
                    <a:pt x="49530" y="12712"/>
                  </a:lnTo>
                  <a:lnTo>
                    <a:pt x="46990" y="12712"/>
                  </a:lnTo>
                  <a:lnTo>
                    <a:pt x="46990" y="13982"/>
                  </a:lnTo>
                  <a:lnTo>
                    <a:pt x="46990" y="15252"/>
                  </a:lnTo>
                  <a:lnTo>
                    <a:pt x="182880" y="15252"/>
                  </a:lnTo>
                  <a:lnTo>
                    <a:pt x="182880" y="16522"/>
                  </a:lnTo>
                  <a:lnTo>
                    <a:pt x="185420" y="16522"/>
                  </a:lnTo>
                  <a:lnTo>
                    <a:pt x="185420" y="15252"/>
                  </a:lnTo>
                  <a:lnTo>
                    <a:pt x="186690" y="15252"/>
                  </a:lnTo>
                  <a:lnTo>
                    <a:pt x="186690" y="13982"/>
                  </a:lnTo>
                  <a:close/>
                </a:path>
                <a:path w="205740" h="47625">
                  <a:moveTo>
                    <a:pt x="190500" y="10172"/>
                  </a:moveTo>
                  <a:lnTo>
                    <a:pt x="54610" y="10172"/>
                  </a:lnTo>
                  <a:lnTo>
                    <a:pt x="54610" y="8902"/>
                  </a:lnTo>
                  <a:lnTo>
                    <a:pt x="53340" y="8902"/>
                  </a:lnTo>
                  <a:lnTo>
                    <a:pt x="53340" y="10172"/>
                  </a:lnTo>
                  <a:lnTo>
                    <a:pt x="50800" y="10172"/>
                  </a:lnTo>
                  <a:lnTo>
                    <a:pt x="50800" y="12712"/>
                  </a:lnTo>
                  <a:lnTo>
                    <a:pt x="186690" y="12712"/>
                  </a:lnTo>
                  <a:lnTo>
                    <a:pt x="186690" y="13982"/>
                  </a:lnTo>
                  <a:lnTo>
                    <a:pt x="187960" y="13982"/>
                  </a:lnTo>
                  <a:lnTo>
                    <a:pt x="187960" y="12712"/>
                  </a:lnTo>
                  <a:lnTo>
                    <a:pt x="190500" y="12712"/>
                  </a:lnTo>
                  <a:lnTo>
                    <a:pt x="190500" y="10172"/>
                  </a:lnTo>
                  <a:close/>
                </a:path>
                <a:path w="205740" h="47625">
                  <a:moveTo>
                    <a:pt x="195580" y="7632"/>
                  </a:moveTo>
                  <a:lnTo>
                    <a:pt x="58420" y="7632"/>
                  </a:lnTo>
                  <a:lnTo>
                    <a:pt x="58420" y="6362"/>
                  </a:lnTo>
                  <a:lnTo>
                    <a:pt x="57150" y="6362"/>
                  </a:lnTo>
                  <a:lnTo>
                    <a:pt x="57150" y="7632"/>
                  </a:lnTo>
                  <a:lnTo>
                    <a:pt x="57150" y="8902"/>
                  </a:lnTo>
                  <a:lnTo>
                    <a:pt x="191770" y="8902"/>
                  </a:lnTo>
                  <a:lnTo>
                    <a:pt x="191770" y="10172"/>
                  </a:lnTo>
                  <a:lnTo>
                    <a:pt x="193040" y="10172"/>
                  </a:lnTo>
                  <a:lnTo>
                    <a:pt x="193040" y="8902"/>
                  </a:lnTo>
                  <a:lnTo>
                    <a:pt x="195580" y="8902"/>
                  </a:lnTo>
                  <a:lnTo>
                    <a:pt x="195580" y="7632"/>
                  </a:lnTo>
                  <a:close/>
                </a:path>
                <a:path w="205740" h="47625">
                  <a:moveTo>
                    <a:pt x="198120" y="3822"/>
                  </a:moveTo>
                  <a:lnTo>
                    <a:pt x="64770" y="3822"/>
                  </a:lnTo>
                  <a:lnTo>
                    <a:pt x="64770" y="2552"/>
                  </a:lnTo>
                  <a:lnTo>
                    <a:pt x="62230" y="2552"/>
                  </a:lnTo>
                  <a:lnTo>
                    <a:pt x="62230" y="3822"/>
                  </a:lnTo>
                  <a:lnTo>
                    <a:pt x="60960" y="3822"/>
                  </a:lnTo>
                  <a:lnTo>
                    <a:pt x="60960" y="6362"/>
                  </a:lnTo>
                  <a:lnTo>
                    <a:pt x="195580" y="6362"/>
                  </a:lnTo>
                  <a:lnTo>
                    <a:pt x="195580" y="7632"/>
                  </a:lnTo>
                  <a:lnTo>
                    <a:pt x="196850" y="7632"/>
                  </a:lnTo>
                  <a:lnTo>
                    <a:pt x="196850" y="6362"/>
                  </a:lnTo>
                  <a:lnTo>
                    <a:pt x="198120" y="6362"/>
                  </a:lnTo>
                  <a:lnTo>
                    <a:pt x="198120" y="3822"/>
                  </a:lnTo>
                  <a:close/>
                </a:path>
                <a:path w="205740" h="47625">
                  <a:moveTo>
                    <a:pt x="203200" y="1282"/>
                  </a:moveTo>
                  <a:lnTo>
                    <a:pt x="68580" y="1282"/>
                  </a:lnTo>
                  <a:lnTo>
                    <a:pt x="68580" y="12"/>
                  </a:lnTo>
                  <a:lnTo>
                    <a:pt x="66027" y="12"/>
                  </a:lnTo>
                  <a:lnTo>
                    <a:pt x="66027" y="1282"/>
                  </a:lnTo>
                  <a:lnTo>
                    <a:pt x="66040" y="2552"/>
                  </a:lnTo>
                  <a:lnTo>
                    <a:pt x="200660" y="2552"/>
                  </a:lnTo>
                  <a:lnTo>
                    <a:pt x="200660" y="3822"/>
                  </a:lnTo>
                  <a:lnTo>
                    <a:pt x="201930" y="3822"/>
                  </a:lnTo>
                  <a:lnTo>
                    <a:pt x="201930" y="2552"/>
                  </a:lnTo>
                  <a:lnTo>
                    <a:pt x="203200" y="2552"/>
                  </a:lnTo>
                  <a:lnTo>
                    <a:pt x="203200" y="1282"/>
                  </a:lnTo>
                  <a:close/>
                </a:path>
                <a:path w="205740" h="47625">
                  <a:moveTo>
                    <a:pt x="205740" y="0"/>
                  </a:moveTo>
                  <a:lnTo>
                    <a:pt x="203200" y="0"/>
                  </a:lnTo>
                  <a:lnTo>
                    <a:pt x="203200" y="1270"/>
                  </a:lnTo>
                  <a:lnTo>
                    <a:pt x="205740" y="1270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A54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248907" y="1775459"/>
              <a:ext cx="213360" cy="46355"/>
            </a:xfrm>
            <a:custGeom>
              <a:avLst/>
              <a:gdLst/>
              <a:ahLst/>
              <a:cxnLst/>
              <a:rect l="l" t="t" r="r" b="b"/>
              <a:pathLst>
                <a:path w="213359" h="46355">
                  <a:moveTo>
                    <a:pt x="2540" y="44450"/>
                  </a:moveTo>
                  <a:lnTo>
                    <a:pt x="0" y="44450"/>
                  </a:lnTo>
                  <a:lnTo>
                    <a:pt x="0" y="45720"/>
                  </a:lnTo>
                  <a:lnTo>
                    <a:pt x="2540" y="45720"/>
                  </a:lnTo>
                  <a:lnTo>
                    <a:pt x="2540" y="44450"/>
                  </a:lnTo>
                  <a:close/>
                </a:path>
                <a:path w="213359" h="46355">
                  <a:moveTo>
                    <a:pt x="156210" y="43192"/>
                  </a:moveTo>
                  <a:lnTo>
                    <a:pt x="6350" y="43192"/>
                  </a:lnTo>
                  <a:lnTo>
                    <a:pt x="6350" y="41922"/>
                  </a:lnTo>
                  <a:lnTo>
                    <a:pt x="3810" y="41922"/>
                  </a:lnTo>
                  <a:lnTo>
                    <a:pt x="3810" y="43192"/>
                  </a:lnTo>
                  <a:lnTo>
                    <a:pt x="3810" y="44462"/>
                  </a:lnTo>
                  <a:lnTo>
                    <a:pt x="152400" y="44462"/>
                  </a:lnTo>
                  <a:lnTo>
                    <a:pt x="152400" y="45732"/>
                  </a:lnTo>
                  <a:lnTo>
                    <a:pt x="154940" y="45732"/>
                  </a:lnTo>
                  <a:lnTo>
                    <a:pt x="154940" y="44462"/>
                  </a:lnTo>
                  <a:lnTo>
                    <a:pt x="156210" y="44462"/>
                  </a:lnTo>
                  <a:lnTo>
                    <a:pt x="156210" y="43192"/>
                  </a:lnTo>
                  <a:close/>
                </a:path>
                <a:path w="213359" h="46355">
                  <a:moveTo>
                    <a:pt x="160020" y="39382"/>
                  </a:moveTo>
                  <a:lnTo>
                    <a:pt x="11430" y="39382"/>
                  </a:lnTo>
                  <a:lnTo>
                    <a:pt x="11430" y="38112"/>
                  </a:lnTo>
                  <a:lnTo>
                    <a:pt x="10160" y="38112"/>
                  </a:lnTo>
                  <a:lnTo>
                    <a:pt x="10160" y="39382"/>
                  </a:lnTo>
                  <a:lnTo>
                    <a:pt x="7620" y="39382"/>
                  </a:lnTo>
                  <a:lnTo>
                    <a:pt x="7620" y="41922"/>
                  </a:lnTo>
                  <a:lnTo>
                    <a:pt x="156210" y="41922"/>
                  </a:lnTo>
                  <a:lnTo>
                    <a:pt x="156210" y="43192"/>
                  </a:lnTo>
                  <a:lnTo>
                    <a:pt x="157480" y="43192"/>
                  </a:lnTo>
                  <a:lnTo>
                    <a:pt x="157480" y="41922"/>
                  </a:lnTo>
                  <a:lnTo>
                    <a:pt x="160020" y="41922"/>
                  </a:lnTo>
                  <a:lnTo>
                    <a:pt x="160020" y="39382"/>
                  </a:lnTo>
                  <a:close/>
                </a:path>
                <a:path w="213359" h="46355">
                  <a:moveTo>
                    <a:pt x="165100" y="36842"/>
                  </a:moveTo>
                  <a:lnTo>
                    <a:pt x="15240" y="36842"/>
                  </a:lnTo>
                  <a:lnTo>
                    <a:pt x="15240" y="35572"/>
                  </a:lnTo>
                  <a:lnTo>
                    <a:pt x="13970" y="35572"/>
                  </a:lnTo>
                  <a:lnTo>
                    <a:pt x="13970" y="36842"/>
                  </a:lnTo>
                  <a:lnTo>
                    <a:pt x="13970" y="38112"/>
                  </a:lnTo>
                  <a:lnTo>
                    <a:pt x="161277" y="38112"/>
                  </a:lnTo>
                  <a:lnTo>
                    <a:pt x="161277" y="39382"/>
                  </a:lnTo>
                  <a:lnTo>
                    <a:pt x="162560" y="39382"/>
                  </a:lnTo>
                  <a:lnTo>
                    <a:pt x="162560" y="38112"/>
                  </a:lnTo>
                  <a:lnTo>
                    <a:pt x="165100" y="38112"/>
                  </a:lnTo>
                  <a:lnTo>
                    <a:pt x="165100" y="36842"/>
                  </a:lnTo>
                  <a:close/>
                </a:path>
                <a:path w="213359" h="46355">
                  <a:moveTo>
                    <a:pt x="167640" y="33032"/>
                  </a:moveTo>
                  <a:lnTo>
                    <a:pt x="21590" y="33032"/>
                  </a:lnTo>
                  <a:lnTo>
                    <a:pt x="21590" y="31762"/>
                  </a:lnTo>
                  <a:lnTo>
                    <a:pt x="19050" y="31762"/>
                  </a:lnTo>
                  <a:lnTo>
                    <a:pt x="19050" y="33032"/>
                  </a:lnTo>
                  <a:lnTo>
                    <a:pt x="17780" y="33032"/>
                  </a:lnTo>
                  <a:lnTo>
                    <a:pt x="17780" y="35572"/>
                  </a:lnTo>
                  <a:lnTo>
                    <a:pt x="165100" y="35572"/>
                  </a:lnTo>
                  <a:lnTo>
                    <a:pt x="165100" y="36842"/>
                  </a:lnTo>
                  <a:lnTo>
                    <a:pt x="166370" y="36842"/>
                  </a:lnTo>
                  <a:lnTo>
                    <a:pt x="166370" y="35572"/>
                  </a:lnTo>
                  <a:lnTo>
                    <a:pt x="167640" y="35572"/>
                  </a:lnTo>
                  <a:lnTo>
                    <a:pt x="167640" y="33032"/>
                  </a:lnTo>
                  <a:close/>
                </a:path>
                <a:path w="213359" h="46355">
                  <a:moveTo>
                    <a:pt x="172720" y="30492"/>
                  </a:moveTo>
                  <a:lnTo>
                    <a:pt x="25400" y="30492"/>
                  </a:lnTo>
                  <a:lnTo>
                    <a:pt x="25400" y="29222"/>
                  </a:lnTo>
                  <a:lnTo>
                    <a:pt x="22860" y="29222"/>
                  </a:lnTo>
                  <a:lnTo>
                    <a:pt x="22860" y="30492"/>
                  </a:lnTo>
                  <a:lnTo>
                    <a:pt x="22860" y="31762"/>
                  </a:lnTo>
                  <a:lnTo>
                    <a:pt x="170180" y="31762"/>
                  </a:lnTo>
                  <a:lnTo>
                    <a:pt x="170180" y="33032"/>
                  </a:lnTo>
                  <a:lnTo>
                    <a:pt x="171450" y="33032"/>
                  </a:lnTo>
                  <a:lnTo>
                    <a:pt x="171450" y="31762"/>
                  </a:lnTo>
                  <a:lnTo>
                    <a:pt x="172720" y="31762"/>
                  </a:lnTo>
                  <a:lnTo>
                    <a:pt x="172720" y="30492"/>
                  </a:lnTo>
                  <a:close/>
                </a:path>
                <a:path w="213359" h="46355">
                  <a:moveTo>
                    <a:pt x="176530" y="26682"/>
                  </a:moveTo>
                  <a:lnTo>
                    <a:pt x="30480" y="26682"/>
                  </a:lnTo>
                  <a:lnTo>
                    <a:pt x="30480" y="25412"/>
                  </a:lnTo>
                  <a:lnTo>
                    <a:pt x="29210" y="25412"/>
                  </a:lnTo>
                  <a:lnTo>
                    <a:pt x="29210" y="26682"/>
                  </a:lnTo>
                  <a:lnTo>
                    <a:pt x="26670" y="26682"/>
                  </a:lnTo>
                  <a:lnTo>
                    <a:pt x="26670" y="29222"/>
                  </a:lnTo>
                  <a:lnTo>
                    <a:pt x="172720" y="29222"/>
                  </a:lnTo>
                  <a:lnTo>
                    <a:pt x="172720" y="30492"/>
                  </a:lnTo>
                  <a:lnTo>
                    <a:pt x="175260" y="30492"/>
                  </a:lnTo>
                  <a:lnTo>
                    <a:pt x="175260" y="29222"/>
                  </a:lnTo>
                  <a:lnTo>
                    <a:pt x="176530" y="29222"/>
                  </a:lnTo>
                  <a:lnTo>
                    <a:pt x="176530" y="26682"/>
                  </a:lnTo>
                  <a:close/>
                </a:path>
                <a:path w="213359" h="46355">
                  <a:moveTo>
                    <a:pt x="181610" y="24142"/>
                  </a:moveTo>
                  <a:lnTo>
                    <a:pt x="34290" y="24142"/>
                  </a:lnTo>
                  <a:lnTo>
                    <a:pt x="34290" y="22872"/>
                  </a:lnTo>
                  <a:lnTo>
                    <a:pt x="33020" y="22872"/>
                  </a:lnTo>
                  <a:lnTo>
                    <a:pt x="33020" y="24142"/>
                  </a:lnTo>
                  <a:lnTo>
                    <a:pt x="33020" y="25412"/>
                  </a:lnTo>
                  <a:lnTo>
                    <a:pt x="177787" y="25412"/>
                  </a:lnTo>
                  <a:lnTo>
                    <a:pt x="177787" y="26682"/>
                  </a:lnTo>
                  <a:lnTo>
                    <a:pt x="180340" y="26682"/>
                  </a:lnTo>
                  <a:lnTo>
                    <a:pt x="180340" y="25412"/>
                  </a:lnTo>
                  <a:lnTo>
                    <a:pt x="181610" y="25412"/>
                  </a:lnTo>
                  <a:lnTo>
                    <a:pt x="181610" y="24142"/>
                  </a:lnTo>
                  <a:close/>
                </a:path>
                <a:path w="213359" h="46355">
                  <a:moveTo>
                    <a:pt x="185420" y="20332"/>
                  </a:moveTo>
                  <a:lnTo>
                    <a:pt x="40640" y="20332"/>
                  </a:lnTo>
                  <a:lnTo>
                    <a:pt x="40640" y="19062"/>
                  </a:lnTo>
                  <a:lnTo>
                    <a:pt x="38100" y="19062"/>
                  </a:lnTo>
                  <a:lnTo>
                    <a:pt x="38100" y="20332"/>
                  </a:lnTo>
                  <a:lnTo>
                    <a:pt x="36830" y="20332"/>
                  </a:lnTo>
                  <a:lnTo>
                    <a:pt x="36830" y="22872"/>
                  </a:lnTo>
                  <a:lnTo>
                    <a:pt x="181610" y="22872"/>
                  </a:lnTo>
                  <a:lnTo>
                    <a:pt x="181610" y="24130"/>
                  </a:lnTo>
                  <a:lnTo>
                    <a:pt x="182880" y="24130"/>
                  </a:lnTo>
                  <a:lnTo>
                    <a:pt x="182880" y="22872"/>
                  </a:lnTo>
                  <a:lnTo>
                    <a:pt x="185420" y="22872"/>
                  </a:lnTo>
                  <a:lnTo>
                    <a:pt x="185420" y="20332"/>
                  </a:lnTo>
                  <a:close/>
                </a:path>
                <a:path w="213359" h="46355">
                  <a:moveTo>
                    <a:pt x="190487" y="17792"/>
                  </a:moveTo>
                  <a:lnTo>
                    <a:pt x="44450" y="17792"/>
                  </a:lnTo>
                  <a:lnTo>
                    <a:pt x="44450" y="16522"/>
                  </a:lnTo>
                  <a:lnTo>
                    <a:pt x="41910" y="16522"/>
                  </a:lnTo>
                  <a:lnTo>
                    <a:pt x="41910" y="17792"/>
                  </a:lnTo>
                  <a:lnTo>
                    <a:pt x="41910" y="19062"/>
                  </a:lnTo>
                  <a:lnTo>
                    <a:pt x="186690" y="19062"/>
                  </a:lnTo>
                  <a:lnTo>
                    <a:pt x="186690" y="20332"/>
                  </a:lnTo>
                  <a:lnTo>
                    <a:pt x="187960" y="20332"/>
                  </a:lnTo>
                  <a:lnTo>
                    <a:pt x="187960" y="19062"/>
                  </a:lnTo>
                  <a:lnTo>
                    <a:pt x="190487" y="19062"/>
                  </a:lnTo>
                  <a:lnTo>
                    <a:pt x="190487" y="17792"/>
                  </a:lnTo>
                  <a:close/>
                </a:path>
                <a:path w="213359" h="46355">
                  <a:moveTo>
                    <a:pt x="193040" y="13982"/>
                  </a:moveTo>
                  <a:lnTo>
                    <a:pt x="49530" y="13982"/>
                  </a:lnTo>
                  <a:lnTo>
                    <a:pt x="49530" y="12712"/>
                  </a:lnTo>
                  <a:lnTo>
                    <a:pt x="48260" y="12712"/>
                  </a:lnTo>
                  <a:lnTo>
                    <a:pt x="48260" y="13982"/>
                  </a:lnTo>
                  <a:lnTo>
                    <a:pt x="45720" y="13982"/>
                  </a:lnTo>
                  <a:lnTo>
                    <a:pt x="45720" y="16522"/>
                  </a:lnTo>
                  <a:lnTo>
                    <a:pt x="190487" y="16522"/>
                  </a:lnTo>
                  <a:lnTo>
                    <a:pt x="190487" y="17792"/>
                  </a:lnTo>
                  <a:lnTo>
                    <a:pt x="191770" y="17792"/>
                  </a:lnTo>
                  <a:lnTo>
                    <a:pt x="191770" y="16522"/>
                  </a:lnTo>
                  <a:lnTo>
                    <a:pt x="193040" y="16522"/>
                  </a:lnTo>
                  <a:lnTo>
                    <a:pt x="193040" y="13982"/>
                  </a:lnTo>
                  <a:close/>
                </a:path>
                <a:path w="213359" h="46355">
                  <a:moveTo>
                    <a:pt x="198120" y="11442"/>
                  </a:moveTo>
                  <a:lnTo>
                    <a:pt x="53340" y="11442"/>
                  </a:lnTo>
                  <a:lnTo>
                    <a:pt x="53340" y="10172"/>
                  </a:lnTo>
                  <a:lnTo>
                    <a:pt x="52070" y="10172"/>
                  </a:lnTo>
                  <a:lnTo>
                    <a:pt x="52070" y="11442"/>
                  </a:lnTo>
                  <a:lnTo>
                    <a:pt x="52070" y="12712"/>
                  </a:lnTo>
                  <a:lnTo>
                    <a:pt x="195580" y="12712"/>
                  </a:lnTo>
                  <a:lnTo>
                    <a:pt x="195580" y="13982"/>
                  </a:lnTo>
                  <a:lnTo>
                    <a:pt x="196850" y="13982"/>
                  </a:lnTo>
                  <a:lnTo>
                    <a:pt x="196850" y="12712"/>
                  </a:lnTo>
                  <a:lnTo>
                    <a:pt x="198120" y="12712"/>
                  </a:lnTo>
                  <a:lnTo>
                    <a:pt x="198120" y="11442"/>
                  </a:lnTo>
                  <a:close/>
                </a:path>
                <a:path w="213359" h="46355">
                  <a:moveTo>
                    <a:pt x="201930" y="7632"/>
                  </a:moveTo>
                  <a:lnTo>
                    <a:pt x="59690" y="7632"/>
                  </a:lnTo>
                  <a:lnTo>
                    <a:pt x="59690" y="6362"/>
                  </a:lnTo>
                  <a:lnTo>
                    <a:pt x="57150" y="6362"/>
                  </a:lnTo>
                  <a:lnTo>
                    <a:pt x="57150" y="7632"/>
                  </a:lnTo>
                  <a:lnTo>
                    <a:pt x="55880" y="7632"/>
                  </a:lnTo>
                  <a:lnTo>
                    <a:pt x="55880" y="10172"/>
                  </a:lnTo>
                  <a:lnTo>
                    <a:pt x="198120" y="10172"/>
                  </a:lnTo>
                  <a:lnTo>
                    <a:pt x="198120" y="11442"/>
                  </a:lnTo>
                  <a:lnTo>
                    <a:pt x="200660" y="11442"/>
                  </a:lnTo>
                  <a:lnTo>
                    <a:pt x="200660" y="10172"/>
                  </a:lnTo>
                  <a:lnTo>
                    <a:pt x="201930" y="10172"/>
                  </a:lnTo>
                  <a:lnTo>
                    <a:pt x="201930" y="7632"/>
                  </a:lnTo>
                  <a:close/>
                </a:path>
                <a:path w="213359" h="46355">
                  <a:moveTo>
                    <a:pt x="207010" y="5092"/>
                  </a:moveTo>
                  <a:lnTo>
                    <a:pt x="63500" y="5092"/>
                  </a:lnTo>
                  <a:lnTo>
                    <a:pt x="63500" y="3822"/>
                  </a:lnTo>
                  <a:lnTo>
                    <a:pt x="60960" y="3822"/>
                  </a:lnTo>
                  <a:lnTo>
                    <a:pt x="60960" y="5092"/>
                  </a:lnTo>
                  <a:lnTo>
                    <a:pt x="60960" y="6362"/>
                  </a:lnTo>
                  <a:lnTo>
                    <a:pt x="203200" y="6362"/>
                  </a:lnTo>
                  <a:lnTo>
                    <a:pt x="203200" y="7632"/>
                  </a:lnTo>
                  <a:lnTo>
                    <a:pt x="205740" y="7632"/>
                  </a:lnTo>
                  <a:lnTo>
                    <a:pt x="205740" y="6362"/>
                  </a:lnTo>
                  <a:lnTo>
                    <a:pt x="207010" y="6362"/>
                  </a:lnTo>
                  <a:lnTo>
                    <a:pt x="207010" y="5092"/>
                  </a:lnTo>
                  <a:close/>
                </a:path>
                <a:path w="213359" h="46355">
                  <a:moveTo>
                    <a:pt x="210820" y="1282"/>
                  </a:moveTo>
                  <a:lnTo>
                    <a:pt x="68580" y="1282"/>
                  </a:lnTo>
                  <a:lnTo>
                    <a:pt x="68580" y="12"/>
                  </a:lnTo>
                  <a:lnTo>
                    <a:pt x="67310" y="12"/>
                  </a:lnTo>
                  <a:lnTo>
                    <a:pt x="67310" y="1282"/>
                  </a:lnTo>
                  <a:lnTo>
                    <a:pt x="64770" y="1282"/>
                  </a:lnTo>
                  <a:lnTo>
                    <a:pt x="64770" y="3822"/>
                  </a:lnTo>
                  <a:lnTo>
                    <a:pt x="207010" y="3822"/>
                  </a:lnTo>
                  <a:lnTo>
                    <a:pt x="207010" y="5092"/>
                  </a:lnTo>
                  <a:lnTo>
                    <a:pt x="208280" y="5092"/>
                  </a:lnTo>
                  <a:lnTo>
                    <a:pt x="208280" y="3822"/>
                  </a:lnTo>
                  <a:lnTo>
                    <a:pt x="210820" y="3822"/>
                  </a:lnTo>
                  <a:lnTo>
                    <a:pt x="210820" y="1282"/>
                  </a:lnTo>
                  <a:close/>
                </a:path>
                <a:path w="213359" h="46355">
                  <a:moveTo>
                    <a:pt x="213360" y="0"/>
                  </a:moveTo>
                  <a:lnTo>
                    <a:pt x="212090" y="0"/>
                  </a:lnTo>
                  <a:lnTo>
                    <a:pt x="212090" y="1270"/>
                  </a:lnTo>
                  <a:lnTo>
                    <a:pt x="213360" y="1270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A549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223507" y="1821192"/>
              <a:ext cx="176530" cy="24130"/>
            </a:xfrm>
            <a:custGeom>
              <a:avLst/>
              <a:gdLst/>
              <a:ahLst/>
              <a:cxnLst/>
              <a:rect l="l" t="t" r="r" b="b"/>
              <a:pathLst>
                <a:path w="176529" h="24130">
                  <a:moveTo>
                    <a:pt x="147320" y="22860"/>
                  </a:moveTo>
                  <a:lnTo>
                    <a:pt x="1270" y="22860"/>
                  </a:lnTo>
                  <a:lnTo>
                    <a:pt x="1270" y="21590"/>
                  </a:lnTo>
                  <a:lnTo>
                    <a:pt x="0" y="21590"/>
                  </a:lnTo>
                  <a:lnTo>
                    <a:pt x="0" y="22860"/>
                  </a:lnTo>
                  <a:lnTo>
                    <a:pt x="0" y="24130"/>
                  </a:lnTo>
                  <a:lnTo>
                    <a:pt x="147320" y="24130"/>
                  </a:lnTo>
                  <a:lnTo>
                    <a:pt x="147320" y="22860"/>
                  </a:lnTo>
                  <a:close/>
                </a:path>
                <a:path w="176529" h="24130">
                  <a:moveTo>
                    <a:pt x="151130" y="19050"/>
                  </a:moveTo>
                  <a:lnTo>
                    <a:pt x="1270" y="19050"/>
                  </a:lnTo>
                  <a:lnTo>
                    <a:pt x="1270" y="21590"/>
                  </a:lnTo>
                  <a:lnTo>
                    <a:pt x="147320" y="21590"/>
                  </a:lnTo>
                  <a:lnTo>
                    <a:pt x="147320" y="22860"/>
                  </a:lnTo>
                  <a:lnTo>
                    <a:pt x="149860" y="22860"/>
                  </a:lnTo>
                  <a:lnTo>
                    <a:pt x="149860" y="21590"/>
                  </a:lnTo>
                  <a:lnTo>
                    <a:pt x="151130" y="21590"/>
                  </a:lnTo>
                  <a:lnTo>
                    <a:pt x="151130" y="19050"/>
                  </a:lnTo>
                  <a:close/>
                </a:path>
                <a:path w="176529" h="24130">
                  <a:moveTo>
                    <a:pt x="156210" y="16510"/>
                  </a:moveTo>
                  <a:lnTo>
                    <a:pt x="5080" y="16510"/>
                  </a:lnTo>
                  <a:lnTo>
                    <a:pt x="5080" y="15240"/>
                  </a:lnTo>
                  <a:lnTo>
                    <a:pt x="3810" y="15240"/>
                  </a:lnTo>
                  <a:lnTo>
                    <a:pt x="3810" y="16510"/>
                  </a:lnTo>
                  <a:lnTo>
                    <a:pt x="3810" y="17780"/>
                  </a:lnTo>
                  <a:lnTo>
                    <a:pt x="152400" y="17780"/>
                  </a:lnTo>
                  <a:lnTo>
                    <a:pt x="152400" y="19050"/>
                  </a:lnTo>
                  <a:lnTo>
                    <a:pt x="154940" y="19050"/>
                  </a:lnTo>
                  <a:lnTo>
                    <a:pt x="154940" y="17780"/>
                  </a:lnTo>
                  <a:lnTo>
                    <a:pt x="156210" y="17780"/>
                  </a:lnTo>
                  <a:lnTo>
                    <a:pt x="156210" y="16510"/>
                  </a:lnTo>
                  <a:close/>
                </a:path>
                <a:path w="176529" h="24130">
                  <a:moveTo>
                    <a:pt x="160020" y="12700"/>
                  </a:moveTo>
                  <a:lnTo>
                    <a:pt x="8890" y="12700"/>
                  </a:lnTo>
                  <a:lnTo>
                    <a:pt x="8890" y="11430"/>
                  </a:lnTo>
                  <a:lnTo>
                    <a:pt x="6350" y="11430"/>
                  </a:lnTo>
                  <a:lnTo>
                    <a:pt x="6350" y="12700"/>
                  </a:lnTo>
                  <a:lnTo>
                    <a:pt x="5080" y="12700"/>
                  </a:lnTo>
                  <a:lnTo>
                    <a:pt x="5080" y="15240"/>
                  </a:lnTo>
                  <a:lnTo>
                    <a:pt x="156210" y="15240"/>
                  </a:lnTo>
                  <a:lnTo>
                    <a:pt x="156210" y="16510"/>
                  </a:lnTo>
                  <a:lnTo>
                    <a:pt x="157480" y="16510"/>
                  </a:lnTo>
                  <a:lnTo>
                    <a:pt x="157480" y="15240"/>
                  </a:lnTo>
                  <a:lnTo>
                    <a:pt x="160020" y="15240"/>
                  </a:lnTo>
                  <a:lnTo>
                    <a:pt x="160020" y="12700"/>
                  </a:lnTo>
                  <a:close/>
                </a:path>
                <a:path w="176529" h="24130">
                  <a:moveTo>
                    <a:pt x="165087" y="10160"/>
                  </a:moveTo>
                  <a:lnTo>
                    <a:pt x="12700" y="10160"/>
                  </a:lnTo>
                  <a:lnTo>
                    <a:pt x="12700" y="8890"/>
                  </a:lnTo>
                  <a:lnTo>
                    <a:pt x="10160" y="8890"/>
                  </a:lnTo>
                  <a:lnTo>
                    <a:pt x="10160" y="10160"/>
                  </a:lnTo>
                  <a:lnTo>
                    <a:pt x="10160" y="11430"/>
                  </a:lnTo>
                  <a:lnTo>
                    <a:pt x="161290" y="11430"/>
                  </a:lnTo>
                  <a:lnTo>
                    <a:pt x="161290" y="12700"/>
                  </a:lnTo>
                  <a:lnTo>
                    <a:pt x="162560" y="12700"/>
                  </a:lnTo>
                  <a:lnTo>
                    <a:pt x="162560" y="11430"/>
                  </a:lnTo>
                  <a:lnTo>
                    <a:pt x="165087" y="11430"/>
                  </a:lnTo>
                  <a:lnTo>
                    <a:pt x="165087" y="10160"/>
                  </a:lnTo>
                  <a:close/>
                </a:path>
                <a:path w="176529" h="24130">
                  <a:moveTo>
                    <a:pt x="167627" y="6350"/>
                  </a:moveTo>
                  <a:lnTo>
                    <a:pt x="17780" y="6350"/>
                  </a:lnTo>
                  <a:lnTo>
                    <a:pt x="17780" y="5080"/>
                  </a:lnTo>
                  <a:lnTo>
                    <a:pt x="16510" y="5080"/>
                  </a:lnTo>
                  <a:lnTo>
                    <a:pt x="16510" y="6350"/>
                  </a:lnTo>
                  <a:lnTo>
                    <a:pt x="13970" y="6350"/>
                  </a:lnTo>
                  <a:lnTo>
                    <a:pt x="13970" y="8890"/>
                  </a:lnTo>
                  <a:lnTo>
                    <a:pt x="165087" y="8890"/>
                  </a:lnTo>
                  <a:lnTo>
                    <a:pt x="165087" y="10160"/>
                  </a:lnTo>
                  <a:lnTo>
                    <a:pt x="166370" y="10160"/>
                  </a:lnTo>
                  <a:lnTo>
                    <a:pt x="166370" y="8890"/>
                  </a:lnTo>
                  <a:lnTo>
                    <a:pt x="167627" y="8890"/>
                  </a:lnTo>
                  <a:lnTo>
                    <a:pt x="167627" y="6350"/>
                  </a:lnTo>
                  <a:close/>
                </a:path>
                <a:path w="176529" h="24130">
                  <a:moveTo>
                    <a:pt x="172720" y="3810"/>
                  </a:moveTo>
                  <a:lnTo>
                    <a:pt x="21590" y="3810"/>
                  </a:lnTo>
                  <a:lnTo>
                    <a:pt x="21590" y="2540"/>
                  </a:lnTo>
                  <a:lnTo>
                    <a:pt x="20320" y="2540"/>
                  </a:lnTo>
                  <a:lnTo>
                    <a:pt x="20320" y="3810"/>
                  </a:lnTo>
                  <a:lnTo>
                    <a:pt x="20320" y="5080"/>
                  </a:lnTo>
                  <a:lnTo>
                    <a:pt x="170180" y="5080"/>
                  </a:lnTo>
                  <a:lnTo>
                    <a:pt x="170180" y="6350"/>
                  </a:lnTo>
                  <a:lnTo>
                    <a:pt x="171450" y="6350"/>
                  </a:lnTo>
                  <a:lnTo>
                    <a:pt x="171450" y="5080"/>
                  </a:lnTo>
                  <a:lnTo>
                    <a:pt x="172720" y="5080"/>
                  </a:lnTo>
                  <a:lnTo>
                    <a:pt x="172720" y="3810"/>
                  </a:lnTo>
                  <a:close/>
                </a:path>
                <a:path w="176529" h="24130">
                  <a:moveTo>
                    <a:pt x="176530" y="0"/>
                  </a:moveTo>
                  <a:lnTo>
                    <a:pt x="24130" y="0"/>
                  </a:lnTo>
                  <a:lnTo>
                    <a:pt x="24130" y="2540"/>
                  </a:lnTo>
                  <a:lnTo>
                    <a:pt x="172720" y="2540"/>
                  </a:lnTo>
                  <a:lnTo>
                    <a:pt x="172720" y="3810"/>
                  </a:lnTo>
                  <a:lnTo>
                    <a:pt x="175260" y="3810"/>
                  </a:lnTo>
                  <a:lnTo>
                    <a:pt x="175260" y="2540"/>
                  </a:lnTo>
                  <a:lnTo>
                    <a:pt x="176530" y="2540"/>
                  </a:lnTo>
                  <a:lnTo>
                    <a:pt x="176530" y="0"/>
                  </a:lnTo>
                  <a:close/>
                </a:path>
              </a:pathLst>
            </a:custGeom>
            <a:solidFill>
              <a:srgbClr val="A348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195567" y="1845309"/>
              <a:ext cx="173990" cy="46355"/>
            </a:xfrm>
            <a:custGeom>
              <a:avLst/>
              <a:gdLst/>
              <a:ahLst/>
              <a:cxnLst/>
              <a:rect l="l" t="t" r="r" b="b"/>
              <a:pathLst>
                <a:path w="173990" h="46355">
                  <a:moveTo>
                    <a:pt x="116840" y="43192"/>
                  </a:moveTo>
                  <a:lnTo>
                    <a:pt x="0" y="43192"/>
                  </a:lnTo>
                  <a:lnTo>
                    <a:pt x="0" y="44462"/>
                  </a:lnTo>
                  <a:lnTo>
                    <a:pt x="113030" y="44462"/>
                  </a:lnTo>
                  <a:lnTo>
                    <a:pt x="113030" y="45732"/>
                  </a:lnTo>
                  <a:lnTo>
                    <a:pt x="114300" y="45732"/>
                  </a:lnTo>
                  <a:lnTo>
                    <a:pt x="114300" y="44462"/>
                  </a:lnTo>
                  <a:lnTo>
                    <a:pt x="116840" y="44462"/>
                  </a:lnTo>
                  <a:lnTo>
                    <a:pt x="116840" y="43192"/>
                  </a:lnTo>
                  <a:close/>
                </a:path>
                <a:path w="173990" h="46355">
                  <a:moveTo>
                    <a:pt x="119380" y="39382"/>
                  </a:moveTo>
                  <a:lnTo>
                    <a:pt x="1270" y="39382"/>
                  </a:lnTo>
                  <a:lnTo>
                    <a:pt x="1270" y="41922"/>
                  </a:lnTo>
                  <a:lnTo>
                    <a:pt x="116840" y="41922"/>
                  </a:lnTo>
                  <a:lnTo>
                    <a:pt x="116840" y="43192"/>
                  </a:lnTo>
                  <a:lnTo>
                    <a:pt x="118110" y="43192"/>
                  </a:lnTo>
                  <a:lnTo>
                    <a:pt x="118110" y="41922"/>
                  </a:lnTo>
                  <a:lnTo>
                    <a:pt x="119380" y="41922"/>
                  </a:lnTo>
                  <a:lnTo>
                    <a:pt x="119380" y="39382"/>
                  </a:lnTo>
                  <a:close/>
                </a:path>
                <a:path w="173990" h="46355">
                  <a:moveTo>
                    <a:pt x="124460" y="36842"/>
                  </a:moveTo>
                  <a:lnTo>
                    <a:pt x="5080" y="36842"/>
                  </a:lnTo>
                  <a:lnTo>
                    <a:pt x="5080" y="35572"/>
                  </a:lnTo>
                  <a:lnTo>
                    <a:pt x="3810" y="35572"/>
                  </a:lnTo>
                  <a:lnTo>
                    <a:pt x="3810" y="36842"/>
                  </a:lnTo>
                  <a:lnTo>
                    <a:pt x="3810" y="38112"/>
                  </a:lnTo>
                  <a:lnTo>
                    <a:pt x="121920" y="38112"/>
                  </a:lnTo>
                  <a:lnTo>
                    <a:pt x="121920" y="39382"/>
                  </a:lnTo>
                  <a:lnTo>
                    <a:pt x="123190" y="39382"/>
                  </a:lnTo>
                  <a:lnTo>
                    <a:pt x="123190" y="38112"/>
                  </a:lnTo>
                  <a:lnTo>
                    <a:pt x="124460" y="38112"/>
                  </a:lnTo>
                  <a:lnTo>
                    <a:pt x="124460" y="36842"/>
                  </a:lnTo>
                  <a:close/>
                </a:path>
                <a:path w="173990" h="46355">
                  <a:moveTo>
                    <a:pt x="128270" y="33032"/>
                  </a:moveTo>
                  <a:lnTo>
                    <a:pt x="5080" y="33032"/>
                  </a:lnTo>
                  <a:lnTo>
                    <a:pt x="5080" y="35572"/>
                  </a:lnTo>
                  <a:lnTo>
                    <a:pt x="124460" y="35572"/>
                  </a:lnTo>
                  <a:lnTo>
                    <a:pt x="124460" y="36842"/>
                  </a:lnTo>
                  <a:lnTo>
                    <a:pt x="127000" y="36842"/>
                  </a:lnTo>
                  <a:lnTo>
                    <a:pt x="127000" y="35572"/>
                  </a:lnTo>
                  <a:lnTo>
                    <a:pt x="128270" y="35572"/>
                  </a:lnTo>
                  <a:lnTo>
                    <a:pt x="128270" y="33032"/>
                  </a:lnTo>
                  <a:close/>
                </a:path>
                <a:path w="173990" h="46355">
                  <a:moveTo>
                    <a:pt x="133350" y="30492"/>
                  </a:moveTo>
                  <a:lnTo>
                    <a:pt x="8890" y="30492"/>
                  </a:lnTo>
                  <a:lnTo>
                    <a:pt x="8890" y="29222"/>
                  </a:lnTo>
                  <a:lnTo>
                    <a:pt x="7620" y="29222"/>
                  </a:lnTo>
                  <a:lnTo>
                    <a:pt x="7620" y="30492"/>
                  </a:lnTo>
                  <a:lnTo>
                    <a:pt x="7620" y="31762"/>
                  </a:lnTo>
                  <a:lnTo>
                    <a:pt x="129540" y="31762"/>
                  </a:lnTo>
                  <a:lnTo>
                    <a:pt x="129540" y="33032"/>
                  </a:lnTo>
                  <a:lnTo>
                    <a:pt x="132080" y="33032"/>
                  </a:lnTo>
                  <a:lnTo>
                    <a:pt x="132080" y="31762"/>
                  </a:lnTo>
                  <a:lnTo>
                    <a:pt x="133350" y="31762"/>
                  </a:lnTo>
                  <a:lnTo>
                    <a:pt x="133350" y="30492"/>
                  </a:lnTo>
                  <a:close/>
                </a:path>
                <a:path w="173990" h="46355">
                  <a:moveTo>
                    <a:pt x="137160" y="26682"/>
                  </a:moveTo>
                  <a:lnTo>
                    <a:pt x="11430" y="26682"/>
                  </a:lnTo>
                  <a:lnTo>
                    <a:pt x="11430" y="25412"/>
                  </a:lnTo>
                  <a:lnTo>
                    <a:pt x="10160" y="25412"/>
                  </a:lnTo>
                  <a:lnTo>
                    <a:pt x="10160" y="26682"/>
                  </a:lnTo>
                  <a:lnTo>
                    <a:pt x="8890" y="26682"/>
                  </a:lnTo>
                  <a:lnTo>
                    <a:pt x="8890" y="29222"/>
                  </a:lnTo>
                  <a:lnTo>
                    <a:pt x="133350" y="29222"/>
                  </a:lnTo>
                  <a:lnTo>
                    <a:pt x="133350" y="30492"/>
                  </a:lnTo>
                  <a:lnTo>
                    <a:pt x="134620" y="30492"/>
                  </a:lnTo>
                  <a:lnTo>
                    <a:pt x="134620" y="29222"/>
                  </a:lnTo>
                  <a:lnTo>
                    <a:pt x="137160" y="29222"/>
                  </a:lnTo>
                  <a:lnTo>
                    <a:pt x="137160" y="26682"/>
                  </a:lnTo>
                  <a:close/>
                </a:path>
                <a:path w="173990" h="46355">
                  <a:moveTo>
                    <a:pt x="142240" y="24142"/>
                  </a:moveTo>
                  <a:lnTo>
                    <a:pt x="12700" y="24142"/>
                  </a:lnTo>
                  <a:lnTo>
                    <a:pt x="12700" y="22872"/>
                  </a:lnTo>
                  <a:lnTo>
                    <a:pt x="11430" y="22872"/>
                  </a:lnTo>
                  <a:lnTo>
                    <a:pt x="11430" y="24142"/>
                  </a:lnTo>
                  <a:lnTo>
                    <a:pt x="11430" y="25412"/>
                  </a:lnTo>
                  <a:lnTo>
                    <a:pt x="138417" y="25412"/>
                  </a:lnTo>
                  <a:lnTo>
                    <a:pt x="138417" y="26682"/>
                  </a:lnTo>
                  <a:lnTo>
                    <a:pt x="139700" y="26682"/>
                  </a:lnTo>
                  <a:lnTo>
                    <a:pt x="139700" y="25412"/>
                  </a:lnTo>
                  <a:lnTo>
                    <a:pt x="142240" y="25412"/>
                  </a:lnTo>
                  <a:lnTo>
                    <a:pt x="142240" y="24142"/>
                  </a:lnTo>
                  <a:close/>
                </a:path>
                <a:path w="173990" h="46355">
                  <a:moveTo>
                    <a:pt x="144767" y="20332"/>
                  </a:moveTo>
                  <a:lnTo>
                    <a:pt x="15240" y="20332"/>
                  </a:lnTo>
                  <a:lnTo>
                    <a:pt x="15240" y="19062"/>
                  </a:lnTo>
                  <a:lnTo>
                    <a:pt x="13970" y="19062"/>
                  </a:lnTo>
                  <a:lnTo>
                    <a:pt x="13970" y="20332"/>
                  </a:lnTo>
                  <a:lnTo>
                    <a:pt x="13970" y="22872"/>
                  </a:lnTo>
                  <a:lnTo>
                    <a:pt x="142240" y="22872"/>
                  </a:lnTo>
                  <a:lnTo>
                    <a:pt x="142240" y="24130"/>
                  </a:lnTo>
                  <a:lnTo>
                    <a:pt x="143510" y="24130"/>
                  </a:lnTo>
                  <a:lnTo>
                    <a:pt x="143510" y="22872"/>
                  </a:lnTo>
                  <a:lnTo>
                    <a:pt x="144767" y="22872"/>
                  </a:lnTo>
                  <a:lnTo>
                    <a:pt x="144767" y="20332"/>
                  </a:lnTo>
                  <a:close/>
                </a:path>
                <a:path w="173990" h="46355">
                  <a:moveTo>
                    <a:pt x="149860" y="17792"/>
                  </a:moveTo>
                  <a:lnTo>
                    <a:pt x="16510" y="17792"/>
                  </a:lnTo>
                  <a:lnTo>
                    <a:pt x="16510" y="16522"/>
                  </a:lnTo>
                  <a:lnTo>
                    <a:pt x="15240" y="16522"/>
                  </a:lnTo>
                  <a:lnTo>
                    <a:pt x="15240" y="17792"/>
                  </a:lnTo>
                  <a:lnTo>
                    <a:pt x="15240" y="19062"/>
                  </a:lnTo>
                  <a:lnTo>
                    <a:pt x="147320" y="19062"/>
                  </a:lnTo>
                  <a:lnTo>
                    <a:pt x="147320" y="20332"/>
                  </a:lnTo>
                  <a:lnTo>
                    <a:pt x="148590" y="20332"/>
                  </a:lnTo>
                  <a:lnTo>
                    <a:pt x="148590" y="19062"/>
                  </a:lnTo>
                  <a:lnTo>
                    <a:pt x="149860" y="19062"/>
                  </a:lnTo>
                  <a:lnTo>
                    <a:pt x="149860" y="17792"/>
                  </a:lnTo>
                  <a:close/>
                </a:path>
                <a:path w="173990" h="46355">
                  <a:moveTo>
                    <a:pt x="153670" y="13982"/>
                  </a:moveTo>
                  <a:lnTo>
                    <a:pt x="19050" y="13982"/>
                  </a:lnTo>
                  <a:lnTo>
                    <a:pt x="19050" y="12712"/>
                  </a:lnTo>
                  <a:lnTo>
                    <a:pt x="17780" y="12712"/>
                  </a:lnTo>
                  <a:lnTo>
                    <a:pt x="17780" y="13982"/>
                  </a:lnTo>
                  <a:lnTo>
                    <a:pt x="17780" y="16522"/>
                  </a:lnTo>
                  <a:lnTo>
                    <a:pt x="149860" y="16522"/>
                  </a:lnTo>
                  <a:lnTo>
                    <a:pt x="149860" y="17792"/>
                  </a:lnTo>
                  <a:lnTo>
                    <a:pt x="152400" y="17792"/>
                  </a:lnTo>
                  <a:lnTo>
                    <a:pt x="152400" y="16522"/>
                  </a:lnTo>
                  <a:lnTo>
                    <a:pt x="153670" y="16522"/>
                  </a:lnTo>
                  <a:lnTo>
                    <a:pt x="153670" y="13982"/>
                  </a:lnTo>
                  <a:close/>
                </a:path>
                <a:path w="173990" h="46355">
                  <a:moveTo>
                    <a:pt x="158750" y="11442"/>
                  </a:moveTo>
                  <a:lnTo>
                    <a:pt x="20320" y="11442"/>
                  </a:lnTo>
                  <a:lnTo>
                    <a:pt x="20320" y="12712"/>
                  </a:lnTo>
                  <a:lnTo>
                    <a:pt x="154940" y="12712"/>
                  </a:lnTo>
                  <a:lnTo>
                    <a:pt x="154940" y="13982"/>
                  </a:lnTo>
                  <a:lnTo>
                    <a:pt x="157467" y="13982"/>
                  </a:lnTo>
                  <a:lnTo>
                    <a:pt x="157467" y="12712"/>
                  </a:lnTo>
                  <a:lnTo>
                    <a:pt x="158750" y="12712"/>
                  </a:lnTo>
                  <a:lnTo>
                    <a:pt x="158750" y="11442"/>
                  </a:lnTo>
                  <a:close/>
                </a:path>
                <a:path w="173990" h="46355">
                  <a:moveTo>
                    <a:pt x="162560" y="7632"/>
                  </a:moveTo>
                  <a:lnTo>
                    <a:pt x="21590" y="7632"/>
                  </a:lnTo>
                  <a:lnTo>
                    <a:pt x="21590" y="10172"/>
                  </a:lnTo>
                  <a:lnTo>
                    <a:pt x="158750" y="10172"/>
                  </a:lnTo>
                  <a:lnTo>
                    <a:pt x="158750" y="11442"/>
                  </a:lnTo>
                  <a:lnTo>
                    <a:pt x="160020" y="11442"/>
                  </a:lnTo>
                  <a:lnTo>
                    <a:pt x="160020" y="10172"/>
                  </a:lnTo>
                  <a:lnTo>
                    <a:pt x="162560" y="10172"/>
                  </a:lnTo>
                  <a:lnTo>
                    <a:pt x="162560" y="7632"/>
                  </a:lnTo>
                  <a:close/>
                </a:path>
                <a:path w="173990" h="46355">
                  <a:moveTo>
                    <a:pt x="167640" y="5092"/>
                  </a:moveTo>
                  <a:lnTo>
                    <a:pt x="24130" y="5092"/>
                  </a:lnTo>
                  <a:lnTo>
                    <a:pt x="24130" y="6362"/>
                  </a:lnTo>
                  <a:lnTo>
                    <a:pt x="163817" y="6362"/>
                  </a:lnTo>
                  <a:lnTo>
                    <a:pt x="163817" y="7632"/>
                  </a:lnTo>
                  <a:lnTo>
                    <a:pt x="165100" y="7632"/>
                  </a:lnTo>
                  <a:lnTo>
                    <a:pt x="165100" y="6362"/>
                  </a:lnTo>
                  <a:lnTo>
                    <a:pt x="167640" y="6362"/>
                  </a:lnTo>
                  <a:lnTo>
                    <a:pt x="167640" y="5092"/>
                  </a:lnTo>
                  <a:close/>
                </a:path>
                <a:path w="173990" h="46355">
                  <a:moveTo>
                    <a:pt x="170167" y="1282"/>
                  </a:moveTo>
                  <a:lnTo>
                    <a:pt x="25400" y="1282"/>
                  </a:lnTo>
                  <a:lnTo>
                    <a:pt x="25400" y="3822"/>
                  </a:lnTo>
                  <a:lnTo>
                    <a:pt x="167640" y="3822"/>
                  </a:lnTo>
                  <a:lnTo>
                    <a:pt x="167640" y="5092"/>
                  </a:lnTo>
                  <a:lnTo>
                    <a:pt x="168910" y="5092"/>
                  </a:lnTo>
                  <a:lnTo>
                    <a:pt x="168910" y="3822"/>
                  </a:lnTo>
                  <a:lnTo>
                    <a:pt x="170167" y="3822"/>
                  </a:lnTo>
                  <a:lnTo>
                    <a:pt x="170167" y="1282"/>
                  </a:lnTo>
                  <a:close/>
                </a:path>
                <a:path w="173990" h="46355">
                  <a:moveTo>
                    <a:pt x="173990" y="0"/>
                  </a:moveTo>
                  <a:lnTo>
                    <a:pt x="172720" y="0"/>
                  </a:lnTo>
                  <a:lnTo>
                    <a:pt x="172720" y="1270"/>
                  </a:lnTo>
                  <a:lnTo>
                    <a:pt x="173990" y="1270"/>
                  </a:lnTo>
                  <a:lnTo>
                    <a:pt x="173990" y="0"/>
                  </a:lnTo>
                  <a:close/>
                </a:path>
              </a:pathLst>
            </a:custGeom>
            <a:solidFill>
              <a:srgbClr val="A346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179057" y="1891042"/>
              <a:ext cx="128270" cy="24130"/>
            </a:xfrm>
            <a:custGeom>
              <a:avLst/>
              <a:gdLst/>
              <a:ahLst/>
              <a:cxnLst/>
              <a:rect l="l" t="t" r="r" b="b"/>
              <a:pathLst>
                <a:path w="128270" h="24130">
                  <a:moveTo>
                    <a:pt x="99060" y="22860"/>
                  </a:moveTo>
                  <a:lnTo>
                    <a:pt x="1270" y="22860"/>
                  </a:lnTo>
                  <a:lnTo>
                    <a:pt x="1270" y="21590"/>
                  </a:lnTo>
                  <a:lnTo>
                    <a:pt x="0" y="21590"/>
                  </a:lnTo>
                  <a:lnTo>
                    <a:pt x="0" y="22860"/>
                  </a:lnTo>
                  <a:lnTo>
                    <a:pt x="0" y="24130"/>
                  </a:lnTo>
                  <a:lnTo>
                    <a:pt x="99060" y="24130"/>
                  </a:lnTo>
                  <a:lnTo>
                    <a:pt x="99060" y="22860"/>
                  </a:lnTo>
                  <a:close/>
                </a:path>
                <a:path w="128270" h="24130">
                  <a:moveTo>
                    <a:pt x="102870" y="19050"/>
                  </a:moveTo>
                  <a:lnTo>
                    <a:pt x="3810" y="19050"/>
                  </a:lnTo>
                  <a:lnTo>
                    <a:pt x="3810" y="17780"/>
                  </a:lnTo>
                  <a:lnTo>
                    <a:pt x="2540" y="17780"/>
                  </a:lnTo>
                  <a:lnTo>
                    <a:pt x="2540" y="19050"/>
                  </a:lnTo>
                  <a:lnTo>
                    <a:pt x="1270" y="19050"/>
                  </a:lnTo>
                  <a:lnTo>
                    <a:pt x="1270" y="21590"/>
                  </a:lnTo>
                  <a:lnTo>
                    <a:pt x="99060" y="21590"/>
                  </a:lnTo>
                  <a:lnTo>
                    <a:pt x="99060" y="22860"/>
                  </a:lnTo>
                  <a:lnTo>
                    <a:pt x="100330" y="22860"/>
                  </a:lnTo>
                  <a:lnTo>
                    <a:pt x="100330" y="21590"/>
                  </a:lnTo>
                  <a:lnTo>
                    <a:pt x="102870" y="21590"/>
                  </a:lnTo>
                  <a:lnTo>
                    <a:pt x="102870" y="19050"/>
                  </a:lnTo>
                  <a:close/>
                </a:path>
                <a:path w="128270" h="24130">
                  <a:moveTo>
                    <a:pt x="107950" y="16510"/>
                  </a:moveTo>
                  <a:lnTo>
                    <a:pt x="5080" y="16510"/>
                  </a:lnTo>
                  <a:lnTo>
                    <a:pt x="5080" y="15240"/>
                  </a:lnTo>
                  <a:lnTo>
                    <a:pt x="3810" y="15240"/>
                  </a:lnTo>
                  <a:lnTo>
                    <a:pt x="3810" y="16510"/>
                  </a:lnTo>
                  <a:lnTo>
                    <a:pt x="3810" y="17780"/>
                  </a:lnTo>
                  <a:lnTo>
                    <a:pt x="104140" y="17780"/>
                  </a:lnTo>
                  <a:lnTo>
                    <a:pt x="104140" y="19050"/>
                  </a:lnTo>
                  <a:lnTo>
                    <a:pt x="105410" y="19050"/>
                  </a:lnTo>
                  <a:lnTo>
                    <a:pt x="105410" y="17780"/>
                  </a:lnTo>
                  <a:lnTo>
                    <a:pt x="107950" y="17780"/>
                  </a:lnTo>
                  <a:lnTo>
                    <a:pt x="107950" y="16510"/>
                  </a:lnTo>
                  <a:close/>
                </a:path>
                <a:path w="128270" h="24130">
                  <a:moveTo>
                    <a:pt x="110477" y="12700"/>
                  </a:moveTo>
                  <a:lnTo>
                    <a:pt x="7620" y="12700"/>
                  </a:lnTo>
                  <a:lnTo>
                    <a:pt x="7620" y="11430"/>
                  </a:lnTo>
                  <a:lnTo>
                    <a:pt x="6350" y="11430"/>
                  </a:lnTo>
                  <a:lnTo>
                    <a:pt x="6350" y="12700"/>
                  </a:lnTo>
                  <a:lnTo>
                    <a:pt x="6350" y="15240"/>
                  </a:lnTo>
                  <a:lnTo>
                    <a:pt x="107950" y="15240"/>
                  </a:lnTo>
                  <a:lnTo>
                    <a:pt x="107950" y="16510"/>
                  </a:lnTo>
                  <a:lnTo>
                    <a:pt x="109220" y="16510"/>
                  </a:lnTo>
                  <a:lnTo>
                    <a:pt x="109220" y="15240"/>
                  </a:lnTo>
                  <a:lnTo>
                    <a:pt x="110477" y="15240"/>
                  </a:lnTo>
                  <a:lnTo>
                    <a:pt x="110477" y="12700"/>
                  </a:lnTo>
                  <a:close/>
                </a:path>
                <a:path w="128270" h="24130">
                  <a:moveTo>
                    <a:pt x="115570" y="10160"/>
                  </a:moveTo>
                  <a:lnTo>
                    <a:pt x="8890" y="10160"/>
                  </a:lnTo>
                  <a:lnTo>
                    <a:pt x="8890" y="8890"/>
                  </a:lnTo>
                  <a:lnTo>
                    <a:pt x="7620" y="8890"/>
                  </a:lnTo>
                  <a:lnTo>
                    <a:pt x="7620" y="10160"/>
                  </a:lnTo>
                  <a:lnTo>
                    <a:pt x="7620" y="11430"/>
                  </a:lnTo>
                  <a:lnTo>
                    <a:pt x="113030" y="11430"/>
                  </a:lnTo>
                  <a:lnTo>
                    <a:pt x="113030" y="12700"/>
                  </a:lnTo>
                  <a:lnTo>
                    <a:pt x="114300" y="12700"/>
                  </a:lnTo>
                  <a:lnTo>
                    <a:pt x="114300" y="11430"/>
                  </a:lnTo>
                  <a:lnTo>
                    <a:pt x="115570" y="11430"/>
                  </a:lnTo>
                  <a:lnTo>
                    <a:pt x="115570" y="10160"/>
                  </a:lnTo>
                  <a:close/>
                </a:path>
                <a:path w="128270" h="24130">
                  <a:moveTo>
                    <a:pt x="119380" y="6350"/>
                  </a:moveTo>
                  <a:lnTo>
                    <a:pt x="11430" y="6350"/>
                  </a:lnTo>
                  <a:lnTo>
                    <a:pt x="11430" y="5080"/>
                  </a:lnTo>
                  <a:lnTo>
                    <a:pt x="10160" y="5080"/>
                  </a:lnTo>
                  <a:lnTo>
                    <a:pt x="10160" y="6350"/>
                  </a:lnTo>
                  <a:lnTo>
                    <a:pt x="10160" y="8890"/>
                  </a:lnTo>
                  <a:lnTo>
                    <a:pt x="115570" y="8890"/>
                  </a:lnTo>
                  <a:lnTo>
                    <a:pt x="115570" y="10160"/>
                  </a:lnTo>
                  <a:lnTo>
                    <a:pt x="118110" y="10160"/>
                  </a:lnTo>
                  <a:lnTo>
                    <a:pt x="118110" y="8890"/>
                  </a:lnTo>
                  <a:lnTo>
                    <a:pt x="119380" y="8890"/>
                  </a:lnTo>
                  <a:lnTo>
                    <a:pt x="119380" y="6350"/>
                  </a:lnTo>
                  <a:close/>
                </a:path>
                <a:path w="128270" h="24130">
                  <a:moveTo>
                    <a:pt x="124460" y="3810"/>
                  </a:moveTo>
                  <a:lnTo>
                    <a:pt x="12700" y="3810"/>
                  </a:lnTo>
                  <a:lnTo>
                    <a:pt x="12700" y="5080"/>
                  </a:lnTo>
                  <a:lnTo>
                    <a:pt x="120650" y="5080"/>
                  </a:lnTo>
                  <a:lnTo>
                    <a:pt x="120650" y="6350"/>
                  </a:lnTo>
                  <a:lnTo>
                    <a:pt x="123190" y="6350"/>
                  </a:lnTo>
                  <a:lnTo>
                    <a:pt x="123190" y="5080"/>
                  </a:lnTo>
                  <a:lnTo>
                    <a:pt x="124460" y="5080"/>
                  </a:lnTo>
                  <a:lnTo>
                    <a:pt x="124460" y="3810"/>
                  </a:lnTo>
                  <a:close/>
                </a:path>
                <a:path w="128270" h="24130">
                  <a:moveTo>
                    <a:pt x="128270" y="0"/>
                  </a:moveTo>
                  <a:lnTo>
                    <a:pt x="13970" y="0"/>
                  </a:lnTo>
                  <a:lnTo>
                    <a:pt x="13970" y="2540"/>
                  </a:lnTo>
                  <a:lnTo>
                    <a:pt x="124460" y="2540"/>
                  </a:lnTo>
                  <a:lnTo>
                    <a:pt x="124460" y="3810"/>
                  </a:lnTo>
                  <a:lnTo>
                    <a:pt x="125730" y="3810"/>
                  </a:lnTo>
                  <a:lnTo>
                    <a:pt x="125730" y="2540"/>
                  </a:lnTo>
                  <a:lnTo>
                    <a:pt x="128270" y="2540"/>
                  </a:lnTo>
                  <a:lnTo>
                    <a:pt x="128270" y="0"/>
                  </a:lnTo>
                  <a:close/>
                </a:path>
              </a:pathLst>
            </a:custGeom>
            <a:solidFill>
              <a:srgbClr val="A344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165087" y="1915159"/>
              <a:ext cx="111760" cy="22860"/>
            </a:xfrm>
            <a:custGeom>
              <a:avLst/>
              <a:gdLst/>
              <a:ahLst/>
              <a:cxnLst/>
              <a:rect l="l" t="t" r="r" b="b"/>
              <a:pathLst>
                <a:path w="111760" h="22860">
                  <a:moveTo>
                    <a:pt x="87630" y="20320"/>
                  </a:moveTo>
                  <a:lnTo>
                    <a:pt x="1270" y="20320"/>
                  </a:lnTo>
                  <a:lnTo>
                    <a:pt x="1270" y="19050"/>
                  </a:lnTo>
                  <a:lnTo>
                    <a:pt x="0" y="19050"/>
                  </a:lnTo>
                  <a:lnTo>
                    <a:pt x="0" y="22860"/>
                  </a:lnTo>
                  <a:lnTo>
                    <a:pt x="87630" y="22860"/>
                  </a:lnTo>
                  <a:lnTo>
                    <a:pt x="87630" y="20320"/>
                  </a:lnTo>
                  <a:close/>
                </a:path>
                <a:path w="111760" h="22860">
                  <a:moveTo>
                    <a:pt x="90170" y="17780"/>
                  </a:moveTo>
                  <a:lnTo>
                    <a:pt x="2540" y="17780"/>
                  </a:lnTo>
                  <a:lnTo>
                    <a:pt x="2540" y="19050"/>
                  </a:lnTo>
                  <a:lnTo>
                    <a:pt x="90170" y="19050"/>
                  </a:lnTo>
                  <a:lnTo>
                    <a:pt x="90170" y="17780"/>
                  </a:lnTo>
                  <a:close/>
                </a:path>
                <a:path w="111760" h="22860">
                  <a:moveTo>
                    <a:pt x="91440" y="13970"/>
                  </a:moveTo>
                  <a:lnTo>
                    <a:pt x="3810" y="13970"/>
                  </a:lnTo>
                  <a:lnTo>
                    <a:pt x="3810" y="16510"/>
                  </a:lnTo>
                  <a:lnTo>
                    <a:pt x="90170" y="16510"/>
                  </a:lnTo>
                  <a:lnTo>
                    <a:pt x="90170" y="17780"/>
                  </a:lnTo>
                  <a:lnTo>
                    <a:pt x="91440" y="17780"/>
                  </a:lnTo>
                  <a:lnTo>
                    <a:pt x="91440" y="13970"/>
                  </a:lnTo>
                  <a:close/>
                </a:path>
                <a:path w="111760" h="22860">
                  <a:moveTo>
                    <a:pt x="96520" y="11442"/>
                  </a:moveTo>
                  <a:lnTo>
                    <a:pt x="6350" y="11442"/>
                  </a:lnTo>
                  <a:lnTo>
                    <a:pt x="6350" y="12712"/>
                  </a:lnTo>
                  <a:lnTo>
                    <a:pt x="92710" y="12712"/>
                  </a:lnTo>
                  <a:lnTo>
                    <a:pt x="92710" y="13982"/>
                  </a:lnTo>
                  <a:lnTo>
                    <a:pt x="93980" y="13982"/>
                  </a:lnTo>
                  <a:lnTo>
                    <a:pt x="93980" y="12712"/>
                  </a:lnTo>
                  <a:lnTo>
                    <a:pt x="96520" y="12712"/>
                  </a:lnTo>
                  <a:lnTo>
                    <a:pt x="96520" y="11442"/>
                  </a:lnTo>
                  <a:close/>
                </a:path>
                <a:path w="111760" h="22860">
                  <a:moveTo>
                    <a:pt x="99060" y="7632"/>
                  </a:moveTo>
                  <a:lnTo>
                    <a:pt x="7620" y="7632"/>
                  </a:lnTo>
                  <a:lnTo>
                    <a:pt x="7620" y="10172"/>
                  </a:lnTo>
                  <a:lnTo>
                    <a:pt x="96520" y="10172"/>
                  </a:lnTo>
                  <a:lnTo>
                    <a:pt x="96520" y="11442"/>
                  </a:lnTo>
                  <a:lnTo>
                    <a:pt x="97790" y="11442"/>
                  </a:lnTo>
                  <a:lnTo>
                    <a:pt x="97790" y="10172"/>
                  </a:lnTo>
                  <a:lnTo>
                    <a:pt x="99060" y="10172"/>
                  </a:lnTo>
                  <a:lnTo>
                    <a:pt x="99060" y="7632"/>
                  </a:lnTo>
                  <a:close/>
                </a:path>
                <a:path w="111760" h="22860">
                  <a:moveTo>
                    <a:pt x="104140" y="5092"/>
                  </a:moveTo>
                  <a:lnTo>
                    <a:pt x="11430" y="5092"/>
                  </a:lnTo>
                  <a:lnTo>
                    <a:pt x="11430" y="3822"/>
                  </a:lnTo>
                  <a:lnTo>
                    <a:pt x="10160" y="3822"/>
                  </a:lnTo>
                  <a:lnTo>
                    <a:pt x="10160" y="5092"/>
                  </a:lnTo>
                  <a:lnTo>
                    <a:pt x="10160" y="6362"/>
                  </a:lnTo>
                  <a:lnTo>
                    <a:pt x="101600" y="6362"/>
                  </a:lnTo>
                  <a:lnTo>
                    <a:pt x="101600" y="7632"/>
                  </a:lnTo>
                  <a:lnTo>
                    <a:pt x="102870" y="7632"/>
                  </a:lnTo>
                  <a:lnTo>
                    <a:pt x="102870" y="6362"/>
                  </a:lnTo>
                  <a:lnTo>
                    <a:pt x="104140" y="6362"/>
                  </a:lnTo>
                  <a:lnTo>
                    <a:pt x="104140" y="5092"/>
                  </a:lnTo>
                  <a:close/>
                </a:path>
                <a:path w="111760" h="22860">
                  <a:moveTo>
                    <a:pt x="107950" y="1282"/>
                  </a:moveTo>
                  <a:lnTo>
                    <a:pt x="11430" y="1282"/>
                  </a:lnTo>
                  <a:lnTo>
                    <a:pt x="11430" y="3822"/>
                  </a:lnTo>
                  <a:lnTo>
                    <a:pt x="104140" y="3822"/>
                  </a:lnTo>
                  <a:lnTo>
                    <a:pt x="104140" y="5092"/>
                  </a:lnTo>
                  <a:lnTo>
                    <a:pt x="106680" y="5092"/>
                  </a:lnTo>
                  <a:lnTo>
                    <a:pt x="106680" y="3822"/>
                  </a:lnTo>
                  <a:lnTo>
                    <a:pt x="107950" y="3822"/>
                  </a:lnTo>
                  <a:lnTo>
                    <a:pt x="107950" y="1282"/>
                  </a:lnTo>
                  <a:close/>
                </a:path>
                <a:path w="111760" h="22860">
                  <a:moveTo>
                    <a:pt x="111760" y="0"/>
                  </a:moveTo>
                  <a:lnTo>
                    <a:pt x="109220" y="0"/>
                  </a:lnTo>
                  <a:lnTo>
                    <a:pt x="109220" y="1270"/>
                  </a:lnTo>
                  <a:lnTo>
                    <a:pt x="111760" y="1270"/>
                  </a:lnTo>
                  <a:lnTo>
                    <a:pt x="111760" y="0"/>
                  </a:lnTo>
                  <a:close/>
                </a:path>
              </a:pathLst>
            </a:custGeom>
            <a:solidFill>
              <a:srgbClr val="A14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134607" y="1938019"/>
              <a:ext cx="116839" cy="46990"/>
            </a:xfrm>
            <a:custGeom>
              <a:avLst/>
              <a:gdLst/>
              <a:ahLst/>
              <a:cxnLst/>
              <a:rect l="l" t="t" r="r" b="b"/>
              <a:pathLst>
                <a:path w="116839" h="46989">
                  <a:moveTo>
                    <a:pt x="24130" y="8890"/>
                  </a:moveTo>
                  <a:lnTo>
                    <a:pt x="22860" y="8890"/>
                  </a:lnTo>
                  <a:lnTo>
                    <a:pt x="22860" y="10160"/>
                  </a:lnTo>
                  <a:lnTo>
                    <a:pt x="24130" y="10160"/>
                  </a:lnTo>
                  <a:lnTo>
                    <a:pt x="24130" y="8890"/>
                  </a:lnTo>
                  <a:close/>
                </a:path>
                <a:path w="116839" h="46989">
                  <a:moveTo>
                    <a:pt x="86360" y="45720"/>
                  </a:moveTo>
                  <a:lnTo>
                    <a:pt x="1270" y="45720"/>
                  </a:lnTo>
                  <a:lnTo>
                    <a:pt x="1270" y="44450"/>
                  </a:lnTo>
                  <a:lnTo>
                    <a:pt x="0" y="44450"/>
                  </a:lnTo>
                  <a:lnTo>
                    <a:pt x="0" y="46990"/>
                  </a:lnTo>
                  <a:lnTo>
                    <a:pt x="86360" y="46990"/>
                  </a:lnTo>
                  <a:lnTo>
                    <a:pt x="86360" y="45720"/>
                  </a:lnTo>
                  <a:close/>
                </a:path>
                <a:path w="116839" h="46989">
                  <a:moveTo>
                    <a:pt x="87630" y="41910"/>
                  </a:moveTo>
                  <a:lnTo>
                    <a:pt x="3810" y="41910"/>
                  </a:lnTo>
                  <a:lnTo>
                    <a:pt x="3810" y="40640"/>
                  </a:lnTo>
                  <a:lnTo>
                    <a:pt x="2540" y="40640"/>
                  </a:lnTo>
                  <a:lnTo>
                    <a:pt x="2540" y="44450"/>
                  </a:lnTo>
                  <a:lnTo>
                    <a:pt x="86360" y="44450"/>
                  </a:lnTo>
                  <a:lnTo>
                    <a:pt x="86360" y="45720"/>
                  </a:lnTo>
                  <a:lnTo>
                    <a:pt x="87630" y="45720"/>
                  </a:lnTo>
                  <a:lnTo>
                    <a:pt x="87630" y="41910"/>
                  </a:lnTo>
                  <a:close/>
                </a:path>
                <a:path w="116839" h="46989">
                  <a:moveTo>
                    <a:pt x="92710" y="35560"/>
                  </a:moveTo>
                  <a:lnTo>
                    <a:pt x="7620" y="35560"/>
                  </a:lnTo>
                  <a:lnTo>
                    <a:pt x="7620" y="34290"/>
                  </a:lnTo>
                  <a:lnTo>
                    <a:pt x="6350" y="34290"/>
                  </a:lnTo>
                  <a:lnTo>
                    <a:pt x="6350" y="38100"/>
                  </a:lnTo>
                  <a:lnTo>
                    <a:pt x="5080" y="38100"/>
                  </a:lnTo>
                  <a:lnTo>
                    <a:pt x="5080" y="39370"/>
                  </a:lnTo>
                  <a:lnTo>
                    <a:pt x="3810" y="39370"/>
                  </a:lnTo>
                  <a:lnTo>
                    <a:pt x="3810" y="40640"/>
                  </a:lnTo>
                  <a:lnTo>
                    <a:pt x="88900" y="40640"/>
                  </a:lnTo>
                  <a:lnTo>
                    <a:pt x="88900" y="41910"/>
                  </a:lnTo>
                  <a:lnTo>
                    <a:pt x="90170" y="41910"/>
                  </a:lnTo>
                  <a:lnTo>
                    <a:pt x="90170" y="39370"/>
                  </a:lnTo>
                  <a:lnTo>
                    <a:pt x="91440" y="39370"/>
                  </a:lnTo>
                  <a:lnTo>
                    <a:pt x="91440" y="38100"/>
                  </a:lnTo>
                  <a:lnTo>
                    <a:pt x="92710" y="38100"/>
                  </a:lnTo>
                  <a:lnTo>
                    <a:pt x="92710" y="35560"/>
                  </a:lnTo>
                  <a:close/>
                </a:path>
                <a:path w="116839" h="46989">
                  <a:moveTo>
                    <a:pt x="95250" y="33020"/>
                  </a:moveTo>
                  <a:lnTo>
                    <a:pt x="8890" y="33020"/>
                  </a:lnTo>
                  <a:lnTo>
                    <a:pt x="8890" y="34290"/>
                  </a:lnTo>
                  <a:lnTo>
                    <a:pt x="95250" y="34290"/>
                  </a:lnTo>
                  <a:lnTo>
                    <a:pt x="95250" y="33020"/>
                  </a:lnTo>
                  <a:close/>
                </a:path>
                <a:path w="116839" h="46989">
                  <a:moveTo>
                    <a:pt x="96520" y="29210"/>
                  </a:moveTo>
                  <a:lnTo>
                    <a:pt x="10160" y="29210"/>
                  </a:lnTo>
                  <a:lnTo>
                    <a:pt x="10160" y="31750"/>
                  </a:lnTo>
                  <a:lnTo>
                    <a:pt x="95250" y="31750"/>
                  </a:lnTo>
                  <a:lnTo>
                    <a:pt x="95250" y="33020"/>
                  </a:lnTo>
                  <a:lnTo>
                    <a:pt x="96520" y="33020"/>
                  </a:lnTo>
                  <a:lnTo>
                    <a:pt x="96520" y="29210"/>
                  </a:lnTo>
                  <a:close/>
                </a:path>
                <a:path w="116839" h="46989">
                  <a:moveTo>
                    <a:pt x="99060" y="26670"/>
                  </a:moveTo>
                  <a:lnTo>
                    <a:pt x="12700" y="26670"/>
                  </a:lnTo>
                  <a:lnTo>
                    <a:pt x="12700" y="27940"/>
                  </a:lnTo>
                  <a:lnTo>
                    <a:pt x="97790" y="27940"/>
                  </a:lnTo>
                  <a:lnTo>
                    <a:pt x="97790" y="29210"/>
                  </a:lnTo>
                  <a:lnTo>
                    <a:pt x="99060" y="29210"/>
                  </a:lnTo>
                  <a:lnTo>
                    <a:pt x="99060" y="26670"/>
                  </a:lnTo>
                  <a:close/>
                </a:path>
                <a:path w="116839" h="46989">
                  <a:moveTo>
                    <a:pt x="101600" y="22860"/>
                  </a:moveTo>
                  <a:lnTo>
                    <a:pt x="13970" y="22860"/>
                  </a:lnTo>
                  <a:lnTo>
                    <a:pt x="13970" y="24130"/>
                  </a:lnTo>
                  <a:lnTo>
                    <a:pt x="13970" y="25400"/>
                  </a:lnTo>
                  <a:lnTo>
                    <a:pt x="99060" y="25400"/>
                  </a:lnTo>
                  <a:lnTo>
                    <a:pt x="99060" y="26670"/>
                  </a:lnTo>
                  <a:lnTo>
                    <a:pt x="100330" y="26670"/>
                  </a:lnTo>
                  <a:lnTo>
                    <a:pt x="100330" y="25400"/>
                  </a:lnTo>
                  <a:lnTo>
                    <a:pt x="101600" y="25400"/>
                  </a:lnTo>
                  <a:lnTo>
                    <a:pt x="101600" y="24130"/>
                  </a:lnTo>
                  <a:lnTo>
                    <a:pt x="101600" y="22860"/>
                  </a:lnTo>
                  <a:close/>
                </a:path>
                <a:path w="116839" h="46989">
                  <a:moveTo>
                    <a:pt x="104140" y="20320"/>
                  </a:moveTo>
                  <a:lnTo>
                    <a:pt x="17780" y="20320"/>
                  </a:lnTo>
                  <a:lnTo>
                    <a:pt x="17780" y="19050"/>
                  </a:lnTo>
                  <a:lnTo>
                    <a:pt x="16510" y="19050"/>
                  </a:lnTo>
                  <a:lnTo>
                    <a:pt x="16510" y="21590"/>
                  </a:lnTo>
                  <a:lnTo>
                    <a:pt x="101600" y="21590"/>
                  </a:lnTo>
                  <a:lnTo>
                    <a:pt x="101600" y="22860"/>
                  </a:lnTo>
                  <a:lnTo>
                    <a:pt x="102870" y="22860"/>
                  </a:lnTo>
                  <a:lnTo>
                    <a:pt x="102870" y="21590"/>
                  </a:lnTo>
                  <a:lnTo>
                    <a:pt x="104140" y="21590"/>
                  </a:lnTo>
                  <a:lnTo>
                    <a:pt x="104140" y="20320"/>
                  </a:lnTo>
                  <a:close/>
                </a:path>
                <a:path w="116839" h="46989">
                  <a:moveTo>
                    <a:pt x="105410" y="16510"/>
                  </a:moveTo>
                  <a:lnTo>
                    <a:pt x="20320" y="16510"/>
                  </a:lnTo>
                  <a:lnTo>
                    <a:pt x="20320" y="15240"/>
                  </a:lnTo>
                  <a:lnTo>
                    <a:pt x="19050" y="15240"/>
                  </a:lnTo>
                  <a:lnTo>
                    <a:pt x="19050" y="16510"/>
                  </a:lnTo>
                  <a:lnTo>
                    <a:pt x="17780" y="16510"/>
                  </a:lnTo>
                  <a:lnTo>
                    <a:pt x="17780" y="19050"/>
                  </a:lnTo>
                  <a:lnTo>
                    <a:pt x="105410" y="19050"/>
                  </a:lnTo>
                  <a:lnTo>
                    <a:pt x="105410" y="16510"/>
                  </a:lnTo>
                  <a:close/>
                </a:path>
                <a:path w="116839" h="46989">
                  <a:moveTo>
                    <a:pt x="107950" y="13970"/>
                  </a:moveTo>
                  <a:lnTo>
                    <a:pt x="21590" y="13970"/>
                  </a:lnTo>
                  <a:lnTo>
                    <a:pt x="21590" y="12700"/>
                  </a:lnTo>
                  <a:lnTo>
                    <a:pt x="20320" y="12700"/>
                  </a:lnTo>
                  <a:lnTo>
                    <a:pt x="20320" y="15240"/>
                  </a:lnTo>
                  <a:lnTo>
                    <a:pt x="107950" y="15240"/>
                  </a:lnTo>
                  <a:lnTo>
                    <a:pt x="107950" y="13970"/>
                  </a:lnTo>
                  <a:close/>
                </a:path>
                <a:path w="116839" h="46989">
                  <a:moveTo>
                    <a:pt x="109220" y="11430"/>
                  </a:moveTo>
                  <a:lnTo>
                    <a:pt x="21590" y="11430"/>
                  </a:lnTo>
                  <a:lnTo>
                    <a:pt x="21590" y="12700"/>
                  </a:lnTo>
                  <a:lnTo>
                    <a:pt x="107950" y="12700"/>
                  </a:lnTo>
                  <a:lnTo>
                    <a:pt x="107950" y="13970"/>
                  </a:lnTo>
                  <a:lnTo>
                    <a:pt x="109220" y="13970"/>
                  </a:lnTo>
                  <a:lnTo>
                    <a:pt x="109220" y="11430"/>
                  </a:lnTo>
                  <a:close/>
                </a:path>
                <a:path w="116839" h="46989">
                  <a:moveTo>
                    <a:pt x="116840" y="1270"/>
                  </a:moveTo>
                  <a:lnTo>
                    <a:pt x="29210" y="1270"/>
                  </a:lnTo>
                  <a:lnTo>
                    <a:pt x="29210" y="0"/>
                  </a:lnTo>
                  <a:lnTo>
                    <a:pt x="27940" y="0"/>
                  </a:lnTo>
                  <a:lnTo>
                    <a:pt x="27940" y="3810"/>
                  </a:lnTo>
                  <a:lnTo>
                    <a:pt x="26670" y="3810"/>
                  </a:lnTo>
                  <a:lnTo>
                    <a:pt x="26670" y="6350"/>
                  </a:lnTo>
                  <a:lnTo>
                    <a:pt x="25400" y="6350"/>
                  </a:lnTo>
                  <a:lnTo>
                    <a:pt x="25400" y="7620"/>
                  </a:lnTo>
                  <a:lnTo>
                    <a:pt x="24130" y="7620"/>
                  </a:lnTo>
                  <a:lnTo>
                    <a:pt x="24130" y="8890"/>
                  </a:lnTo>
                  <a:lnTo>
                    <a:pt x="110490" y="8890"/>
                  </a:lnTo>
                  <a:lnTo>
                    <a:pt x="110490" y="10160"/>
                  </a:lnTo>
                  <a:lnTo>
                    <a:pt x="111760" y="10160"/>
                  </a:lnTo>
                  <a:lnTo>
                    <a:pt x="111760" y="7620"/>
                  </a:lnTo>
                  <a:lnTo>
                    <a:pt x="113030" y="7620"/>
                  </a:lnTo>
                  <a:lnTo>
                    <a:pt x="113030" y="6350"/>
                  </a:lnTo>
                  <a:lnTo>
                    <a:pt x="114300" y="6350"/>
                  </a:lnTo>
                  <a:lnTo>
                    <a:pt x="114300" y="3810"/>
                  </a:lnTo>
                  <a:lnTo>
                    <a:pt x="115570" y="3810"/>
                  </a:lnTo>
                  <a:lnTo>
                    <a:pt x="115570" y="2540"/>
                  </a:lnTo>
                  <a:lnTo>
                    <a:pt x="116840" y="2540"/>
                  </a:lnTo>
                  <a:lnTo>
                    <a:pt x="116840" y="1270"/>
                  </a:lnTo>
                  <a:close/>
                </a:path>
              </a:pathLst>
            </a:custGeom>
            <a:solidFill>
              <a:srgbClr val="A14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120637" y="1985009"/>
              <a:ext cx="97790" cy="22860"/>
            </a:xfrm>
            <a:custGeom>
              <a:avLst/>
              <a:gdLst/>
              <a:ahLst/>
              <a:cxnLst/>
              <a:rect l="l" t="t" r="r" b="b"/>
              <a:pathLst>
                <a:path w="97789" h="22860">
                  <a:moveTo>
                    <a:pt x="87630" y="17780"/>
                  </a:moveTo>
                  <a:lnTo>
                    <a:pt x="2540" y="17780"/>
                  </a:lnTo>
                  <a:lnTo>
                    <a:pt x="2540" y="19050"/>
                  </a:lnTo>
                  <a:lnTo>
                    <a:pt x="1270" y="19050"/>
                  </a:lnTo>
                  <a:lnTo>
                    <a:pt x="1270" y="20320"/>
                  </a:lnTo>
                  <a:lnTo>
                    <a:pt x="0" y="20320"/>
                  </a:lnTo>
                  <a:lnTo>
                    <a:pt x="0" y="22860"/>
                  </a:lnTo>
                  <a:lnTo>
                    <a:pt x="85090" y="22860"/>
                  </a:lnTo>
                  <a:lnTo>
                    <a:pt x="85090" y="20320"/>
                  </a:lnTo>
                  <a:lnTo>
                    <a:pt x="86372" y="20320"/>
                  </a:lnTo>
                  <a:lnTo>
                    <a:pt x="86372" y="19050"/>
                  </a:lnTo>
                  <a:lnTo>
                    <a:pt x="87630" y="19050"/>
                  </a:lnTo>
                  <a:lnTo>
                    <a:pt x="87630" y="17780"/>
                  </a:lnTo>
                  <a:close/>
                </a:path>
                <a:path w="97789" h="22860">
                  <a:moveTo>
                    <a:pt x="88912" y="13970"/>
                  </a:moveTo>
                  <a:lnTo>
                    <a:pt x="3810" y="13970"/>
                  </a:lnTo>
                  <a:lnTo>
                    <a:pt x="3810" y="16510"/>
                  </a:lnTo>
                  <a:lnTo>
                    <a:pt x="87630" y="16510"/>
                  </a:lnTo>
                  <a:lnTo>
                    <a:pt x="87630" y="17780"/>
                  </a:lnTo>
                  <a:lnTo>
                    <a:pt x="88912" y="17780"/>
                  </a:lnTo>
                  <a:lnTo>
                    <a:pt x="88912" y="13970"/>
                  </a:lnTo>
                  <a:close/>
                </a:path>
                <a:path w="97789" h="22860">
                  <a:moveTo>
                    <a:pt x="91440" y="11430"/>
                  </a:moveTo>
                  <a:lnTo>
                    <a:pt x="7620" y="11430"/>
                  </a:lnTo>
                  <a:lnTo>
                    <a:pt x="7620" y="10160"/>
                  </a:lnTo>
                  <a:lnTo>
                    <a:pt x="6350" y="10160"/>
                  </a:lnTo>
                  <a:lnTo>
                    <a:pt x="6350" y="12700"/>
                  </a:lnTo>
                  <a:lnTo>
                    <a:pt x="90182" y="12700"/>
                  </a:lnTo>
                  <a:lnTo>
                    <a:pt x="90182" y="13970"/>
                  </a:lnTo>
                  <a:lnTo>
                    <a:pt x="91440" y="13970"/>
                  </a:lnTo>
                  <a:lnTo>
                    <a:pt x="91440" y="11430"/>
                  </a:lnTo>
                  <a:close/>
                </a:path>
                <a:path w="97789" h="22860">
                  <a:moveTo>
                    <a:pt x="93980" y="7620"/>
                  </a:moveTo>
                  <a:lnTo>
                    <a:pt x="10160" y="7620"/>
                  </a:lnTo>
                  <a:lnTo>
                    <a:pt x="10160" y="6350"/>
                  </a:lnTo>
                  <a:lnTo>
                    <a:pt x="8890" y="6350"/>
                  </a:lnTo>
                  <a:lnTo>
                    <a:pt x="8890" y="7620"/>
                  </a:lnTo>
                  <a:lnTo>
                    <a:pt x="7620" y="7620"/>
                  </a:lnTo>
                  <a:lnTo>
                    <a:pt x="7620" y="10160"/>
                  </a:lnTo>
                  <a:lnTo>
                    <a:pt x="91440" y="10160"/>
                  </a:lnTo>
                  <a:lnTo>
                    <a:pt x="91440" y="11430"/>
                  </a:lnTo>
                  <a:lnTo>
                    <a:pt x="92722" y="11430"/>
                  </a:lnTo>
                  <a:lnTo>
                    <a:pt x="92722" y="10160"/>
                  </a:lnTo>
                  <a:lnTo>
                    <a:pt x="93980" y="10160"/>
                  </a:lnTo>
                  <a:lnTo>
                    <a:pt x="93980" y="7620"/>
                  </a:lnTo>
                  <a:close/>
                </a:path>
                <a:path w="97789" h="22860">
                  <a:moveTo>
                    <a:pt x="96532" y="5080"/>
                  </a:moveTo>
                  <a:lnTo>
                    <a:pt x="11430" y="5080"/>
                  </a:lnTo>
                  <a:lnTo>
                    <a:pt x="11430" y="3810"/>
                  </a:lnTo>
                  <a:lnTo>
                    <a:pt x="10160" y="3810"/>
                  </a:lnTo>
                  <a:lnTo>
                    <a:pt x="10160" y="6350"/>
                  </a:lnTo>
                  <a:lnTo>
                    <a:pt x="93980" y="6350"/>
                  </a:lnTo>
                  <a:lnTo>
                    <a:pt x="93980" y="7620"/>
                  </a:lnTo>
                  <a:lnTo>
                    <a:pt x="95262" y="7620"/>
                  </a:lnTo>
                  <a:lnTo>
                    <a:pt x="95262" y="6350"/>
                  </a:lnTo>
                  <a:lnTo>
                    <a:pt x="96532" y="6350"/>
                  </a:lnTo>
                  <a:lnTo>
                    <a:pt x="96532" y="5080"/>
                  </a:lnTo>
                  <a:close/>
                </a:path>
                <a:path w="97789" h="22860">
                  <a:moveTo>
                    <a:pt x="97790" y="1270"/>
                  </a:moveTo>
                  <a:lnTo>
                    <a:pt x="13970" y="1270"/>
                  </a:lnTo>
                  <a:lnTo>
                    <a:pt x="13970" y="0"/>
                  </a:lnTo>
                  <a:lnTo>
                    <a:pt x="12700" y="0"/>
                  </a:lnTo>
                  <a:lnTo>
                    <a:pt x="12700" y="1270"/>
                  </a:lnTo>
                  <a:lnTo>
                    <a:pt x="11430" y="1270"/>
                  </a:lnTo>
                  <a:lnTo>
                    <a:pt x="11430" y="3810"/>
                  </a:lnTo>
                  <a:lnTo>
                    <a:pt x="97790" y="3810"/>
                  </a:lnTo>
                  <a:lnTo>
                    <a:pt x="97790" y="1270"/>
                  </a:lnTo>
                  <a:close/>
                </a:path>
              </a:pathLst>
            </a:custGeom>
            <a:solidFill>
              <a:srgbClr val="A14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104127" y="2007869"/>
              <a:ext cx="100965" cy="24130"/>
            </a:xfrm>
            <a:custGeom>
              <a:avLst/>
              <a:gdLst/>
              <a:ahLst/>
              <a:cxnLst/>
              <a:rect l="l" t="t" r="r" b="b"/>
              <a:pathLst>
                <a:path w="100964" h="24130">
                  <a:moveTo>
                    <a:pt x="87642" y="20320"/>
                  </a:moveTo>
                  <a:lnTo>
                    <a:pt x="3810" y="20320"/>
                  </a:lnTo>
                  <a:lnTo>
                    <a:pt x="3810" y="19050"/>
                  </a:lnTo>
                  <a:lnTo>
                    <a:pt x="2540" y="19050"/>
                  </a:lnTo>
                  <a:lnTo>
                    <a:pt x="2540" y="21590"/>
                  </a:lnTo>
                  <a:lnTo>
                    <a:pt x="85102" y="21590"/>
                  </a:lnTo>
                  <a:lnTo>
                    <a:pt x="85090" y="22860"/>
                  </a:lnTo>
                  <a:lnTo>
                    <a:pt x="2540" y="22860"/>
                  </a:lnTo>
                  <a:lnTo>
                    <a:pt x="2540" y="21590"/>
                  </a:lnTo>
                  <a:lnTo>
                    <a:pt x="1270" y="21590"/>
                  </a:lnTo>
                  <a:lnTo>
                    <a:pt x="1270" y="22860"/>
                  </a:lnTo>
                  <a:lnTo>
                    <a:pt x="0" y="22860"/>
                  </a:lnTo>
                  <a:lnTo>
                    <a:pt x="0" y="24130"/>
                  </a:lnTo>
                  <a:lnTo>
                    <a:pt x="85102" y="24130"/>
                  </a:lnTo>
                  <a:lnTo>
                    <a:pt x="85102" y="22860"/>
                  </a:lnTo>
                  <a:lnTo>
                    <a:pt x="86372" y="22860"/>
                  </a:lnTo>
                  <a:lnTo>
                    <a:pt x="86372" y="21590"/>
                  </a:lnTo>
                  <a:lnTo>
                    <a:pt x="87642" y="21590"/>
                  </a:lnTo>
                  <a:lnTo>
                    <a:pt x="87642" y="20320"/>
                  </a:lnTo>
                  <a:close/>
                </a:path>
                <a:path w="100964" h="24130">
                  <a:moveTo>
                    <a:pt x="88912" y="16510"/>
                  </a:moveTo>
                  <a:lnTo>
                    <a:pt x="6350" y="16510"/>
                  </a:lnTo>
                  <a:lnTo>
                    <a:pt x="6350" y="15240"/>
                  </a:lnTo>
                  <a:lnTo>
                    <a:pt x="5080" y="15240"/>
                  </a:lnTo>
                  <a:lnTo>
                    <a:pt x="5080" y="16510"/>
                  </a:lnTo>
                  <a:lnTo>
                    <a:pt x="3810" y="16510"/>
                  </a:lnTo>
                  <a:lnTo>
                    <a:pt x="3810" y="19050"/>
                  </a:lnTo>
                  <a:lnTo>
                    <a:pt x="88912" y="19050"/>
                  </a:lnTo>
                  <a:lnTo>
                    <a:pt x="88912" y="16510"/>
                  </a:lnTo>
                  <a:close/>
                </a:path>
                <a:path w="100964" h="24130">
                  <a:moveTo>
                    <a:pt x="91440" y="13970"/>
                  </a:moveTo>
                  <a:lnTo>
                    <a:pt x="7620" y="13970"/>
                  </a:lnTo>
                  <a:lnTo>
                    <a:pt x="7620" y="12700"/>
                  </a:lnTo>
                  <a:lnTo>
                    <a:pt x="6350" y="12700"/>
                  </a:lnTo>
                  <a:lnTo>
                    <a:pt x="6350" y="15240"/>
                  </a:lnTo>
                  <a:lnTo>
                    <a:pt x="91440" y="15240"/>
                  </a:lnTo>
                  <a:lnTo>
                    <a:pt x="91440" y="13970"/>
                  </a:lnTo>
                  <a:close/>
                </a:path>
                <a:path w="100964" h="24130">
                  <a:moveTo>
                    <a:pt x="92722" y="10160"/>
                  </a:moveTo>
                  <a:lnTo>
                    <a:pt x="10160" y="10160"/>
                  </a:lnTo>
                  <a:lnTo>
                    <a:pt x="10160" y="8890"/>
                  </a:lnTo>
                  <a:lnTo>
                    <a:pt x="8890" y="8890"/>
                  </a:lnTo>
                  <a:lnTo>
                    <a:pt x="8890" y="12700"/>
                  </a:lnTo>
                  <a:lnTo>
                    <a:pt x="91440" y="12700"/>
                  </a:lnTo>
                  <a:lnTo>
                    <a:pt x="91440" y="13970"/>
                  </a:lnTo>
                  <a:lnTo>
                    <a:pt x="92722" y="13970"/>
                  </a:lnTo>
                  <a:lnTo>
                    <a:pt x="92722" y="10160"/>
                  </a:lnTo>
                  <a:close/>
                </a:path>
                <a:path w="100964" h="24130">
                  <a:moveTo>
                    <a:pt x="100342" y="0"/>
                  </a:moveTo>
                  <a:lnTo>
                    <a:pt x="15252" y="0"/>
                  </a:lnTo>
                  <a:lnTo>
                    <a:pt x="15252" y="2540"/>
                  </a:lnTo>
                  <a:lnTo>
                    <a:pt x="13982" y="2540"/>
                  </a:lnTo>
                  <a:lnTo>
                    <a:pt x="13982" y="3810"/>
                  </a:lnTo>
                  <a:lnTo>
                    <a:pt x="12712" y="3810"/>
                  </a:lnTo>
                  <a:lnTo>
                    <a:pt x="12712" y="6350"/>
                  </a:lnTo>
                  <a:lnTo>
                    <a:pt x="11430" y="6350"/>
                  </a:lnTo>
                  <a:lnTo>
                    <a:pt x="11430" y="7620"/>
                  </a:lnTo>
                  <a:lnTo>
                    <a:pt x="10160" y="7620"/>
                  </a:lnTo>
                  <a:lnTo>
                    <a:pt x="10160" y="8890"/>
                  </a:lnTo>
                  <a:lnTo>
                    <a:pt x="93992" y="8890"/>
                  </a:lnTo>
                  <a:lnTo>
                    <a:pt x="93992" y="10160"/>
                  </a:lnTo>
                  <a:lnTo>
                    <a:pt x="95262" y="10160"/>
                  </a:lnTo>
                  <a:lnTo>
                    <a:pt x="95262" y="7620"/>
                  </a:lnTo>
                  <a:lnTo>
                    <a:pt x="96532" y="7620"/>
                  </a:lnTo>
                  <a:lnTo>
                    <a:pt x="96532" y="6350"/>
                  </a:lnTo>
                  <a:lnTo>
                    <a:pt x="97790" y="6350"/>
                  </a:lnTo>
                  <a:lnTo>
                    <a:pt x="97790" y="3810"/>
                  </a:lnTo>
                  <a:lnTo>
                    <a:pt x="99072" y="3810"/>
                  </a:lnTo>
                  <a:lnTo>
                    <a:pt x="99072" y="2540"/>
                  </a:lnTo>
                  <a:lnTo>
                    <a:pt x="100342" y="2540"/>
                  </a:lnTo>
                  <a:lnTo>
                    <a:pt x="100342" y="0"/>
                  </a:lnTo>
                  <a:close/>
                </a:path>
              </a:pathLst>
            </a:custGeom>
            <a:solidFill>
              <a:srgbClr val="A03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91427" y="2031999"/>
              <a:ext cx="97790" cy="22860"/>
            </a:xfrm>
            <a:custGeom>
              <a:avLst/>
              <a:gdLst/>
              <a:ahLst/>
              <a:cxnLst/>
              <a:rect l="l" t="t" r="r" b="b"/>
              <a:pathLst>
                <a:path w="97789" h="22860">
                  <a:moveTo>
                    <a:pt x="82562" y="22860"/>
                  </a:moveTo>
                  <a:lnTo>
                    <a:pt x="82550" y="21590"/>
                  </a:lnTo>
                  <a:lnTo>
                    <a:pt x="0" y="21590"/>
                  </a:lnTo>
                  <a:lnTo>
                    <a:pt x="0" y="22860"/>
                  </a:lnTo>
                  <a:lnTo>
                    <a:pt x="82562" y="22860"/>
                  </a:lnTo>
                  <a:close/>
                </a:path>
                <a:path w="97789" h="22860">
                  <a:moveTo>
                    <a:pt x="91440" y="8890"/>
                  </a:moveTo>
                  <a:lnTo>
                    <a:pt x="7620" y="8890"/>
                  </a:lnTo>
                  <a:lnTo>
                    <a:pt x="7620" y="10160"/>
                  </a:lnTo>
                  <a:lnTo>
                    <a:pt x="6350" y="10160"/>
                  </a:lnTo>
                  <a:lnTo>
                    <a:pt x="6350" y="11430"/>
                  </a:lnTo>
                  <a:lnTo>
                    <a:pt x="5080" y="11430"/>
                  </a:lnTo>
                  <a:lnTo>
                    <a:pt x="5080" y="13970"/>
                  </a:lnTo>
                  <a:lnTo>
                    <a:pt x="3810" y="13970"/>
                  </a:lnTo>
                  <a:lnTo>
                    <a:pt x="3810" y="16510"/>
                  </a:lnTo>
                  <a:lnTo>
                    <a:pt x="2540" y="16510"/>
                  </a:lnTo>
                  <a:lnTo>
                    <a:pt x="2540" y="17780"/>
                  </a:lnTo>
                  <a:lnTo>
                    <a:pt x="1270" y="17780"/>
                  </a:lnTo>
                  <a:lnTo>
                    <a:pt x="1270" y="20320"/>
                  </a:lnTo>
                  <a:lnTo>
                    <a:pt x="82550" y="20320"/>
                  </a:lnTo>
                  <a:lnTo>
                    <a:pt x="82550" y="21590"/>
                  </a:lnTo>
                  <a:lnTo>
                    <a:pt x="83832" y="21590"/>
                  </a:lnTo>
                  <a:lnTo>
                    <a:pt x="83832" y="20320"/>
                  </a:lnTo>
                  <a:lnTo>
                    <a:pt x="85090" y="20320"/>
                  </a:lnTo>
                  <a:lnTo>
                    <a:pt x="85090" y="17780"/>
                  </a:lnTo>
                  <a:lnTo>
                    <a:pt x="86372" y="17780"/>
                  </a:lnTo>
                  <a:lnTo>
                    <a:pt x="86372" y="16510"/>
                  </a:lnTo>
                  <a:lnTo>
                    <a:pt x="87642" y="16510"/>
                  </a:lnTo>
                  <a:lnTo>
                    <a:pt x="87642" y="13970"/>
                  </a:lnTo>
                  <a:lnTo>
                    <a:pt x="88900" y="13970"/>
                  </a:lnTo>
                  <a:lnTo>
                    <a:pt x="88900" y="11430"/>
                  </a:lnTo>
                  <a:lnTo>
                    <a:pt x="90182" y="11430"/>
                  </a:lnTo>
                  <a:lnTo>
                    <a:pt x="90182" y="10160"/>
                  </a:lnTo>
                  <a:lnTo>
                    <a:pt x="91440" y="10160"/>
                  </a:lnTo>
                  <a:lnTo>
                    <a:pt x="91440" y="8890"/>
                  </a:lnTo>
                  <a:close/>
                </a:path>
                <a:path w="97789" h="22860">
                  <a:moveTo>
                    <a:pt x="92722" y="5080"/>
                  </a:moveTo>
                  <a:lnTo>
                    <a:pt x="8890" y="5080"/>
                  </a:lnTo>
                  <a:lnTo>
                    <a:pt x="8890" y="7620"/>
                  </a:lnTo>
                  <a:lnTo>
                    <a:pt x="91440" y="7620"/>
                  </a:lnTo>
                  <a:lnTo>
                    <a:pt x="91440" y="8890"/>
                  </a:lnTo>
                  <a:lnTo>
                    <a:pt x="92722" y="8890"/>
                  </a:lnTo>
                  <a:lnTo>
                    <a:pt x="92722" y="5080"/>
                  </a:lnTo>
                  <a:close/>
                </a:path>
                <a:path w="97789" h="22860">
                  <a:moveTo>
                    <a:pt x="95250" y="2540"/>
                  </a:moveTo>
                  <a:lnTo>
                    <a:pt x="12700" y="2540"/>
                  </a:lnTo>
                  <a:lnTo>
                    <a:pt x="12700" y="1270"/>
                  </a:lnTo>
                  <a:lnTo>
                    <a:pt x="11430" y="1270"/>
                  </a:lnTo>
                  <a:lnTo>
                    <a:pt x="11430" y="3810"/>
                  </a:lnTo>
                  <a:lnTo>
                    <a:pt x="93992" y="3810"/>
                  </a:lnTo>
                  <a:lnTo>
                    <a:pt x="93992" y="5080"/>
                  </a:lnTo>
                  <a:lnTo>
                    <a:pt x="95250" y="5080"/>
                  </a:lnTo>
                  <a:lnTo>
                    <a:pt x="95250" y="2540"/>
                  </a:lnTo>
                  <a:close/>
                </a:path>
                <a:path w="97789" h="22860">
                  <a:moveTo>
                    <a:pt x="97790" y="0"/>
                  </a:moveTo>
                  <a:lnTo>
                    <a:pt x="12700" y="0"/>
                  </a:lnTo>
                  <a:lnTo>
                    <a:pt x="12700" y="1270"/>
                  </a:lnTo>
                  <a:lnTo>
                    <a:pt x="95250" y="1270"/>
                  </a:lnTo>
                  <a:lnTo>
                    <a:pt x="95250" y="2540"/>
                  </a:lnTo>
                  <a:lnTo>
                    <a:pt x="96520" y="2540"/>
                  </a:lnTo>
                  <a:lnTo>
                    <a:pt x="96520" y="1270"/>
                  </a:lnTo>
                  <a:lnTo>
                    <a:pt x="97790" y="1270"/>
                  </a:lnTo>
                  <a:lnTo>
                    <a:pt x="97790" y="0"/>
                  </a:lnTo>
                  <a:close/>
                </a:path>
              </a:pathLst>
            </a:custGeom>
            <a:solidFill>
              <a:srgbClr val="9E3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59677" y="2054859"/>
              <a:ext cx="114300" cy="46990"/>
            </a:xfrm>
            <a:custGeom>
              <a:avLst/>
              <a:gdLst/>
              <a:ahLst/>
              <a:cxnLst/>
              <a:rect l="l" t="t" r="r" b="b"/>
              <a:pathLst>
                <a:path w="114300" h="46989">
                  <a:moveTo>
                    <a:pt x="82562" y="46990"/>
                  </a:moveTo>
                  <a:lnTo>
                    <a:pt x="82550" y="45720"/>
                  </a:lnTo>
                  <a:lnTo>
                    <a:pt x="2540" y="45720"/>
                  </a:lnTo>
                  <a:lnTo>
                    <a:pt x="2540" y="44450"/>
                  </a:lnTo>
                  <a:lnTo>
                    <a:pt x="1270" y="44450"/>
                  </a:lnTo>
                  <a:lnTo>
                    <a:pt x="1270" y="45720"/>
                  </a:lnTo>
                  <a:lnTo>
                    <a:pt x="0" y="45720"/>
                  </a:lnTo>
                  <a:lnTo>
                    <a:pt x="0" y="46990"/>
                  </a:lnTo>
                  <a:lnTo>
                    <a:pt x="82562" y="46990"/>
                  </a:lnTo>
                  <a:close/>
                </a:path>
                <a:path w="114300" h="46989">
                  <a:moveTo>
                    <a:pt x="85102" y="43180"/>
                  </a:moveTo>
                  <a:lnTo>
                    <a:pt x="3810" y="43180"/>
                  </a:lnTo>
                  <a:lnTo>
                    <a:pt x="3810" y="41910"/>
                  </a:lnTo>
                  <a:lnTo>
                    <a:pt x="2540" y="41910"/>
                  </a:lnTo>
                  <a:lnTo>
                    <a:pt x="2540" y="44450"/>
                  </a:lnTo>
                  <a:lnTo>
                    <a:pt x="82550" y="44450"/>
                  </a:lnTo>
                  <a:lnTo>
                    <a:pt x="82550" y="45720"/>
                  </a:lnTo>
                  <a:lnTo>
                    <a:pt x="83832" y="45720"/>
                  </a:lnTo>
                  <a:lnTo>
                    <a:pt x="83832" y="44450"/>
                  </a:lnTo>
                  <a:lnTo>
                    <a:pt x="85102" y="44450"/>
                  </a:lnTo>
                  <a:lnTo>
                    <a:pt x="85102" y="43180"/>
                  </a:lnTo>
                  <a:close/>
                </a:path>
                <a:path w="114300" h="46989">
                  <a:moveTo>
                    <a:pt x="86372" y="39370"/>
                  </a:moveTo>
                  <a:lnTo>
                    <a:pt x="6350" y="39370"/>
                  </a:lnTo>
                  <a:lnTo>
                    <a:pt x="6350" y="38100"/>
                  </a:lnTo>
                  <a:lnTo>
                    <a:pt x="5080" y="38100"/>
                  </a:lnTo>
                  <a:lnTo>
                    <a:pt x="5080" y="41910"/>
                  </a:lnTo>
                  <a:lnTo>
                    <a:pt x="86372" y="41910"/>
                  </a:lnTo>
                  <a:lnTo>
                    <a:pt x="86372" y="39370"/>
                  </a:lnTo>
                  <a:close/>
                </a:path>
                <a:path w="114300" h="46989">
                  <a:moveTo>
                    <a:pt x="88900" y="36830"/>
                  </a:moveTo>
                  <a:lnTo>
                    <a:pt x="7620" y="36830"/>
                  </a:lnTo>
                  <a:lnTo>
                    <a:pt x="7620" y="38100"/>
                  </a:lnTo>
                  <a:lnTo>
                    <a:pt x="88900" y="38100"/>
                  </a:lnTo>
                  <a:lnTo>
                    <a:pt x="88900" y="36830"/>
                  </a:lnTo>
                  <a:close/>
                </a:path>
                <a:path w="114300" h="46989">
                  <a:moveTo>
                    <a:pt x="90182" y="33020"/>
                  </a:moveTo>
                  <a:lnTo>
                    <a:pt x="10160" y="33020"/>
                  </a:lnTo>
                  <a:lnTo>
                    <a:pt x="10160" y="31750"/>
                  </a:lnTo>
                  <a:lnTo>
                    <a:pt x="8890" y="31750"/>
                  </a:lnTo>
                  <a:lnTo>
                    <a:pt x="8890" y="35560"/>
                  </a:lnTo>
                  <a:lnTo>
                    <a:pt x="88900" y="35560"/>
                  </a:lnTo>
                  <a:lnTo>
                    <a:pt x="88900" y="36830"/>
                  </a:lnTo>
                  <a:lnTo>
                    <a:pt x="90182" y="36830"/>
                  </a:lnTo>
                  <a:lnTo>
                    <a:pt x="90182" y="33020"/>
                  </a:lnTo>
                  <a:close/>
                </a:path>
                <a:path w="114300" h="46989">
                  <a:moveTo>
                    <a:pt x="92722" y="30480"/>
                  </a:moveTo>
                  <a:lnTo>
                    <a:pt x="11430" y="30480"/>
                  </a:lnTo>
                  <a:lnTo>
                    <a:pt x="11430" y="31750"/>
                  </a:lnTo>
                  <a:lnTo>
                    <a:pt x="91452" y="31750"/>
                  </a:lnTo>
                  <a:lnTo>
                    <a:pt x="91452" y="33020"/>
                  </a:lnTo>
                  <a:lnTo>
                    <a:pt x="92722" y="33020"/>
                  </a:lnTo>
                  <a:lnTo>
                    <a:pt x="92722" y="30480"/>
                  </a:lnTo>
                  <a:close/>
                </a:path>
                <a:path w="114300" h="46989">
                  <a:moveTo>
                    <a:pt x="95250" y="26670"/>
                  </a:moveTo>
                  <a:lnTo>
                    <a:pt x="12712" y="26670"/>
                  </a:lnTo>
                  <a:lnTo>
                    <a:pt x="12712" y="29210"/>
                  </a:lnTo>
                  <a:lnTo>
                    <a:pt x="92722" y="29210"/>
                  </a:lnTo>
                  <a:lnTo>
                    <a:pt x="92722" y="30480"/>
                  </a:lnTo>
                  <a:lnTo>
                    <a:pt x="93992" y="30480"/>
                  </a:lnTo>
                  <a:lnTo>
                    <a:pt x="93992" y="29210"/>
                  </a:lnTo>
                  <a:lnTo>
                    <a:pt x="95250" y="29210"/>
                  </a:lnTo>
                  <a:lnTo>
                    <a:pt x="95250" y="26670"/>
                  </a:lnTo>
                  <a:close/>
                </a:path>
                <a:path w="114300" h="46989">
                  <a:moveTo>
                    <a:pt x="101600" y="17780"/>
                  </a:moveTo>
                  <a:lnTo>
                    <a:pt x="20320" y="17780"/>
                  </a:lnTo>
                  <a:lnTo>
                    <a:pt x="20320" y="16510"/>
                  </a:lnTo>
                  <a:lnTo>
                    <a:pt x="19050" y="16510"/>
                  </a:lnTo>
                  <a:lnTo>
                    <a:pt x="19050" y="19050"/>
                  </a:lnTo>
                  <a:lnTo>
                    <a:pt x="17780" y="19050"/>
                  </a:lnTo>
                  <a:lnTo>
                    <a:pt x="17780" y="20320"/>
                  </a:lnTo>
                  <a:lnTo>
                    <a:pt x="16510" y="20320"/>
                  </a:lnTo>
                  <a:lnTo>
                    <a:pt x="16510" y="22860"/>
                  </a:lnTo>
                  <a:lnTo>
                    <a:pt x="15252" y="22860"/>
                  </a:lnTo>
                  <a:lnTo>
                    <a:pt x="15252" y="25400"/>
                  </a:lnTo>
                  <a:lnTo>
                    <a:pt x="95250" y="25400"/>
                  </a:lnTo>
                  <a:lnTo>
                    <a:pt x="95250" y="26670"/>
                  </a:lnTo>
                  <a:lnTo>
                    <a:pt x="96532" y="26670"/>
                  </a:lnTo>
                  <a:lnTo>
                    <a:pt x="96532" y="25400"/>
                  </a:lnTo>
                  <a:lnTo>
                    <a:pt x="97802" y="25400"/>
                  </a:lnTo>
                  <a:lnTo>
                    <a:pt x="97802" y="22860"/>
                  </a:lnTo>
                  <a:lnTo>
                    <a:pt x="99060" y="22860"/>
                  </a:lnTo>
                  <a:lnTo>
                    <a:pt x="99060" y="20320"/>
                  </a:lnTo>
                  <a:lnTo>
                    <a:pt x="100330" y="20320"/>
                  </a:lnTo>
                  <a:lnTo>
                    <a:pt x="100330" y="19050"/>
                  </a:lnTo>
                  <a:lnTo>
                    <a:pt x="101600" y="19050"/>
                  </a:lnTo>
                  <a:lnTo>
                    <a:pt x="101600" y="17780"/>
                  </a:lnTo>
                  <a:close/>
                </a:path>
                <a:path w="114300" h="46989">
                  <a:moveTo>
                    <a:pt x="104140" y="13970"/>
                  </a:moveTo>
                  <a:lnTo>
                    <a:pt x="22860" y="13970"/>
                  </a:lnTo>
                  <a:lnTo>
                    <a:pt x="22860" y="12700"/>
                  </a:lnTo>
                  <a:lnTo>
                    <a:pt x="21590" y="12700"/>
                  </a:lnTo>
                  <a:lnTo>
                    <a:pt x="21590" y="13970"/>
                  </a:lnTo>
                  <a:lnTo>
                    <a:pt x="20320" y="13970"/>
                  </a:lnTo>
                  <a:lnTo>
                    <a:pt x="20320" y="16510"/>
                  </a:lnTo>
                  <a:lnTo>
                    <a:pt x="101600" y="16510"/>
                  </a:lnTo>
                  <a:lnTo>
                    <a:pt x="101600" y="17780"/>
                  </a:lnTo>
                  <a:lnTo>
                    <a:pt x="102870" y="17780"/>
                  </a:lnTo>
                  <a:lnTo>
                    <a:pt x="102870" y="16510"/>
                  </a:lnTo>
                  <a:lnTo>
                    <a:pt x="104140" y="16510"/>
                  </a:lnTo>
                  <a:lnTo>
                    <a:pt x="104140" y="13970"/>
                  </a:lnTo>
                  <a:close/>
                </a:path>
                <a:path w="114300" h="46989">
                  <a:moveTo>
                    <a:pt x="106680" y="11430"/>
                  </a:moveTo>
                  <a:lnTo>
                    <a:pt x="24130" y="11430"/>
                  </a:lnTo>
                  <a:lnTo>
                    <a:pt x="24130" y="10160"/>
                  </a:lnTo>
                  <a:lnTo>
                    <a:pt x="22860" y="10160"/>
                  </a:lnTo>
                  <a:lnTo>
                    <a:pt x="22860" y="12700"/>
                  </a:lnTo>
                  <a:lnTo>
                    <a:pt x="104140" y="12700"/>
                  </a:lnTo>
                  <a:lnTo>
                    <a:pt x="104140" y="13970"/>
                  </a:lnTo>
                  <a:lnTo>
                    <a:pt x="105410" y="13970"/>
                  </a:lnTo>
                  <a:lnTo>
                    <a:pt x="105410" y="12700"/>
                  </a:lnTo>
                  <a:lnTo>
                    <a:pt x="106680" y="12700"/>
                  </a:lnTo>
                  <a:lnTo>
                    <a:pt x="106680" y="11430"/>
                  </a:lnTo>
                  <a:close/>
                </a:path>
                <a:path w="114300" h="46989">
                  <a:moveTo>
                    <a:pt x="107950" y="7620"/>
                  </a:moveTo>
                  <a:lnTo>
                    <a:pt x="26670" y="7620"/>
                  </a:lnTo>
                  <a:lnTo>
                    <a:pt x="26670" y="6350"/>
                  </a:lnTo>
                  <a:lnTo>
                    <a:pt x="25400" y="6350"/>
                  </a:lnTo>
                  <a:lnTo>
                    <a:pt x="25400" y="7620"/>
                  </a:lnTo>
                  <a:lnTo>
                    <a:pt x="24130" y="7620"/>
                  </a:lnTo>
                  <a:lnTo>
                    <a:pt x="24130" y="10160"/>
                  </a:lnTo>
                  <a:lnTo>
                    <a:pt x="107950" y="10160"/>
                  </a:lnTo>
                  <a:lnTo>
                    <a:pt x="107950" y="7620"/>
                  </a:lnTo>
                  <a:close/>
                </a:path>
                <a:path w="114300" h="46989">
                  <a:moveTo>
                    <a:pt x="110490" y="5080"/>
                  </a:moveTo>
                  <a:lnTo>
                    <a:pt x="27940" y="5080"/>
                  </a:lnTo>
                  <a:lnTo>
                    <a:pt x="27940" y="3810"/>
                  </a:lnTo>
                  <a:lnTo>
                    <a:pt x="26670" y="3810"/>
                  </a:lnTo>
                  <a:lnTo>
                    <a:pt x="26670" y="6350"/>
                  </a:lnTo>
                  <a:lnTo>
                    <a:pt x="110490" y="6350"/>
                  </a:lnTo>
                  <a:lnTo>
                    <a:pt x="110490" y="5080"/>
                  </a:lnTo>
                  <a:close/>
                </a:path>
                <a:path w="114300" h="46989">
                  <a:moveTo>
                    <a:pt x="111760" y="1270"/>
                  </a:moveTo>
                  <a:lnTo>
                    <a:pt x="30480" y="1270"/>
                  </a:lnTo>
                  <a:lnTo>
                    <a:pt x="30480" y="0"/>
                  </a:lnTo>
                  <a:lnTo>
                    <a:pt x="29210" y="0"/>
                  </a:lnTo>
                  <a:lnTo>
                    <a:pt x="29210" y="3810"/>
                  </a:lnTo>
                  <a:lnTo>
                    <a:pt x="110490" y="3810"/>
                  </a:lnTo>
                  <a:lnTo>
                    <a:pt x="110490" y="5080"/>
                  </a:lnTo>
                  <a:lnTo>
                    <a:pt x="111760" y="5080"/>
                  </a:lnTo>
                  <a:lnTo>
                    <a:pt x="111760" y="1270"/>
                  </a:lnTo>
                  <a:close/>
                </a:path>
                <a:path w="114300" h="46989">
                  <a:moveTo>
                    <a:pt x="114300" y="0"/>
                  </a:moveTo>
                  <a:lnTo>
                    <a:pt x="113030" y="0"/>
                  </a:lnTo>
                  <a:lnTo>
                    <a:pt x="113030" y="1270"/>
                  </a:lnTo>
                  <a:lnTo>
                    <a:pt x="114300" y="127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E3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45707" y="2101849"/>
              <a:ext cx="96520" cy="22860"/>
            </a:xfrm>
            <a:custGeom>
              <a:avLst/>
              <a:gdLst/>
              <a:ahLst/>
              <a:cxnLst/>
              <a:rect l="l" t="t" r="r" b="b"/>
              <a:pathLst>
                <a:path w="96520" h="22860">
                  <a:moveTo>
                    <a:pt x="91440" y="5080"/>
                  </a:moveTo>
                  <a:lnTo>
                    <a:pt x="12700" y="5080"/>
                  </a:lnTo>
                  <a:lnTo>
                    <a:pt x="12700" y="3810"/>
                  </a:lnTo>
                  <a:lnTo>
                    <a:pt x="11430" y="3810"/>
                  </a:lnTo>
                  <a:lnTo>
                    <a:pt x="11430" y="5080"/>
                  </a:lnTo>
                  <a:lnTo>
                    <a:pt x="10160" y="5080"/>
                  </a:lnTo>
                  <a:lnTo>
                    <a:pt x="10160" y="7620"/>
                  </a:lnTo>
                  <a:lnTo>
                    <a:pt x="8890" y="7620"/>
                  </a:lnTo>
                  <a:lnTo>
                    <a:pt x="8890" y="8890"/>
                  </a:lnTo>
                  <a:lnTo>
                    <a:pt x="7620" y="8890"/>
                  </a:lnTo>
                  <a:lnTo>
                    <a:pt x="7620" y="11430"/>
                  </a:lnTo>
                  <a:lnTo>
                    <a:pt x="6350" y="11430"/>
                  </a:lnTo>
                  <a:lnTo>
                    <a:pt x="6350" y="13970"/>
                  </a:lnTo>
                  <a:lnTo>
                    <a:pt x="5080" y="13970"/>
                  </a:lnTo>
                  <a:lnTo>
                    <a:pt x="5080" y="15240"/>
                  </a:lnTo>
                  <a:lnTo>
                    <a:pt x="3810" y="15240"/>
                  </a:lnTo>
                  <a:lnTo>
                    <a:pt x="3810" y="17780"/>
                  </a:lnTo>
                  <a:lnTo>
                    <a:pt x="2540" y="17780"/>
                  </a:lnTo>
                  <a:lnTo>
                    <a:pt x="2540" y="19050"/>
                  </a:lnTo>
                  <a:lnTo>
                    <a:pt x="1270" y="19050"/>
                  </a:lnTo>
                  <a:lnTo>
                    <a:pt x="1270" y="21590"/>
                  </a:lnTo>
                  <a:lnTo>
                    <a:pt x="0" y="21590"/>
                  </a:lnTo>
                  <a:lnTo>
                    <a:pt x="0" y="22860"/>
                  </a:lnTo>
                  <a:lnTo>
                    <a:pt x="81280" y="22860"/>
                  </a:lnTo>
                  <a:lnTo>
                    <a:pt x="81280" y="20320"/>
                  </a:lnTo>
                  <a:lnTo>
                    <a:pt x="82550" y="20320"/>
                  </a:lnTo>
                  <a:lnTo>
                    <a:pt x="82550" y="19050"/>
                  </a:lnTo>
                  <a:lnTo>
                    <a:pt x="83820" y="19050"/>
                  </a:lnTo>
                  <a:lnTo>
                    <a:pt x="83820" y="16510"/>
                  </a:lnTo>
                  <a:lnTo>
                    <a:pt x="85090" y="16510"/>
                  </a:lnTo>
                  <a:lnTo>
                    <a:pt x="85090" y="15240"/>
                  </a:lnTo>
                  <a:lnTo>
                    <a:pt x="86360" y="15240"/>
                  </a:lnTo>
                  <a:lnTo>
                    <a:pt x="86360" y="12700"/>
                  </a:lnTo>
                  <a:lnTo>
                    <a:pt x="87630" y="12700"/>
                  </a:lnTo>
                  <a:lnTo>
                    <a:pt x="87630" y="11430"/>
                  </a:lnTo>
                  <a:lnTo>
                    <a:pt x="88900" y="11430"/>
                  </a:lnTo>
                  <a:lnTo>
                    <a:pt x="88900" y="8890"/>
                  </a:lnTo>
                  <a:lnTo>
                    <a:pt x="90170" y="8890"/>
                  </a:lnTo>
                  <a:lnTo>
                    <a:pt x="90170" y="7620"/>
                  </a:lnTo>
                  <a:lnTo>
                    <a:pt x="91440" y="7620"/>
                  </a:lnTo>
                  <a:lnTo>
                    <a:pt x="91440" y="5080"/>
                  </a:lnTo>
                  <a:close/>
                </a:path>
                <a:path w="96520" h="22860">
                  <a:moveTo>
                    <a:pt x="96520" y="0"/>
                  </a:moveTo>
                  <a:lnTo>
                    <a:pt x="13970" y="0"/>
                  </a:lnTo>
                  <a:lnTo>
                    <a:pt x="13970" y="2540"/>
                  </a:lnTo>
                  <a:lnTo>
                    <a:pt x="12700" y="2540"/>
                  </a:lnTo>
                  <a:lnTo>
                    <a:pt x="12700" y="3810"/>
                  </a:lnTo>
                  <a:lnTo>
                    <a:pt x="92710" y="3810"/>
                  </a:lnTo>
                  <a:lnTo>
                    <a:pt x="92710" y="5080"/>
                  </a:lnTo>
                  <a:lnTo>
                    <a:pt x="93980" y="5080"/>
                  </a:lnTo>
                  <a:lnTo>
                    <a:pt x="93980" y="2540"/>
                  </a:lnTo>
                  <a:lnTo>
                    <a:pt x="95250" y="2540"/>
                  </a:lnTo>
                  <a:lnTo>
                    <a:pt x="95250" y="1270"/>
                  </a:lnTo>
                  <a:lnTo>
                    <a:pt x="96520" y="1270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9E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31737" y="2124709"/>
              <a:ext cx="93980" cy="22860"/>
            </a:xfrm>
            <a:custGeom>
              <a:avLst/>
              <a:gdLst/>
              <a:ahLst/>
              <a:cxnLst/>
              <a:rect l="l" t="t" r="r" b="b"/>
              <a:pathLst>
                <a:path w="93980" h="22860">
                  <a:moveTo>
                    <a:pt x="93980" y="0"/>
                  </a:moveTo>
                  <a:lnTo>
                    <a:pt x="12700" y="0"/>
                  </a:lnTo>
                  <a:lnTo>
                    <a:pt x="12700" y="2540"/>
                  </a:lnTo>
                  <a:lnTo>
                    <a:pt x="11430" y="2540"/>
                  </a:lnTo>
                  <a:lnTo>
                    <a:pt x="11430" y="5080"/>
                  </a:lnTo>
                  <a:lnTo>
                    <a:pt x="10160" y="5080"/>
                  </a:lnTo>
                  <a:lnTo>
                    <a:pt x="10160" y="6350"/>
                  </a:lnTo>
                  <a:lnTo>
                    <a:pt x="8890" y="6350"/>
                  </a:lnTo>
                  <a:lnTo>
                    <a:pt x="8890" y="8890"/>
                  </a:lnTo>
                  <a:lnTo>
                    <a:pt x="7620" y="8890"/>
                  </a:lnTo>
                  <a:lnTo>
                    <a:pt x="7620" y="10160"/>
                  </a:lnTo>
                  <a:lnTo>
                    <a:pt x="6350" y="10160"/>
                  </a:lnTo>
                  <a:lnTo>
                    <a:pt x="6350" y="12700"/>
                  </a:lnTo>
                  <a:lnTo>
                    <a:pt x="5080" y="12700"/>
                  </a:lnTo>
                  <a:lnTo>
                    <a:pt x="5080" y="13970"/>
                  </a:lnTo>
                  <a:lnTo>
                    <a:pt x="3810" y="13970"/>
                  </a:lnTo>
                  <a:lnTo>
                    <a:pt x="3810" y="16510"/>
                  </a:lnTo>
                  <a:lnTo>
                    <a:pt x="2540" y="16510"/>
                  </a:lnTo>
                  <a:lnTo>
                    <a:pt x="2540" y="19050"/>
                  </a:lnTo>
                  <a:lnTo>
                    <a:pt x="1270" y="19050"/>
                  </a:lnTo>
                  <a:lnTo>
                    <a:pt x="1270" y="20320"/>
                  </a:lnTo>
                  <a:lnTo>
                    <a:pt x="0" y="20320"/>
                  </a:lnTo>
                  <a:lnTo>
                    <a:pt x="0" y="22860"/>
                  </a:lnTo>
                  <a:lnTo>
                    <a:pt x="80010" y="22860"/>
                  </a:lnTo>
                  <a:lnTo>
                    <a:pt x="80010" y="20320"/>
                  </a:lnTo>
                  <a:lnTo>
                    <a:pt x="81280" y="20320"/>
                  </a:lnTo>
                  <a:lnTo>
                    <a:pt x="81280" y="19050"/>
                  </a:lnTo>
                  <a:lnTo>
                    <a:pt x="82550" y="19050"/>
                  </a:lnTo>
                  <a:lnTo>
                    <a:pt x="82550" y="16510"/>
                  </a:lnTo>
                  <a:lnTo>
                    <a:pt x="83820" y="16510"/>
                  </a:lnTo>
                  <a:lnTo>
                    <a:pt x="83820" y="15240"/>
                  </a:lnTo>
                  <a:lnTo>
                    <a:pt x="85090" y="15240"/>
                  </a:lnTo>
                  <a:lnTo>
                    <a:pt x="85090" y="12700"/>
                  </a:lnTo>
                  <a:lnTo>
                    <a:pt x="86360" y="12700"/>
                  </a:lnTo>
                  <a:lnTo>
                    <a:pt x="86360" y="11430"/>
                  </a:lnTo>
                  <a:lnTo>
                    <a:pt x="87630" y="11430"/>
                  </a:lnTo>
                  <a:lnTo>
                    <a:pt x="87630" y="8890"/>
                  </a:lnTo>
                  <a:lnTo>
                    <a:pt x="88900" y="8890"/>
                  </a:lnTo>
                  <a:lnTo>
                    <a:pt x="88900" y="7620"/>
                  </a:lnTo>
                  <a:lnTo>
                    <a:pt x="90170" y="7620"/>
                  </a:lnTo>
                  <a:lnTo>
                    <a:pt x="90170" y="5080"/>
                  </a:lnTo>
                  <a:lnTo>
                    <a:pt x="91440" y="5080"/>
                  </a:lnTo>
                  <a:lnTo>
                    <a:pt x="91440" y="3810"/>
                  </a:lnTo>
                  <a:lnTo>
                    <a:pt x="92710" y="3810"/>
                  </a:lnTo>
                  <a:lnTo>
                    <a:pt x="92710" y="1270"/>
                  </a:lnTo>
                  <a:lnTo>
                    <a:pt x="93980" y="1270"/>
                  </a:lnTo>
                  <a:lnTo>
                    <a:pt x="93980" y="0"/>
                  </a:lnTo>
                  <a:close/>
                </a:path>
              </a:pathLst>
            </a:custGeom>
            <a:solidFill>
              <a:srgbClr val="9C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16497" y="2147569"/>
              <a:ext cx="93980" cy="24130"/>
            </a:xfrm>
            <a:custGeom>
              <a:avLst/>
              <a:gdLst/>
              <a:ahLst/>
              <a:cxnLst/>
              <a:rect l="l" t="t" r="r" b="b"/>
              <a:pathLst>
                <a:path w="93980" h="24130">
                  <a:moveTo>
                    <a:pt x="93980" y="0"/>
                  </a:moveTo>
                  <a:lnTo>
                    <a:pt x="13970" y="0"/>
                  </a:lnTo>
                  <a:lnTo>
                    <a:pt x="13970" y="1270"/>
                  </a:lnTo>
                  <a:lnTo>
                    <a:pt x="12700" y="1270"/>
                  </a:lnTo>
                  <a:lnTo>
                    <a:pt x="12700" y="3810"/>
                  </a:lnTo>
                  <a:lnTo>
                    <a:pt x="11430" y="3810"/>
                  </a:lnTo>
                  <a:lnTo>
                    <a:pt x="11430" y="6350"/>
                  </a:lnTo>
                  <a:lnTo>
                    <a:pt x="10160" y="6350"/>
                  </a:lnTo>
                  <a:lnTo>
                    <a:pt x="10160" y="7620"/>
                  </a:lnTo>
                  <a:lnTo>
                    <a:pt x="8890" y="7620"/>
                  </a:lnTo>
                  <a:lnTo>
                    <a:pt x="8890" y="10160"/>
                  </a:lnTo>
                  <a:lnTo>
                    <a:pt x="7620" y="10160"/>
                  </a:lnTo>
                  <a:lnTo>
                    <a:pt x="7620" y="11430"/>
                  </a:lnTo>
                  <a:lnTo>
                    <a:pt x="6350" y="11430"/>
                  </a:lnTo>
                  <a:lnTo>
                    <a:pt x="6350" y="13970"/>
                  </a:lnTo>
                  <a:lnTo>
                    <a:pt x="5080" y="13970"/>
                  </a:lnTo>
                  <a:lnTo>
                    <a:pt x="5080" y="15240"/>
                  </a:lnTo>
                  <a:lnTo>
                    <a:pt x="3810" y="15240"/>
                  </a:lnTo>
                  <a:lnTo>
                    <a:pt x="3810" y="17780"/>
                  </a:lnTo>
                  <a:lnTo>
                    <a:pt x="2540" y="17780"/>
                  </a:lnTo>
                  <a:lnTo>
                    <a:pt x="2540" y="20320"/>
                  </a:lnTo>
                  <a:lnTo>
                    <a:pt x="1270" y="20320"/>
                  </a:lnTo>
                  <a:lnTo>
                    <a:pt x="1270" y="21590"/>
                  </a:lnTo>
                  <a:lnTo>
                    <a:pt x="0" y="21590"/>
                  </a:lnTo>
                  <a:lnTo>
                    <a:pt x="0" y="24130"/>
                  </a:lnTo>
                  <a:lnTo>
                    <a:pt x="78740" y="24130"/>
                  </a:lnTo>
                  <a:lnTo>
                    <a:pt x="78740" y="21590"/>
                  </a:lnTo>
                  <a:lnTo>
                    <a:pt x="80010" y="21590"/>
                  </a:lnTo>
                  <a:lnTo>
                    <a:pt x="80010" y="20320"/>
                  </a:lnTo>
                  <a:lnTo>
                    <a:pt x="81280" y="20320"/>
                  </a:lnTo>
                  <a:lnTo>
                    <a:pt x="81280" y="19050"/>
                  </a:lnTo>
                  <a:lnTo>
                    <a:pt x="82550" y="19050"/>
                  </a:lnTo>
                  <a:lnTo>
                    <a:pt x="82550" y="16510"/>
                  </a:lnTo>
                  <a:lnTo>
                    <a:pt x="83820" y="16510"/>
                  </a:lnTo>
                  <a:lnTo>
                    <a:pt x="83820" y="15240"/>
                  </a:lnTo>
                  <a:lnTo>
                    <a:pt x="85090" y="15240"/>
                  </a:lnTo>
                  <a:lnTo>
                    <a:pt x="85090" y="12700"/>
                  </a:lnTo>
                  <a:lnTo>
                    <a:pt x="86360" y="12700"/>
                  </a:lnTo>
                  <a:lnTo>
                    <a:pt x="86360" y="11430"/>
                  </a:lnTo>
                  <a:lnTo>
                    <a:pt x="87630" y="11430"/>
                  </a:lnTo>
                  <a:lnTo>
                    <a:pt x="87630" y="8890"/>
                  </a:lnTo>
                  <a:lnTo>
                    <a:pt x="88900" y="8890"/>
                  </a:lnTo>
                  <a:lnTo>
                    <a:pt x="88900" y="7620"/>
                  </a:lnTo>
                  <a:lnTo>
                    <a:pt x="90170" y="7620"/>
                  </a:lnTo>
                  <a:lnTo>
                    <a:pt x="90170" y="5080"/>
                  </a:lnTo>
                  <a:lnTo>
                    <a:pt x="91440" y="5080"/>
                  </a:lnTo>
                  <a:lnTo>
                    <a:pt x="91440" y="3810"/>
                  </a:lnTo>
                  <a:lnTo>
                    <a:pt x="92710" y="3810"/>
                  </a:lnTo>
                  <a:lnTo>
                    <a:pt x="92710" y="1270"/>
                  </a:lnTo>
                  <a:lnTo>
                    <a:pt x="93980" y="1270"/>
                  </a:lnTo>
                  <a:lnTo>
                    <a:pt x="93980" y="0"/>
                  </a:lnTo>
                  <a:close/>
                </a:path>
              </a:pathLst>
            </a:custGeom>
            <a:solidFill>
              <a:srgbClr val="9C3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0" y="2171699"/>
              <a:ext cx="93980" cy="45720"/>
            </a:xfrm>
            <a:custGeom>
              <a:avLst/>
              <a:gdLst/>
              <a:ahLst/>
              <a:cxnLst/>
              <a:rect l="l" t="t" r="r" b="b"/>
              <a:pathLst>
                <a:path w="93980" h="45719">
                  <a:moveTo>
                    <a:pt x="93967" y="0"/>
                  </a:moveTo>
                  <a:lnTo>
                    <a:pt x="15227" y="0"/>
                  </a:lnTo>
                  <a:lnTo>
                    <a:pt x="15227" y="1270"/>
                  </a:lnTo>
                  <a:lnTo>
                    <a:pt x="13957" y="1270"/>
                  </a:lnTo>
                  <a:lnTo>
                    <a:pt x="13957" y="3810"/>
                  </a:lnTo>
                  <a:lnTo>
                    <a:pt x="12687" y="3810"/>
                  </a:lnTo>
                  <a:lnTo>
                    <a:pt x="12687" y="5080"/>
                  </a:lnTo>
                  <a:lnTo>
                    <a:pt x="11417" y="5080"/>
                  </a:lnTo>
                  <a:lnTo>
                    <a:pt x="11417" y="7620"/>
                  </a:lnTo>
                  <a:lnTo>
                    <a:pt x="10147" y="7620"/>
                  </a:lnTo>
                  <a:lnTo>
                    <a:pt x="10147" y="10160"/>
                  </a:lnTo>
                  <a:lnTo>
                    <a:pt x="8877" y="10160"/>
                  </a:lnTo>
                  <a:lnTo>
                    <a:pt x="8877" y="11430"/>
                  </a:lnTo>
                  <a:lnTo>
                    <a:pt x="7607" y="11430"/>
                  </a:lnTo>
                  <a:lnTo>
                    <a:pt x="7607" y="13970"/>
                  </a:lnTo>
                  <a:lnTo>
                    <a:pt x="6337" y="13970"/>
                  </a:lnTo>
                  <a:lnTo>
                    <a:pt x="6337" y="15240"/>
                  </a:lnTo>
                  <a:lnTo>
                    <a:pt x="5067" y="15240"/>
                  </a:lnTo>
                  <a:lnTo>
                    <a:pt x="5067" y="17780"/>
                  </a:lnTo>
                  <a:lnTo>
                    <a:pt x="3797" y="17780"/>
                  </a:lnTo>
                  <a:lnTo>
                    <a:pt x="3797" y="20320"/>
                  </a:lnTo>
                  <a:lnTo>
                    <a:pt x="2527" y="20320"/>
                  </a:lnTo>
                  <a:lnTo>
                    <a:pt x="2527" y="21590"/>
                  </a:lnTo>
                  <a:lnTo>
                    <a:pt x="1257" y="21590"/>
                  </a:lnTo>
                  <a:lnTo>
                    <a:pt x="1257" y="22860"/>
                  </a:lnTo>
                  <a:lnTo>
                    <a:pt x="1257" y="24130"/>
                  </a:lnTo>
                  <a:lnTo>
                    <a:pt x="0" y="24130"/>
                  </a:lnTo>
                  <a:lnTo>
                    <a:pt x="0" y="43180"/>
                  </a:lnTo>
                  <a:lnTo>
                    <a:pt x="0" y="45720"/>
                  </a:lnTo>
                  <a:lnTo>
                    <a:pt x="64757" y="45720"/>
                  </a:lnTo>
                  <a:lnTo>
                    <a:pt x="64757" y="43180"/>
                  </a:lnTo>
                  <a:lnTo>
                    <a:pt x="66027" y="43180"/>
                  </a:lnTo>
                  <a:lnTo>
                    <a:pt x="66027" y="41910"/>
                  </a:lnTo>
                  <a:lnTo>
                    <a:pt x="67297" y="41910"/>
                  </a:lnTo>
                  <a:lnTo>
                    <a:pt x="67297" y="39370"/>
                  </a:lnTo>
                  <a:lnTo>
                    <a:pt x="68567" y="39370"/>
                  </a:lnTo>
                  <a:lnTo>
                    <a:pt x="68567" y="38100"/>
                  </a:lnTo>
                  <a:lnTo>
                    <a:pt x="69837" y="38100"/>
                  </a:lnTo>
                  <a:lnTo>
                    <a:pt x="69837" y="35560"/>
                  </a:lnTo>
                  <a:lnTo>
                    <a:pt x="71107" y="35560"/>
                  </a:lnTo>
                  <a:lnTo>
                    <a:pt x="71107" y="34290"/>
                  </a:lnTo>
                  <a:lnTo>
                    <a:pt x="72377" y="34290"/>
                  </a:lnTo>
                  <a:lnTo>
                    <a:pt x="72377" y="31750"/>
                  </a:lnTo>
                  <a:lnTo>
                    <a:pt x="73647" y="31750"/>
                  </a:lnTo>
                  <a:lnTo>
                    <a:pt x="73647" y="30480"/>
                  </a:lnTo>
                  <a:lnTo>
                    <a:pt x="74917" y="30480"/>
                  </a:lnTo>
                  <a:lnTo>
                    <a:pt x="74917" y="27940"/>
                  </a:lnTo>
                  <a:lnTo>
                    <a:pt x="76187" y="27940"/>
                  </a:lnTo>
                  <a:lnTo>
                    <a:pt x="76187" y="26670"/>
                  </a:lnTo>
                  <a:lnTo>
                    <a:pt x="77457" y="26670"/>
                  </a:lnTo>
                  <a:lnTo>
                    <a:pt x="77457" y="24130"/>
                  </a:lnTo>
                  <a:lnTo>
                    <a:pt x="78727" y="24130"/>
                  </a:lnTo>
                  <a:lnTo>
                    <a:pt x="78727" y="22860"/>
                  </a:lnTo>
                  <a:lnTo>
                    <a:pt x="79997" y="22860"/>
                  </a:lnTo>
                  <a:lnTo>
                    <a:pt x="79997" y="20320"/>
                  </a:lnTo>
                  <a:lnTo>
                    <a:pt x="81267" y="20320"/>
                  </a:lnTo>
                  <a:lnTo>
                    <a:pt x="81267" y="19050"/>
                  </a:lnTo>
                  <a:lnTo>
                    <a:pt x="82537" y="19050"/>
                  </a:lnTo>
                  <a:lnTo>
                    <a:pt x="82537" y="16510"/>
                  </a:lnTo>
                  <a:lnTo>
                    <a:pt x="83807" y="16510"/>
                  </a:lnTo>
                  <a:lnTo>
                    <a:pt x="83807" y="15240"/>
                  </a:lnTo>
                  <a:lnTo>
                    <a:pt x="85077" y="15240"/>
                  </a:lnTo>
                  <a:lnTo>
                    <a:pt x="85077" y="12700"/>
                  </a:lnTo>
                  <a:lnTo>
                    <a:pt x="86347" y="12700"/>
                  </a:lnTo>
                  <a:lnTo>
                    <a:pt x="86347" y="11430"/>
                  </a:lnTo>
                  <a:lnTo>
                    <a:pt x="87617" y="11430"/>
                  </a:lnTo>
                  <a:lnTo>
                    <a:pt x="87617" y="8890"/>
                  </a:lnTo>
                  <a:lnTo>
                    <a:pt x="88887" y="8890"/>
                  </a:lnTo>
                  <a:lnTo>
                    <a:pt x="88887" y="7620"/>
                  </a:lnTo>
                  <a:lnTo>
                    <a:pt x="90157" y="7620"/>
                  </a:lnTo>
                  <a:lnTo>
                    <a:pt x="90157" y="5080"/>
                  </a:lnTo>
                  <a:lnTo>
                    <a:pt x="91427" y="5080"/>
                  </a:lnTo>
                  <a:lnTo>
                    <a:pt x="91427" y="3810"/>
                  </a:lnTo>
                  <a:lnTo>
                    <a:pt x="92697" y="3810"/>
                  </a:lnTo>
                  <a:lnTo>
                    <a:pt x="92697" y="1270"/>
                  </a:lnTo>
                  <a:lnTo>
                    <a:pt x="93967" y="1270"/>
                  </a:lnTo>
                  <a:lnTo>
                    <a:pt x="93967" y="0"/>
                  </a:lnTo>
                  <a:close/>
                </a:path>
              </a:pathLst>
            </a:custGeom>
            <a:solidFill>
              <a:srgbClr val="9C3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0" y="2217419"/>
              <a:ext cx="63500" cy="46990"/>
            </a:xfrm>
            <a:custGeom>
              <a:avLst/>
              <a:gdLst/>
              <a:ahLst/>
              <a:cxnLst/>
              <a:rect l="l" t="t" r="r" b="b"/>
              <a:pathLst>
                <a:path w="63500" h="46989">
                  <a:moveTo>
                    <a:pt x="63487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4130"/>
                  </a:lnTo>
                  <a:lnTo>
                    <a:pt x="0" y="35560"/>
                  </a:lnTo>
                  <a:lnTo>
                    <a:pt x="0" y="46990"/>
                  </a:lnTo>
                  <a:lnTo>
                    <a:pt x="33007" y="46990"/>
                  </a:lnTo>
                  <a:lnTo>
                    <a:pt x="33007" y="45720"/>
                  </a:lnTo>
                  <a:lnTo>
                    <a:pt x="34277" y="45720"/>
                  </a:lnTo>
                  <a:lnTo>
                    <a:pt x="34277" y="43180"/>
                  </a:lnTo>
                  <a:lnTo>
                    <a:pt x="35547" y="43180"/>
                  </a:lnTo>
                  <a:lnTo>
                    <a:pt x="35547" y="41910"/>
                  </a:lnTo>
                  <a:lnTo>
                    <a:pt x="36817" y="41910"/>
                  </a:lnTo>
                  <a:lnTo>
                    <a:pt x="36817" y="39370"/>
                  </a:lnTo>
                  <a:lnTo>
                    <a:pt x="38087" y="39370"/>
                  </a:lnTo>
                  <a:lnTo>
                    <a:pt x="38087" y="38100"/>
                  </a:lnTo>
                  <a:lnTo>
                    <a:pt x="39357" y="38100"/>
                  </a:lnTo>
                  <a:lnTo>
                    <a:pt x="39357" y="35560"/>
                  </a:lnTo>
                  <a:lnTo>
                    <a:pt x="40627" y="35560"/>
                  </a:lnTo>
                  <a:lnTo>
                    <a:pt x="40627" y="34290"/>
                  </a:lnTo>
                  <a:lnTo>
                    <a:pt x="41897" y="34290"/>
                  </a:lnTo>
                  <a:lnTo>
                    <a:pt x="41897" y="31750"/>
                  </a:lnTo>
                  <a:lnTo>
                    <a:pt x="43167" y="31750"/>
                  </a:lnTo>
                  <a:lnTo>
                    <a:pt x="43167" y="30480"/>
                  </a:lnTo>
                  <a:lnTo>
                    <a:pt x="44437" y="30480"/>
                  </a:lnTo>
                  <a:lnTo>
                    <a:pt x="44437" y="27940"/>
                  </a:lnTo>
                  <a:lnTo>
                    <a:pt x="45707" y="27940"/>
                  </a:lnTo>
                  <a:lnTo>
                    <a:pt x="45707" y="26670"/>
                  </a:lnTo>
                  <a:lnTo>
                    <a:pt x="46977" y="26670"/>
                  </a:lnTo>
                  <a:lnTo>
                    <a:pt x="46977" y="24130"/>
                  </a:lnTo>
                  <a:lnTo>
                    <a:pt x="48247" y="24130"/>
                  </a:lnTo>
                  <a:lnTo>
                    <a:pt x="48247" y="22860"/>
                  </a:lnTo>
                  <a:lnTo>
                    <a:pt x="49517" y="22860"/>
                  </a:lnTo>
                  <a:lnTo>
                    <a:pt x="49517" y="20320"/>
                  </a:lnTo>
                  <a:lnTo>
                    <a:pt x="50787" y="20320"/>
                  </a:lnTo>
                  <a:lnTo>
                    <a:pt x="50787" y="19050"/>
                  </a:lnTo>
                  <a:lnTo>
                    <a:pt x="52057" y="19050"/>
                  </a:lnTo>
                  <a:lnTo>
                    <a:pt x="52057" y="16510"/>
                  </a:lnTo>
                  <a:lnTo>
                    <a:pt x="53327" y="16510"/>
                  </a:lnTo>
                  <a:lnTo>
                    <a:pt x="53327" y="15240"/>
                  </a:lnTo>
                  <a:lnTo>
                    <a:pt x="54597" y="15240"/>
                  </a:lnTo>
                  <a:lnTo>
                    <a:pt x="54597" y="12700"/>
                  </a:lnTo>
                  <a:lnTo>
                    <a:pt x="55867" y="12700"/>
                  </a:lnTo>
                  <a:lnTo>
                    <a:pt x="55867" y="11430"/>
                  </a:lnTo>
                  <a:lnTo>
                    <a:pt x="57137" y="11430"/>
                  </a:lnTo>
                  <a:lnTo>
                    <a:pt x="57137" y="8890"/>
                  </a:lnTo>
                  <a:lnTo>
                    <a:pt x="58407" y="8890"/>
                  </a:lnTo>
                  <a:lnTo>
                    <a:pt x="58407" y="7620"/>
                  </a:lnTo>
                  <a:lnTo>
                    <a:pt x="59677" y="7620"/>
                  </a:lnTo>
                  <a:lnTo>
                    <a:pt x="59677" y="5080"/>
                  </a:lnTo>
                  <a:lnTo>
                    <a:pt x="60947" y="5080"/>
                  </a:lnTo>
                  <a:lnTo>
                    <a:pt x="60947" y="3810"/>
                  </a:lnTo>
                  <a:lnTo>
                    <a:pt x="62217" y="3810"/>
                  </a:lnTo>
                  <a:lnTo>
                    <a:pt x="62217" y="1270"/>
                  </a:lnTo>
                  <a:lnTo>
                    <a:pt x="63487" y="1270"/>
                  </a:lnTo>
                  <a:lnTo>
                    <a:pt x="63487" y="0"/>
                  </a:lnTo>
                  <a:close/>
                </a:path>
              </a:pathLst>
            </a:custGeom>
            <a:solidFill>
              <a:srgbClr val="9A3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0" y="2264409"/>
              <a:ext cx="31750" cy="46990"/>
            </a:xfrm>
            <a:custGeom>
              <a:avLst/>
              <a:gdLst/>
              <a:ahLst/>
              <a:cxnLst/>
              <a:rect l="l" t="t" r="r" b="b"/>
              <a:pathLst>
                <a:path w="31750" h="46989">
                  <a:moveTo>
                    <a:pt x="3173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0320"/>
                  </a:lnTo>
                  <a:lnTo>
                    <a:pt x="0" y="22860"/>
                  </a:lnTo>
                  <a:lnTo>
                    <a:pt x="0" y="39370"/>
                  </a:lnTo>
                  <a:lnTo>
                    <a:pt x="0" y="46990"/>
                  </a:lnTo>
                  <a:lnTo>
                    <a:pt x="1257" y="46990"/>
                  </a:lnTo>
                  <a:lnTo>
                    <a:pt x="1257" y="45720"/>
                  </a:lnTo>
                  <a:lnTo>
                    <a:pt x="2527" y="45720"/>
                  </a:lnTo>
                  <a:lnTo>
                    <a:pt x="2527" y="43180"/>
                  </a:lnTo>
                  <a:lnTo>
                    <a:pt x="3797" y="43180"/>
                  </a:lnTo>
                  <a:lnTo>
                    <a:pt x="3797" y="41910"/>
                  </a:lnTo>
                  <a:lnTo>
                    <a:pt x="5067" y="41910"/>
                  </a:lnTo>
                  <a:lnTo>
                    <a:pt x="5067" y="39370"/>
                  </a:lnTo>
                  <a:lnTo>
                    <a:pt x="6337" y="39370"/>
                  </a:lnTo>
                  <a:lnTo>
                    <a:pt x="6337" y="38100"/>
                  </a:lnTo>
                  <a:lnTo>
                    <a:pt x="7607" y="38100"/>
                  </a:lnTo>
                  <a:lnTo>
                    <a:pt x="7607" y="35560"/>
                  </a:lnTo>
                  <a:lnTo>
                    <a:pt x="8877" y="35560"/>
                  </a:lnTo>
                  <a:lnTo>
                    <a:pt x="8877" y="34290"/>
                  </a:lnTo>
                  <a:lnTo>
                    <a:pt x="10147" y="34290"/>
                  </a:lnTo>
                  <a:lnTo>
                    <a:pt x="10147" y="31750"/>
                  </a:lnTo>
                  <a:lnTo>
                    <a:pt x="11417" y="31750"/>
                  </a:lnTo>
                  <a:lnTo>
                    <a:pt x="11417" y="30480"/>
                  </a:lnTo>
                  <a:lnTo>
                    <a:pt x="12687" y="30480"/>
                  </a:lnTo>
                  <a:lnTo>
                    <a:pt x="12687" y="27940"/>
                  </a:lnTo>
                  <a:lnTo>
                    <a:pt x="13957" y="27940"/>
                  </a:lnTo>
                  <a:lnTo>
                    <a:pt x="13957" y="26670"/>
                  </a:lnTo>
                  <a:lnTo>
                    <a:pt x="15227" y="26670"/>
                  </a:lnTo>
                  <a:lnTo>
                    <a:pt x="15227" y="24130"/>
                  </a:lnTo>
                  <a:lnTo>
                    <a:pt x="16497" y="24130"/>
                  </a:lnTo>
                  <a:lnTo>
                    <a:pt x="16497" y="22860"/>
                  </a:lnTo>
                  <a:lnTo>
                    <a:pt x="17767" y="22860"/>
                  </a:lnTo>
                  <a:lnTo>
                    <a:pt x="17767" y="20320"/>
                  </a:lnTo>
                  <a:lnTo>
                    <a:pt x="19037" y="20320"/>
                  </a:lnTo>
                  <a:lnTo>
                    <a:pt x="19037" y="19050"/>
                  </a:lnTo>
                  <a:lnTo>
                    <a:pt x="20307" y="19050"/>
                  </a:lnTo>
                  <a:lnTo>
                    <a:pt x="20307" y="16510"/>
                  </a:lnTo>
                  <a:lnTo>
                    <a:pt x="21577" y="16510"/>
                  </a:lnTo>
                  <a:lnTo>
                    <a:pt x="21577" y="15240"/>
                  </a:lnTo>
                  <a:lnTo>
                    <a:pt x="22847" y="15240"/>
                  </a:lnTo>
                  <a:lnTo>
                    <a:pt x="22847" y="12700"/>
                  </a:lnTo>
                  <a:lnTo>
                    <a:pt x="24117" y="12700"/>
                  </a:lnTo>
                  <a:lnTo>
                    <a:pt x="24117" y="11430"/>
                  </a:lnTo>
                  <a:lnTo>
                    <a:pt x="25387" y="11430"/>
                  </a:lnTo>
                  <a:lnTo>
                    <a:pt x="25387" y="8890"/>
                  </a:lnTo>
                  <a:lnTo>
                    <a:pt x="26657" y="8890"/>
                  </a:lnTo>
                  <a:lnTo>
                    <a:pt x="26657" y="7620"/>
                  </a:lnTo>
                  <a:lnTo>
                    <a:pt x="27927" y="7620"/>
                  </a:lnTo>
                  <a:lnTo>
                    <a:pt x="27927" y="5080"/>
                  </a:lnTo>
                  <a:lnTo>
                    <a:pt x="29197" y="5080"/>
                  </a:lnTo>
                  <a:lnTo>
                    <a:pt x="29197" y="3810"/>
                  </a:lnTo>
                  <a:lnTo>
                    <a:pt x="30467" y="3810"/>
                  </a:lnTo>
                  <a:lnTo>
                    <a:pt x="30467" y="1270"/>
                  </a:lnTo>
                  <a:lnTo>
                    <a:pt x="31737" y="1270"/>
                  </a:lnTo>
                  <a:lnTo>
                    <a:pt x="31737" y="0"/>
                  </a:lnTo>
                  <a:close/>
                </a:path>
              </a:pathLst>
            </a:custGeom>
            <a:solidFill>
              <a:srgbClr val="9A3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4" name="object 574"/>
          <p:cNvGrpSpPr/>
          <p:nvPr/>
        </p:nvGrpSpPr>
        <p:grpSpPr>
          <a:xfrm>
            <a:off x="0" y="2453635"/>
            <a:ext cx="1206500" cy="170180"/>
            <a:chOff x="0" y="2453635"/>
            <a:chExt cx="1206500" cy="170180"/>
          </a:xfrm>
        </p:grpSpPr>
        <p:sp>
          <p:nvSpPr>
            <p:cNvPr id="575" name="object 575"/>
            <p:cNvSpPr/>
            <p:nvPr/>
          </p:nvSpPr>
          <p:spPr>
            <a:xfrm>
              <a:off x="1195057" y="2453639"/>
              <a:ext cx="11430" cy="2540"/>
            </a:xfrm>
            <a:custGeom>
              <a:avLst/>
              <a:gdLst/>
              <a:ahLst/>
              <a:cxnLst/>
              <a:rect l="l" t="t" r="r" b="b"/>
              <a:pathLst>
                <a:path w="11430" h="2539">
                  <a:moveTo>
                    <a:pt x="2540" y="1270"/>
                  </a:move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  <a:lnTo>
                    <a:pt x="2540" y="1270"/>
                  </a:lnTo>
                  <a:close/>
                </a:path>
                <a:path w="11430" h="2539">
                  <a:moveTo>
                    <a:pt x="11430" y="0"/>
                  </a:moveTo>
                  <a:lnTo>
                    <a:pt x="7620" y="0"/>
                  </a:lnTo>
                  <a:lnTo>
                    <a:pt x="7620" y="1270"/>
                  </a:lnTo>
                  <a:lnTo>
                    <a:pt x="11430" y="1270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B669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1177277" y="2456179"/>
              <a:ext cx="15240" cy="2540"/>
            </a:xfrm>
            <a:custGeom>
              <a:avLst/>
              <a:gdLst/>
              <a:ahLst/>
              <a:cxnLst/>
              <a:rect l="l" t="t" r="r" b="b"/>
              <a:pathLst>
                <a:path w="15240" h="2539">
                  <a:moveTo>
                    <a:pt x="8890" y="1270"/>
                  </a:moveTo>
                  <a:lnTo>
                    <a:pt x="0" y="1270"/>
                  </a:lnTo>
                  <a:lnTo>
                    <a:pt x="0" y="2540"/>
                  </a:lnTo>
                  <a:lnTo>
                    <a:pt x="8890" y="2540"/>
                  </a:lnTo>
                  <a:lnTo>
                    <a:pt x="8890" y="1270"/>
                  </a:lnTo>
                  <a:close/>
                </a:path>
                <a:path w="15240" h="2539">
                  <a:moveTo>
                    <a:pt x="15240" y="0"/>
                  </a:moveTo>
                  <a:lnTo>
                    <a:pt x="8890" y="0"/>
                  </a:lnTo>
                  <a:lnTo>
                    <a:pt x="8890" y="1270"/>
                  </a:lnTo>
                  <a:lnTo>
                    <a:pt x="15240" y="127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B667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1149337" y="2458719"/>
              <a:ext cx="31750" cy="3810"/>
            </a:xfrm>
            <a:custGeom>
              <a:avLst/>
              <a:gdLst/>
              <a:ahLst/>
              <a:cxnLst/>
              <a:rect l="l" t="t" r="r" b="b"/>
              <a:pathLst>
                <a:path w="31750" h="3810">
                  <a:moveTo>
                    <a:pt x="31750" y="0"/>
                  </a:moveTo>
                  <a:lnTo>
                    <a:pt x="17780" y="0"/>
                  </a:lnTo>
                  <a:lnTo>
                    <a:pt x="17780" y="1270"/>
                  </a:lnTo>
                  <a:lnTo>
                    <a:pt x="8890" y="1270"/>
                  </a:lnTo>
                  <a:lnTo>
                    <a:pt x="889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20320" y="3810"/>
                  </a:lnTo>
                  <a:lnTo>
                    <a:pt x="20320" y="2540"/>
                  </a:lnTo>
                  <a:lnTo>
                    <a:pt x="25400" y="2540"/>
                  </a:lnTo>
                  <a:lnTo>
                    <a:pt x="25400" y="1270"/>
                  </a:lnTo>
                  <a:lnTo>
                    <a:pt x="31750" y="127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B567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1121397" y="2462529"/>
              <a:ext cx="41910" cy="3810"/>
            </a:xfrm>
            <a:custGeom>
              <a:avLst/>
              <a:gdLst/>
              <a:ahLst/>
              <a:cxnLst/>
              <a:rect l="l" t="t" r="r" b="b"/>
              <a:pathLst>
                <a:path w="41909" h="3810">
                  <a:moveTo>
                    <a:pt x="41910" y="0"/>
                  </a:moveTo>
                  <a:lnTo>
                    <a:pt x="17780" y="0"/>
                  </a:lnTo>
                  <a:lnTo>
                    <a:pt x="17780" y="1270"/>
                  </a:lnTo>
                  <a:lnTo>
                    <a:pt x="8890" y="1270"/>
                  </a:lnTo>
                  <a:lnTo>
                    <a:pt x="889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30480" y="3810"/>
                  </a:lnTo>
                  <a:lnTo>
                    <a:pt x="30480" y="2540"/>
                  </a:lnTo>
                  <a:lnTo>
                    <a:pt x="35560" y="2540"/>
                  </a:lnTo>
                  <a:lnTo>
                    <a:pt x="35560" y="1270"/>
                  </a:lnTo>
                  <a:lnTo>
                    <a:pt x="41910" y="1270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B566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1093457" y="2466339"/>
              <a:ext cx="52069" cy="3810"/>
            </a:xfrm>
            <a:custGeom>
              <a:avLst/>
              <a:gdLst/>
              <a:ahLst/>
              <a:cxnLst/>
              <a:rect l="l" t="t" r="r" b="b"/>
              <a:pathLst>
                <a:path w="52069" h="3810">
                  <a:moveTo>
                    <a:pt x="52070" y="0"/>
                  </a:moveTo>
                  <a:lnTo>
                    <a:pt x="17780" y="0"/>
                  </a:lnTo>
                  <a:lnTo>
                    <a:pt x="17780" y="1270"/>
                  </a:lnTo>
                  <a:lnTo>
                    <a:pt x="8890" y="1270"/>
                  </a:lnTo>
                  <a:lnTo>
                    <a:pt x="889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40640" y="3810"/>
                  </a:lnTo>
                  <a:lnTo>
                    <a:pt x="40640" y="2540"/>
                  </a:lnTo>
                  <a:lnTo>
                    <a:pt x="46990" y="2540"/>
                  </a:lnTo>
                  <a:lnTo>
                    <a:pt x="46990" y="1270"/>
                  </a:lnTo>
                  <a:lnTo>
                    <a:pt x="52070" y="1270"/>
                  </a:lnTo>
                  <a:lnTo>
                    <a:pt x="52070" y="0"/>
                  </a:lnTo>
                  <a:close/>
                </a:path>
              </a:pathLst>
            </a:custGeom>
            <a:solidFill>
              <a:srgbClr val="B366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1064247" y="2470149"/>
              <a:ext cx="64769" cy="3810"/>
            </a:xfrm>
            <a:custGeom>
              <a:avLst/>
              <a:gdLst/>
              <a:ahLst/>
              <a:cxnLst/>
              <a:rect l="l" t="t" r="r" b="b"/>
              <a:pathLst>
                <a:path w="64769" h="3810">
                  <a:moveTo>
                    <a:pt x="64770" y="0"/>
                  </a:moveTo>
                  <a:lnTo>
                    <a:pt x="19050" y="0"/>
                  </a:lnTo>
                  <a:lnTo>
                    <a:pt x="19050" y="1270"/>
                  </a:lnTo>
                  <a:lnTo>
                    <a:pt x="10160" y="1270"/>
                  </a:lnTo>
                  <a:lnTo>
                    <a:pt x="1016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53340" y="3810"/>
                  </a:lnTo>
                  <a:lnTo>
                    <a:pt x="53340" y="2540"/>
                  </a:lnTo>
                  <a:lnTo>
                    <a:pt x="58420" y="2540"/>
                  </a:lnTo>
                  <a:lnTo>
                    <a:pt x="58420" y="1270"/>
                  </a:lnTo>
                  <a:lnTo>
                    <a:pt x="64770" y="127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B364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1036307" y="2473959"/>
              <a:ext cx="74930" cy="3810"/>
            </a:xfrm>
            <a:custGeom>
              <a:avLst/>
              <a:gdLst/>
              <a:ahLst/>
              <a:cxnLst/>
              <a:rect l="l" t="t" r="r" b="b"/>
              <a:pathLst>
                <a:path w="74930" h="3810">
                  <a:moveTo>
                    <a:pt x="74930" y="0"/>
                  </a:moveTo>
                  <a:lnTo>
                    <a:pt x="19050" y="0"/>
                  </a:lnTo>
                  <a:lnTo>
                    <a:pt x="19050" y="1270"/>
                  </a:lnTo>
                  <a:lnTo>
                    <a:pt x="10160" y="1270"/>
                  </a:lnTo>
                  <a:lnTo>
                    <a:pt x="1016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63500" y="3810"/>
                  </a:lnTo>
                  <a:lnTo>
                    <a:pt x="63500" y="2540"/>
                  </a:lnTo>
                  <a:lnTo>
                    <a:pt x="69850" y="2540"/>
                  </a:lnTo>
                  <a:lnTo>
                    <a:pt x="69850" y="1270"/>
                  </a:lnTo>
                  <a:lnTo>
                    <a:pt x="74930" y="1270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B362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990587" y="2477769"/>
              <a:ext cx="104139" cy="6350"/>
            </a:xfrm>
            <a:custGeom>
              <a:avLst/>
              <a:gdLst/>
              <a:ahLst/>
              <a:cxnLst/>
              <a:rect l="l" t="t" r="r" b="b"/>
              <a:pathLst>
                <a:path w="104140" h="6350">
                  <a:moveTo>
                    <a:pt x="104140" y="0"/>
                  </a:moveTo>
                  <a:lnTo>
                    <a:pt x="36830" y="0"/>
                  </a:lnTo>
                  <a:lnTo>
                    <a:pt x="36830" y="1270"/>
                  </a:lnTo>
                  <a:lnTo>
                    <a:pt x="27940" y="1270"/>
                  </a:lnTo>
                  <a:lnTo>
                    <a:pt x="27940" y="2540"/>
                  </a:lnTo>
                  <a:lnTo>
                    <a:pt x="17780" y="2540"/>
                  </a:lnTo>
                  <a:lnTo>
                    <a:pt x="17780" y="3810"/>
                  </a:lnTo>
                  <a:lnTo>
                    <a:pt x="8890" y="3810"/>
                  </a:lnTo>
                  <a:lnTo>
                    <a:pt x="8890" y="508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81280" y="6350"/>
                  </a:lnTo>
                  <a:lnTo>
                    <a:pt x="81280" y="5080"/>
                  </a:lnTo>
                  <a:lnTo>
                    <a:pt x="86360" y="5080"/>
                  </a:lnTo>
                  <a:lnTo>
                    <a:pt x="86360" y="3810"/>
                  </a:lnTo>
                  <a:lnTo>
                    <a:pt x="92710" y="3810"/>
                  </a:lnTo>
                  <a:lnTo>
                    <a:pt x="92710" y="2540"/>
                  </a:lnTo>
                  <a:lnTo>
                    <a:pt x="97790" y="2540"/>
                  </a:lnTo>
                  <a:lnTo>
                    <a:pt x="97790" y="1270"/>
                  </a:lnTo>
                  <a:lnTo>
                    <a:pt x="104140" y="1270"/>
                  </a:lnTo>
                  <a:lnTo>
                    <a:pt x="104140" y="0"/>
                  </a:lnTo>
                  <a:close/>
                </a:path>
              </a:pathLst>
            </a:custGeom>
            <a:solidFill>
              <a:srgbClr val="B16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962647" y="2484132"/>
              <a:ext cx="102870" cy="3810"/>
            </a:xfrm>
            <a:custGeom>
              <a:avLst/>
              <a:gdLst/>
              <a:ahLst/>
              <a:cxnLst/>
              <a:rect l="l" t="t" r="r" b="b"/>
              <a:pathLst>
                <a:path w="102869" h="3810">
                  <a:moveTo>
                    <a:pt x="102870" y="0"/>
                  </a:moveTo>
                  <a:lnTo>
                    <a:pt x="17780" y="0"/>
                  </a:lnTo>
                  <a:lnTo>
                    <a:pt x="17780" y="1270"/>
                  </a:lnTo>
                  <a:lnTo>
                    <a:pt x="8890" y="1270"/>
                  </a:lnTo>
                  <a:lnTo>
                    <a:pt x="889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91440" y="3810"/>
                  </a:lnTo>
                  <a:lnTo>
                    <a:pt x="91440" y="2540"/>
                  </a:lnTo>
                  <a:lnTo>
                    <a:pt x="96520" y="2540"/>
                  </a:lnTo>
                  <a:lnTo>
                    <a:pt x="96520" y="1270"/>
                  </a:lnTo>
                  <a:lnTo>
                    <a:pt x="102870" y="1270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B15E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905497" y="2487942"/>
              <a:ext cx="142240" cy="7620"/>
            </a:xfrm>
            <a:custGeom>
              <a:avLst/>
              <a:gdLst/>
              <a:ahLst/>
              <a:cxnLst/>
              <a:rect l="l" t="t" r="r" b="b"/>
              <a:pathLst>
                <a:path w="142240" h="7619">
                  <a:moveTo>
                    <a:pt x="142240" y="0"/>
                  </a:moveTo>
                  <a:lnTo>
                    <a:pt x="46990" y="0"/>
                  </a:lnTo>
                  <a:lnTo>
                    <a:pt x="46990" y="1270"/>
                  </a:lnTo>
                  <a:lnTo>
                    <a:pt x="38100" y="1270"/>
                  </a:lnTo>
                  <a:lnTo>
                    <a:pt x="38100" y="2540"/>
                  </a:lnTo>
                  <a:lnTo>
                    <a:pt x="29210" y="2540"/>
                  </a:lnTo>
                  <a:lnTo>
                    <a:pt x="29210" y="3810"/>
                  </a:lnTo>
                  <a:lnTo>
                    <a:pt x="19050" y="3810"/>
                  </a:lnTo>
                  <a:lnTo>
                    <a:pt x="19050" y="5080"/>
                  </a:lnTo>
                  <a:lnTo>
                    <a:pt x="10160" y="5080"/>
                  </a:lnTo>
                  <a:lnTo>
                    <a:pt x="10160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114300" y="7620"/>
                  </a:lnTo>
                  <a:lnTo>
                    <a:pt x="114300" y="6350"/>
                  </a:lnTo>
                  <a:lnTo>
                    <a:pt x="119367" y="6350"/>
                  </a:lnTo>
                  <a:lnTo>
                    <a:pt x="119367" y="5080"/>
                  </a:lnTo>
                  <a:lnTo>
                    <a:pt x="125730" y="5080"/>
                  </a:lnTo>
                  <a:lnTo>
                    <a:pt x="125730" y="3810"/>
                  </a:lnTo>
                  <a:lnTo>
                    <a:pt x="130810" y="3810"/>
                  </a:lnTo>
                  <a:lnTo>
                    <a:pt x="130810" y="2540"/>
                  </a:lnTo>
                  <a:lnTo>
                    <a:pt x="137160" y="2540"/>
                  </a:lnTo>
                  <a:lnTo>
                    <a:pt x="137160" y="1270"/>
                  </a:lnTo>
                  <a:lnTo>
                    <a:pt x="142240" y="1270"/>
                  </a:lnTo>
                  <a:lnTo>
                    <a:pt x="142240" y="0"/>
                  </a:lnTo>
                  <a:close/>
                </a:path>
              </a:pathLst>
            </a:custGeom>
            <a:solidFill>
              <a:srgbClr val="AF5D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849617" y="2495562"/>
              <a:ext cx="163830" cy="7620"/>
            </a:xfrm>
            <a:custGeom>
              <a:avLst/>
              <a:gdLst/>
              <a:ahLst/>
              <a:cxnLst/>
              <a:rect l="l" t="t" r="r" b="b"/>
              <a:pathLst>
                <a:path w="163830" h="7619">
                  <a:moveTo>
                    <a:pt x="163830" y="0"/>
                  </a:moveTo>
                  <a:lnTo>
                    <a:pt x="46990" y="0"/>
                  </a:lnTo>
                  <a:lnTo>
                    <a:pt x="46990" y="1270"/>
                  </a:lnTo>
                  <a:lnTo>
                    <a:pt x="38100" y="1270"/>
                  </a:lnTo>
                  <a:lnTo>
                    <a:pt x="38100" y="2540"/>
                  </a:lnTo>
                  <a:lnTo>
                    <a:pt x="27940" y="2540"/>
                  </a:lnTo>
                  <a:lnTo>
                    <a:pt x="27940" y="3810"/>
                  </a:lnTo>
                  <a:lnTo>
                    <a:pt x="19050" y="3810"/>
                  </a:lnTo>
                  <a:lnTo>
                    <a:pt x="19050" y="5080"/>
                  </a:lnTo>
                  <a:lnTo>
                    <a:pt x="10160" y="5080"/>
                  </a:lnTo>
                  <a:lnTo>
                    <a:pt x="10160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135890" y="7620"/>
                  </a:lnTo>
                  <a:lnTo>
                    <a:pt x="135890" y="6350"/>
                  </a:lnTo>
                  <a:lnTo>
                    <a:pt x="140970" y="6350"/>
                  </a:lnTo>
                  <a:lnTo>
                    <a:pt x="140970" y="5080"/>
                  </a:lnTo>
                  <a:lnTo>
                    <a:pt x="147320" y="5080"/>
                  </a:lnTo>
                  <a:lnTo>
                    <a:pt x="147320" y="3810"/>
                  </a:lnTo>
                  <a:lnTo>
                    <a:pt x="152387" y="3810"/>
                  </a:lnTo>
                  <a:lnTo>
                    <a:pt x="152387" y="2540"/>
                  </a:lnTo>
                  <a:lnTo>
                    <a:pt x="158750" y="2540"/>
                  </a:lnTo>
                  <a:lnTo>
                    <a:pt x="158750" y="1270"/>
                  </a:lnTo>
                  <a:lnTo>
                    <a:pt x="163830" y="1270"/>
                  </a:lnTo>
                  <a:lnTo>
                    <a:pt x="163830" y="0"/>
                  </a:lnTo>
                  <a:close/>
                </a:path>
              </a:pathLst>
            </a:custGeom>
            <a:solidFill>
              <a:srgbClr val="AE5B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821677" y="2503182"/>
              <a:ext cx="157480" cy="3810"/>
            </a:xfrm>
            <a:custGeom>
              <a:avLst/>
              <a:gdLst/>
              <a:ahLst/>
              <a:cxnLst/>
              <a:rect l="l" t="t" r="r" b="b"/>
              <a:pathLst>
                <a:path w="157480" h="3810">
                  <a:moveTo>
                    <a:pt x="157480" y="0"/>
                  </a:moveTo>
                  <a:lnTo>
                    <a:pt x="19050" y="0"/>
                  </a:lnTo>
                  <a:lnTo>
                    <a:pt x="19050" y="1270"/>
                  </a:lnTo>
                  <a:lnTo>
                    <a:pt x="10160" y="1270"/>
                  </a:lnTo>
                  <a:lnTo>
                    <a:pt x="1016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146050" y="3810"/>
                  </a:lnTo>
                  <a:lnTo>
                    <a:pt x="146050" y="2540"/>
                  </a:lnTo>
                  <a:lnTo>
                    <a:pt x="151130" y="2540"/>
                  </a:lnTo>
                  <a:lnTo>
                    <a:pt x="151130" y="1270"/>
                  </a:lnTo>
                  <a:lnTo>
                    <a:pt x="157480" y="1270"/>
                  </a:lnTo>
                  <a:lnTo>
                    <a:pt x="157480" y="0"/>
                  </a:lnTo>
                  <a:close/>
                </a:path>
              </a:pathLst>
            </a:custGeom>
            <a:solidFill>
              <a:srgbClr val="AE59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789927" y="2506992"/>
              <a:ext cx="171450" cy="3810"/>
            </a:xfrm>
            <a:custGeom>
              <a:avLst/>
              <a:gdLst/>
              <a:ahLst/>
              <a:cxnLst/>
              <a:rect l="l" t="t" r="r" b="b"/>
              <a:pathLst>
                <a:path w="171450" h="3810">
                  <a:moveTo>
                    <a:pt x="171450" y="0"/>
                  </a:moveTo>
                  <a:lnTo>
                    <a:pt x="22860" y="0"/>
                  </a:lnTo>
                  <a:lnTo>
                    <a:pt x="22860" y="1270"/>
                  </a:lnTo>
                  <a:lnTo>
                    <a:pt x="13970" y="1270"/>
                  </a:lnTo>
                  <a:lnTo>
                    <a:pt x="1397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160020" y="3810"/>
                  </a:lnTo>
                  <a:lnTo>
                    <a:pt x="160020" y="2540"/>
                  </a:lnTo>
                  <a:lnTo>
                    <a:pt x="166370" y="2540"/>
                  </a:lnTo>
                  <a:lnTo>
                    <a:pt x="166370" y="1270"/>
                  </a:lnTo>
                  <a:lnTo>
                    <a:pt x="171450" y="127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C57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580377" y="2510802"/>
              <a:ext cx="364490" cy="7620"/>
            </a:xfrm>
            <a:custGeom>
              <a:avLst/>
              <a:gdLst/>
              <a:ahLst/>
              <a:cxnLst/>
              <a:rect l="l" t="t" r="r" b="b"/>
              <a:pathLst>
                <a:path w="364490" h="7619">
                  <a:moveTo>
                    <a:pt x="364490" y="0"/>
                  </a:moveTo>
                  <a:lnTo>
                    <a:pt x="190500" y="0"/>
                  </a:lnTo>
                  <a:lnTo>
                    <a:pt x="190500" y="1270"/>
                  </a:lnTo>
                  <a:lnTo>
                    <a:pt x="152400" y="1270"/>
                  </a:lnTo>
                  <a:lnTo>
                    <a:pt x="152400" y="2540"/>
                  </a:lnTo>
                  <a:lnTo>
                    <a:pt x="114300" y="2540"/>
                  </a:lnTo>
                  <a:lnTo>
                    <a:pt x="114300" y="3810"/>
                  </a:lnTo>
                  <a:lnTo>
                    <a:pt x="76200" y="3810"/>
                  </a:lnTo>
                  <a:lnTo>
                    <a:pt x="76200" y="5080"/>
                  </a:lnTo>
                  <a:lnTo>
                    <a:pt x="38100" y="5080"/>
                  </a:lnTo>
                  <a:lnTo>
                    <a:pt x="38100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335280" y="7620"/>
                  </a:lnTo>
                  <a:lnTo>
                    <a:pt x="335280" y="6350"/>
                  </a:lnTo>
                  <a:lnTo>
                    <a:pt x="341630" y="6350"/>
                  </a:lnTo>
                  <a:lnTo>
                    <a:pt x="341630" y="5080"/>
                  </a:lnTo>
                  <a:lnTo>
                    <a:pt x="346710" y="5080"/>
                  </a:lnTo>
                  <a:lnTo>
                    <a:pt x="346710" y="3810"/>
                  </a:lnTo>
                  <a:lnTo>
                    <a:pt x="353060" y="3810"/>
                  </a:lnTo>
                  <a:lnTo>
                    <a:pt x="353060" y="2540"/>
                  </a:lnTo>
                  <a:lnTo>
                    <a:pt x="358140" y="2540"/>
                  </a:lnTo>
                  <a:lnTo>
                    <a:pt x="358140" y="1270"/>
                  </a:lnTo>
                  <a:lnTo>
                    <a:pt x="364490" y="1270"/>
                  </a:lnTo>
                  <a:lnTo>
                    <a:pt x="364490" y="0"/>
                  </a:lnTo>
                  <a:close/>
                </a:path>
              </a:pathLst>
            </a:custGeom>
            <a:solidFill>
              <a:srgbClr val="AC56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389877" y="2518422"/>
              <a:ext cx="520700" cy="6350"/>
            </a:xfrm>
            <a:custGeom>
              <a:avLst/>
              <a:gdLst/>
              <a:ahLst/>
              <a:cxnLst/>
              <a:rect l="l" t="t" r="r" b="b"/>
              <a:pathLst>
                <a:path w="520700" h="6350">
                  <a:moveTo>
                    <a:pt x="520700" y="0"/>
                  </a:moveTo>
                  <a:lnTo>
                    <a:pt x="152400" y="0"/>
                  </a:lnTo>
                  <a:lnTo>
                    <a:pt x="152400" y="1270"/>
                  </a:lnTo>
                  <a:lnTo>
                    <a:pt x="114300" y="1270"/>
                  </a:lnTo>
                  <a:lnTo>
                    <a:pt x="114300" y="2540"/>
                  </a:lnTo>
                  <a:lnTo>
                    <a:pt x="76200" y="2540"/>
                  </a:lnTo>
                  <a:lnTo>
                    <a:pt x="76200" y="3810"/>
                  </a:lnTo>
                  <a:lnTo>
                    <a:pt x="38100" y="3810"/>
                  </a:lnTo>
                  <a:lnTo>
                    <a:pt x="38100" y="508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497840" y="6350"/>
                  </a:lnTo>
                  <a:lnTo>
                    <a:pt x="497840" y="5080"/>
                  </a:lnTo>
                  <a:lnTo>
                    <a:pt x="502920" y="5080"/>
                  </a:lnTo>
                  <a:lnTo>
                    <a:pt x="502920" y="3810"/>
                  </a:lnTo>
                  <a:lnTo>
                    <a:pt x="509270" y="3810"/>
                  </a:lnTo>
                  <a:lnTo>
                    <a:pt x="509270" y="2540"/>
                  </a:lnTo>
                  <a:lnTo>
                    <a:pt x="514350" y="2540"/>
                  </a:lnTo>
                  <a:lnTo>
                    <a:pt x="514350" y="1270"/>
                  </a:lnTo>
                  <a:lnTo>
                    <a:pt x="520700" y="1270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AA54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275577" y="2524772"/>
              <a:ext cx="605790" cy="3810"/>
            </a:xfrm>
            <a:custGeom>
              <a:avLst/>
              <a:gdLst/>
              <a:ahLst/>
              <a:cxnLst/>
              <a:rect l="l" t="t" r="r" b="b"/>
              <a:pathLst>
                <a:path w="605790" h="3810">
                  <a:moveTo>
                    <a:pt x="605790" y="0"/>
                  </a:moveTo>
                  <a:lnTo>
                    <a:pt x="76200" y="0"/>
                  </a:lnTo>
                  <a:lnTo>
                    <a:pt x="76200" y="1270"/>
                  </a:lnTo>
                  <a:lnTo>
                    <a:pt x="38100" y="1270"/>
                  </a:lnTo>
                  <a:lnTo>
                    <a:pt x="3810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594360" y="3810"/>
                  </a:lnTo>
                  <a:lnTo>
                    <a:pt x="594360" y="2540"/>
                  </a:lnTo>
                  <a:lnTo>
                    <a:pt x="599440" y="2540"/>
                  </a:lnTo>
                  <a:lnTo>
                    <a:pt x="599440" y="1270"/>
                  </a:lnTo>
                  <a:lnTo>
                    <a:pt x="605790" y="1270"/>
                  </a:lnTo>
                  <a:lnTo>
                    <a:pt x="605790" y="0"/>
                  </a:lnTo>
                  <a:close/>
                </a:path>
              </a:pathLst>
            </a:custGeom>
            <a:solidFill>
              <a:srgbClr val="AA52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210807" y="2528582"/>
              <a:ext cx="652780" cy="3810"/>
            </a:xfrm>
            <a:custGeom>
              <a:avLst/>
              <a:gdLst/>
              <a:ahLst/>
              <a:cxnLst/>
              <a:rect l="l" t="t" r="r" b="b"/>
              <a:pathLst>
                <a:path w="652780" h="3810">
                  <a:moveTo>
                    <a:pt x="652780" y="0"/>
                  </a:moveTo>
                  <a:lnTo>
                    <a:pt x="8890" y="0"/>
                  </a:lnTo>
                  <a:lnTo>
                    <a:pt x="8890" y="1270"/>
                  </a:lnTo>
                  <a:lnTo>
                    <a:pt x="5080" y="1270"/>
                  </a:lnTo>
                  <a:lnTo>
                    <a:pt x="508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641350" y="3810"/>
                  </a:lnTo>
                  <a:lnTo>
                    <a:pt x="641350" y="2540"/>
                  </a:lnTo>
                  <a:lnTo>
                    <a:pt x="647700" y="2540"/>
                  </a:lnTo>
                  <a:lnTo>
                    <a:pt x="647700" y="1270"/>
                  </a:lnTo>
                  <a:lnTo>
                    <a:pt x="652780" y="127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A850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175247" y="2532392"/>
              <a:ext cx="671830" cy="7620"/>
            </a:xfrm>
            <a:custGeom>
              <a:avLst/>
              <a:gdLst/>
              <a:ahLst/>
              <a:cxnLst/>
              <a:rect l="l" t="t" r="r" b="b"/>
              <a:pathLst>
                <a:path w="671830" h="7619">
                  <a:moveTo>
                    <a:pt x="671830" y="0"/>
                  </a:moveTo>
                  <a:lnTo>
                    <a:pt x="29210" y="0"/>
                  </a:lnTo>
                  <a:lnTo>
                    <a:pt x="29210" y="1270"/>
                  </a:lnTo>
                  <a:lnTo>
                    <a:pt x="24130" y="1270"/>
                  </a:lnTo>
                  <a:lnTo>
                    <a:pt x="24130" y="2540"/>
                  </a:lnTo>
                  <a:lnTo>
                    <a:pt x="17780" y="2540"/>
                  </a:lnTo>
                  <a:lnTo>
                    <a:pt x="17780" y="3810"/>
                  </a:lnTo>
                  <a:lnTo>
                    <a:pt x="11430" y="3810"/>
                  </a:lnTo>
                  <a:lnTo>
                    <a:pt x="11430" y="5080"/>
                  </a:lnTo>
                  <a:lnTo>
                    <a:pt x="6350" y="5080"/>
                  </a:lnTo>
                  <a:lnTo>
                    <a:pt x="6350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642620" y="7620"/>
                  </a:lnTo>
                  <a:lnTo>
                    <a:pt x="642620" y="6350"/>
                  </a:lnTo>
                  <a:lnTo>
                    <a:pt x="648970" y="6350"/>
                  </a:lnTo>
                  <a:lnTo>
                    <a:pt x="648970" y="5080"/>
                  </a:lnTo>
                  <a:lnTo>
                    <a:pt x="654050" y="5080"/>
                  </a:lnTo>
                  <a:lnTo>
                    <a:pt x="654050" y="3810"/>
                  </a:lnTo>
                  <a:lnTo>
                    <a:pt x="660400" y="3810"/>
                  </a:lnTo>
                  <a:lnTo>
                    <a:pt x="660400" y="2540"/>
                  </a:lnTo>
                  <a:lnTo>
                    <a:pt x="665480" y="2540"/>
                  </a:lnTo>
                  <a:lnTo>
                    <a:pt x="665480" y="1270"/>
                  </a:lnTo>
                  <a:lnTo>
                    <a:pt x="671830" y="1270"/>
                  </a:lnTo>
                  <a:lnTo>
                    <a:pt x="671830" y="0"/>
                  </a:lnTo>
                  <a:close/>
                </a:path>
              </a:pathLst>
            </a:custGeom>
            <a:solidFill>
              <a:srgbClr val="A84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140957" y="2540012"/>
              <a:ext cx="671830" cy="7620"/>
            </a:xfrm>
            <a:custGeom>
              <a:avLst/>
              <a:gdLst/>
              <a:ahLst/>
              <a:cxnLst/>
              <a:rect l="l" t="t" r="r" b="b"/>
              <a:pathLst>
                <a:path w="671830" h="7619">
                  <a:moveTo>
                    <a:pt x="671830" y="0"/>
                  </a:moveTo>
                  <a:lnTo>
                    <a:pt x="29210" y="0"/>
                  </a:lnTo>
                  <a:lnTo>
                    <a:pt x="29210" y="1270"/>
                  </a:lnTo>
                  <a:lnTo>
                    <a:pt x="22860" y="1270"/>
                  </a:lnTo>
                  <a:lnTo>
                    <a:pt x="22860" y="2540"/>
                  </a:lnTo>
                  <a:lnTo>
                    <a:pt x="17780" y="2540"/>
                  </a:lnTo>
                  <a:lnTo>
                    <a:pt x="17780" y="3810"/>
                  </a:lnTo>
                  <a:lnTo>
                    <a:pt x="11430" y="3810"/>
                  </a:lnTo>
                  <a:lnTo>
                    <a:pt x="11430" y="5080"/>
                  </a:lnTo>
                  <a:lnTo>
                    <a:pt x="6350" y="5080"/>
                  </a:lnTo>
                  <a:lnTo>
                    <a:pt x="6350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642620" y="7620"/>
                  </a:lnTo>
                  <a:lnTo>
                    <a:pt x="642620" y="6350"/>
                  </a:lnTo>
                  <a:lnTo>
                    <a:pt x="648970" y="6350"/>
                  </a:lnTo>
                  <a:lnTo>
                    <a:pt x="648970" y="5080"/>
                  </a:lnTo>
                  <a:lnTo>
                    <a:pt x="654050" y="5080"/>
                  </a:lnTo>
                  <a:lnTo>
                    <a:pt x="654050" y="3810"/>
                  </a:lnTo>
                  <a:lnTo>
                    <a:pt x="660400" y="3810"/>
                  </a:lnTo>
                  <a:lnTo>
                    <a:pt x="660400" y="2540"/>
                  </a:lnTo>
                  <a:lnTo>
                    <a:pt x="665480" y="2540"/>
                  </a:lnTo>
                  <a:lnTo>
                    <a:pt x="665480" y="1270"/>
                  </a:lnTo>
                  <a:lnTo>
                    <a:pt x="671830" y="1270"/>
                  </a:lnTo>
                  <a:lnTo>
                    <a:pt x="671830" y="0"/>
                  </a:lnTo>
                  <a:close/>
                </a:path>
              </a:pathLst>
            </a:custGeom>
            <a:solidFill>
              <a:srgbClr val="A74D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111747" y="2547632"/>
              <a:ext cx="665480" cy="6350"/>
            </a:xfrm>
            <a:custGeom>
              <a:avLst/>
              <a:gdLst/>
              <a:ahLst/>
              <a:cxnLst/>
              <a:rect l="l" t="t" r="r" b="b"/>
              <a:pathLst>
                <a:path w="665480" h="6350">
                  <a:moveTo>
                    <a:pt x="665480" y="0"/>
                  </a:moveTo>
                  <a:lnTo>
                    <a:pt x="22860" y="0"/>
                  </a:lnTo>
                  <a:lnTo>
                    <a:pt x="22860" y="1270"/>
                  </a:lnTo>
                  <a:lnTo>
                    <a:pt x="17780" y="1270"/>
                  </a:lnTo>
                  <a:lnTo>
                    <a:pt x="17780" y="2540"/>
                  </a:lnTo>
                  <a:lnTo>
                    <a:pt x="11430" y="2540"/>
                  </a:lnTo>
                  <a:lnTo>
                    <a:pt x="11430" y="3810"/>
                  </a:lnTo>
                  <a:lnTo>
                    <a:pt x="6350" y="3810"/>
                  </a:lnTo>
                  <a:lnTo>
                    <a:pt x="6350" y="508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642620" y="6350"/>
                  </a:lnTo>
                  <a:lnTo>
                    <a:pt x="642620" y="5080"/>
                  </a:lnTo>
                  <a:lnTo>
                    <a:pt x="648970" y="5080"/>
                  </a:lnTo>
                  <a:lnTo>
                    <a:pt x="648970" y="3810"/>
                  </a:lnTo>
                  <a:lnTo>
                    <a:pt x="654050" y="3810"/>
                  </a:lnTo>
                  <a:lnTo>
                    <a:pt x="654050" y="2540"/>
                  </a:lnTo>
                  <a:lnTo>
                    <a:pt x="660400" y="2540"/>
                  </a:lnTo>
                  <a:lnTo>
                    <a:pt x="660400" y="1270"/>
                  </a:lnTo>
                  <a:lnTo>
                    <a:pt x="665480" y="1270"/>
                  </a:lnTo>
                  <a:lnTo>
                    <a:pt x="665480" y="0"/>
                  </a:lnTo>
                  <a:close/>
                </a:path>
              </a:pathLst>
            </a:custGeom>
            <a:solidFill>
              <a:srgbClr val="A54B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100317" y="2553982"/>
              <a:ext cx="648970" cy="2540"/>
            </a:xfrm>
            <a:custGeom>
              <a:avLst/>
              <a:gdLst/>
              <a:ahLst/>
              <a:cxnLst/>
              <a:rect l="l" t="t" r="r" b="b"/>
              <a:pathLst>
                <a:path w="648970" h="2539">
                  <a:moveTo>
                    <a:pt x="648970" y="0"/>
                  </a:moveTo>
                  <a:lnTo>
                    <a:pt x="6350" y="0"/>
                  </a:lnTo>
                  <a:lnTo>
                    <a:pt x="6350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642620" y="2540"/>
                  </a:lnTo>
                  <a:lnTo>
                    <a:pt x="642620" y="1270"/>
                  </a:lnTo>
                  <a:lnTo>
                    <a:pt x="648970" y="1270"/>
                  </a:lnTo>
                  <a:lnTo>
                    <a:pt x="648970" y="0"/>
                  </a:lnTo>
                  <a:close/>
                </a:path>
              </a:pathLst>
            </a:custGeom>
            <a:solidFill>
              <a:srgbClr val="A549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77457" y="2557792"/>
              <a:ext cx="656590" cy="3810"/>
            </a:xfrm>
            <a:custGeom>
              <a:avLst/>
              <a:gdLst/>
              <a:ahLst/>
              <a:cxnLst/>
              <a:rect l="l" t="t" r="r" b="b"/>
              <a:pathLst>
                <a:path w="656590" h="3810">
                  <a:moveTo>
                    <a:pt x="656590" y="0"/>
                  </a:moveTo>
                  <a:lnTo>
                    <a:pt x="11430" y="0"/>
                  </a:lnTo>
                  <a:lnTo>
                    <a:pt x="11430" y="1270"/>
                  </a:lnTo>
                  <a:lnTo>
                    <a:pt x="6350" y="1270"/>
                  </a:lnTo>
                  <a:lnTo>
                    <a:pt x="6350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607060" y="3810"/>
                  </a:lnTo>
                  <a:lnTo>
                    <a:pt x="607060" y="2540"/>
                  </a:lnTo>
                  <a:lnTo>
                    <a:pt x="627380" y="2540"/>
                  </a:lnTo>
                  <a:lnTo>
                    <a:pt x="627380" y="1270"/>
                  </a:lnTo>
                  <a:lnTo>
                    <a:pt x="656590" y="1270"/>
                  </a:lnTo>
                  <a:lnTo>
                    <a:pt x="656590" y="0"/>
                  </a:lnTo>
                  <a:close/>
                </a:path>
              </a:pathLst>
            </a:custGeom>
            <a:solidFill>
              <a:srgbClr val="A348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43167" y="2561602"/>
              <a:ext cx="621030" cy="7620"/>
            </a:xfrm>
            <a:custGeom>
              <a:avLst/>
              <a:gdLst/>
              <a:ahLst/>
              <a:cxnLst/>
              <a:rect l="l" t="t" r="r" b="b"/>
              <a:pathLst>
                <a:path w="621030" h="7619">
                  <a:moveTo>
                    <a:pt x="621030" y="0"/>
                  </a:moveTo>
                  <a:lnTo>
                    <a:pt x="27940" y="0"/>
                  </a:lnTo>
                  <a:lnTo>
                    <a:pt x="27940" y="1270"/>
                  </a:lnTo>
                  <a:lnTo>
                    <a:pt x="22860" y="1270"/>
                  </a:lnTo>
                  <a:lnTo>
                    <a:pt x="22860" y="2540"/>
                  </a:lnTo>
                  <a:lnTo>
                    <a:pt x="16510" y="2540"/>
                  </a:lnTo>
                  <a:lnTo>
                    <a:pt x="16510" y="3810"/>
                  </a:lnTo>
                  <a:lnTo>
                    <a:pt x="11430" y="3810"/>
                  </a:lnTo>
                  <a:lnTo>
                    <a:pt x="11430" y="5080"/>
                  </a:lnTo>
                  <a:lnTo>
                    <a:pt x="5080" y="5080"/>
                  </a:lnTo>
                  <a:lnTo>
                    <a:pt x="5080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521970" y="7620"/>
                  </a:lnTo>
                  <a:lnTo>
                    <a:pt x="521970" y="6350"/>
                  </a:lnTo>
                  <a:lnTo>
                    <a:pt x="541020" y="6350"/>
                  </a:lnTo>
                  <a:lnTo>
                    <a:pt x="541020" y="5080"/>
                  </a:lnTo>
                  <a:lnTo>
                    <a:pt x="561327" y="5080"/>
                  </a:lnTo>
                  <a:lnTo>
                    <a:pt x="561327" y="3810"/>
                  </a:lnTo>
                  <a:lnTo>
                    <a:pt x="581660" y="3810"/>
                  </a:lnTo>
                  <a:lnTo>
                    <a:pt x="581660" y="2540"/>
                  </a:lnTo>
                  <a:lnTo>
                    <a:pt x="601980" y="2540"/>
                  </a:lnTo>
                  <a:lnTo>
                    <a:pt x="601980" y="1270"/>
                  </a:lnTo>
                  <a:lnTo>
                    <a:pt x="621030" y="1270"/>
                  </a:lnTo>
                  <a:lnTo>
                    <a:pt x="621030" y="0"/>
                  </a:lnTo>
                  <a:close/>
                </a:path>
              </a:pathLst>
            </a:custGeom>
            <a:solidFill>
              <a:srgbClr val="A346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13957" y="2569222"/>
              <a:ext cx="530860" cy="6350"/>
            </a:xfrm>
            <a:custGeom>
              <a:avLst/>
              <a:gdLst/>
              <a:ahLst/>
              <a:cxnLst/>
              <a:rect l="l" t="t" r="r" b="b"/>
              <a:pathLst>
                <a:path w="530860" h="6350">
                  <a:moveTo>
                    <a:pt x="471170" y="3810"/>
                  </a:moveTo>
                  <a:lnTo>
                    <a:pt x="5080" y="3810"/>
                  </a:lnTo>
                  <a:lnTo>
                    <a:pt x="5080" y="508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450850" y="6350"/>
                  </a:lnTo>
                  <a:lnTo>
                    <a:pt x="450850" y="5080"/>
                  </a:lnTo>
                  <a:lnTo>
                    <a:pt x="471170" y="5080"/>
                  </a:lnTo>
                  <a:lnTo>
                    <a:pt x="471170" y="3810"/>
                  </a:lnTo>
                  <a:close/>
                </a:path>
                <a:path w="530860" h="6350">
                  <a:moveTo>
                    <a:pt x="530860" y="0"/>
                  </a:moveTo>
                  <a:lnTo>
                    <a:pt x="22860" y="0"/>
                  </a:lnTo>
                  <a:lnTo>
                    <a:pt x="22860" y="1270"/>
                  </a:lnTo>
                  <a:lnTo>
                    <a:pt x="17780" y="1270"/>
                  </a:lnTo>
                  <a:lnTo>
                    <a:pt x="17780" y="2540"/>
                  </a:lnTo>
                  <a:lnTo>
                    <a:pt x="510540" y="2540"/>
                  </a:lnTo>
                  <a:lnTo>
                    <a:pt x="510540" y="1270"/>
                  </a:lnTo>
                  <a:lnTo>
                    <a:pt x="530860" y="1270"/>
                  </a:lnTo>
                  <a:lnTo>
                    <a:pt x="530860" y="0"/>
                  </a:lnTo>
                  <a:close/>
                </a:path>
              </a:pathLst>
            </a:custGeom>
            <a:solidFill>
              <a:srgbClr val="A14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0" y="2575572"/>
              <a:ext cx="444500" cy="3810"/>
            </a:xfrm>
            <a:custGeom>
              <a:avLst/>
              <a:gdLst/>
              <a:ahLst/>
              <a:cxnLst/>
              <a:rect l="l" t="t" r="r" b="b"/>
              <a:pathLst>
                <a:path w="444500" h="3810">
                  <a:moveTo>
                    <a:pt x="444487" y="0"/>
                  </a:moveTo>
                  <a:lnTo>
                    <a:pt x="7607" y="0"/>
                  </a:lnTo>
                  <a:lnTo>
                    <a:pt x="760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403834" y="3810"/>
                  </a:lnTo>
                  <a:lnTo>
                    <a:pt x="403834" y="2540"/>
                  </a:lnTo>
                  <a:lnTo>
                    <a:pt x="424167" y="2540"/>
                  </a:lnTo>
                  <a:lnTo>
                    <a:pt x="424167" y="1270"/>
                  </a:lnTo>
                  <a:lnTo>
                    <a:pt x="444487" y="1270"/>
                  </a:lnTo>
                  <a:lnTo>
                    <a:pt x="444487" y="0"/>
                  </a:lnTo>
                  <a:close/>
                </a:path>
              </a:pathLst>
            </a:custGeom>
            <a:solidFill>
              <a:srgbClr val="A14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0" y="2579382"/>
              <a:ext cx="384810" cy="3810"/>
            </a:xfrm>
            <a:custGeom>
              <a:avLst/>
              <a:gdLst/>
              <a:ahLst/>
              <a:cxnLst/>
              <a:rect l="l" t="t" r="r" b="b"/>
              <a:pathLst>
                <a:path w="384810" h="3810">
                  <a:moveTo>
                    <a:pt x="38479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344157" y="3810"/>
                  </a:lnTo>
                  <a:lnTo>
                    <a:pt x="344157" y="2540"/>
                  </a:lnTo>
                  <a:lnTo>
                    <a:pt x="364477" y="2540"/>
                  </a:lnTo>
                  <a:lnTo>
                    <a:pt x="364477" y="1270"/>
                  </a:lnTo>
                  <a:lnTo>
                    <a:pt x="384797" y="1270"/>
                  </a:lnTo>
                  <a:lnTo>
                    <a:pt x="384797" y="0"/>
                  </a:lnTo>
                  <a:close/>
                </a:path>
              </a:pathLst>
            </a:custGeom>
            <a:solidFill>
              <a:srgbClr val="A14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0" y="2583192"/>
              <a:ext cx="323850" cy="3810"/>
            </a:xfrm>
            <a:custGeom>
              <a:avLst/>
              <a:gdLst/>
              <a:ahLst/>
              <a:cxnLst/>
              <a:rect l="l" t="t" r="r" b="b"/>
              <a:pathLst>
                <a:path w="323850" h="3810">
                  <a:moveTo>
                    <a:pt x="32383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284454" y="3810"/>
                  </a:lnTo>
                  <a:lnTo>
                    <a:pt x="284454" y="2540"/>
                  </a:lnTo>
                  <a:lnTo>
                    <a:pt x="304787" y="2540"/>
                  </a:lnTo>
                  <a:lnTo>
                    <a:pt x="304787" y="1270"/>
                  </a:lnTo>
                  <a:lnTo>
                    <a:pt x="323837" y="1270"/>
                  </a:lnTo>
                  <a:lnTo>
                    <a:pt x="323837" y="0"/>
                  </a:lnTo>
                  <a:close/>
                </a:path>
              </a:pathLst>
            </a:custGeom>
            <a:solidFill>
              <a:srgbClr val="A03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0" y="2587002"/>
              <a:ext cx="264160" cy="3810"/>
            </a:xfrm>
            <a:custGeom>
              <a:avLst/>
              <a:gdLst/>
              <a:ahLst/>
              <a:cxnLst/>
              <a:rect l="l" t="t" r="r" b="b"/>
              <a:pathLst>
                <a:path w="264160" h="3810">
                  <a:moveTo>
                    <a:pt x="26414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224777" y="3810"/>
                  </a:lnTo>
                  <a:lnTo>
                    <a:pt x="224777" y="2540"/>
                  </a:lnTo>
                  <a:lnTo>
                    <a:pt x="243827" y="2540"/>
                  </a:lnTo>
                  <a:lnTo>
                    <a:pt x="243827" y="1270"/>
                  </a:lnTo>
                  <a:lnTo>
                    <a:pt x="264147" y="1270"/>
                  </a:lnTo>
                  <a:lnTo>
                    <a:pt x="264147" y="0"/>
                  </a:lnTo>
                  <a:close/>
                </a:path>
              </a:pathLst>
            </a:custGeom>
            <a:solidFill>
              <a:srgbClr val="9E3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0" y="2590812"/>
              <a:ext cx="204470" cy="7620"/>
            </a:xfrm>
            <a:custGeom>
              <a:avLst/>
              <a:gdLst/>
              <a:ahLst/>
              <a:cxnLst/>
              <a:rect l="l" t="t" r="r" b="b"/>
              <a:pathLst>
                <a:path w="204470" h="7619">
                  <a:moveTo>
                    <a:pt x="20445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137134" y="7620"/>
                  </a:lnTo>
                  <a:lnTo>
                    <a:pt x="137134" y="6350"/>
                  </a:lnTo>
                  <a:lnTo>
                    <a:pt x="143497" y="6350"/>
                  </a:lnTo>
                  <a:lnTo>
                    <a:pt x="143497" y="5080"/>
                  </a:lnTo>
                  <a:lnTo>
                    <a:pt x="153657" y="5080"/>
                  </a:lnTo>
                  <a:lnTo>
                    <a:pt x="153657" y="3810"/>
                  </a:lnTo>
                  <a:lnTo>
                    <a:pt x="163817" y="3810"/>
                  </a:lnTo>
                  <a:lnTo>
                    <a:pt x="163817" y="2540"/>
                  </a:lnTo>
                  <a:lnTo>
                    <a:pt x="184137" y="2540"/>
                  </a:lnTo>
                  <a:lnTo>
                    <a:pt x="184137" y="1270"/>
                  </a:lnTo>
                  <a:lnTo>
                    <a:pt x="204457" y="1270"/>
                  </a:lnTo>
                  <a:lnTo>
                    <a:pt x="204457" y="0"/>
                  </a:lnTo>
                  <a:close/>
                </a:path>
              </a:pathLst>
            </a:custGeom>
            <a:solidFill>
              <a:srgbClr val="9E3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0" y="2598432"/>
              <a:ext cx="129539" cy="7620"/>
            </a:xfrm>
            <a:custGeom>
              <a:avLst/>
              <a:gdLst/>
              <a:ahLst/>
              <a:cxnLst/>
              <a:rect l="l" t="t" r="r" b="b"/>
              <a:pathLst>
                <a:path w="129539" h="7619">
                  <a:moveTo>
                    <a:pt x="12952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95237" y="7620"/>
                  </a:lnTo>
                  <a:lnTo>
                    <a:pt x="95237" y="6350"/>
                  </a:lnTo>
                  <a:lnTo>
                    <a:pt x="102857" y="6350"/>
                  </a:lnTo>
                  <a:lnTo>
                    <a:pt x="102857" y="5080"/>
                  </a:lnTo>
                  <a:lnTo>
                    <a:pt x="109207" y="5080"/>
                  </a:lnTo>
                  <a:lnTo>
                    <a:pt x="109207" y="3810"/>
                  </a:lnTo>
                  <a:lnTo>
                    <a:pt x="115544" y="3810"/>
                  </a:lnTo>
                  <a:lnTo>
                    <a:pt x="115544" y="2540"/>
                  </a:lnTo>
                  <a:lnTo>
                    <a:pt x="123177" y="2540"/>
                  </a:lnTo>
                  <a:lnTo>
                    <a:pt x="123177" y="1270"/>
                  </a:lnTo>
                  <a:lnTo>
                    <a:pt x="129527" y="1270"/>
                  </a:lnTo>
                  <a:lnTo>
                    <a:pt x="129527" y="0"/>
                  </a:lnTo>
                  <a:close/>
                </a:path>
              </a:pathLst>
            </a:custGeom>
            <a:solidFill>
              <a:srgbClr val="9C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0" y="2606052"/>
              <a:ext cx="88900" cy="6350"/>
            </a:xfrm>
            <a:custGeom>
              <a:avLst/>
              <a:gdLst/>
              <a:ahLst/>
              <a:cxnLst/>
              <a:rect l="l" t="t" r="r" b="b"/>
              <a:pathLst>
                <a:path w="88900" h="6350">
                  <a:moveTo>
                    <a:pt x="88887" y="0"/>
                  </a:moveTo>
                  <a:lnTo>
                    <a:pt x="0" y="0"/>
                  </a:lnTo>
                  <a:lnTo>
                    <a:pt x="0" y="3797"/>
                  </a:lnTo>
                  <a:lnTo>
                    <a:pt x="0" y="6350"/>
                  </a:lnTo>
                  <a:lnTo>
                    <a:pt x="60947" y="6350"/>
                  </a:lnTo>
                  <a:lnTo>
                    <a:pt x="60947" y="5067"/>
                  </a:lnTo>
                  <a:lnTo>
                    <a:pt x="67297" y="5067"/>
                  </a:lnTo>
                  <a:lnTo>
                    <a:pt x="67297" y="3797"/>
                  </a:lnTo>
                  <a:lnTo>
                    <a:pt x="74917" y="3797"/>
                  </a:lnTo>
                  <a:lnTo>
                    <a:pt x="74917" y="2527"/>
                  </a:lnTo>
                  <a:lnTo>
                    <a:pt x="81267" y="2527"/>
                  </a:lnTo>
                  <a:lnTo>
                    <a:pt x="81267" y="1244"/>
                  </a:lnTo>
                  <a:lnTo>
                    <a:pt x="88887" y="1244"/>
                  </a:lnTo>
                  <a:lnTo>
                    <a:pt x="88887" y="0"/>
                  </a:lnTo>
                  <a:close/>
                </a:path>
              </a:pathLst>
            </a:custGeom>
            <a:solidFill>
              <a:srgbClr val="9C3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0" y="2612402"/>
              <a:ext cx="53340" cy="7620"/>
            </a:xfrm>
            <a:custGeom>
              <a:avLst/>
              <a:gdLst/>
              <a:ahLst/>
              <a:cxnLst/>
              <a:rect l="l" t="t" r="r" b="b"/>
              <a:pathLst>
                <a:path w="53340" h="7619">
                  <a:moveTo>
                    <a:pt x="53327" y="0"/>
                  </a:moveTo>
                  <a:lnTo>
                    <a:pt x="0" y="0"/>
                  </a:lnTo>
                  <a:lnTo>
                    <a:pt x="0" y="3797"/>
                  </a:lnTo>
                  <a:lnTo>
                    <a:pt x="0" y="7594"/>
                  </a:lnTo>
                  <a:lnTo>
                    <a:pt x="19037" y="7594"/>
                  </a:lnTo>
                  <a:lnTo>
                    <a:pt x="19037" y="6350"/>
                  </a:lnTo>
                  <a:lnTo>
                    <a:pt x="26657" y="6350"/>
                  </a:lnTo>
                  <a:lnTo>
                    <a:pt x="26657" y="5067"/>
                  </a:lnTo>
                  <a:lnTo>
                    <a:pt x="33007" y="5067"/>
                  </a:lnTo>
                  <a:lnTo>
                    <a:pt x="33007" y="3797"/>
                  </a:lnTo>
                  <a:lnTo>
                    <a:pt x="39357" y="3797"/>
                  </a:lnTo>
                  <a:lnTo>
                    <a:pt x="39357" y="2527"/>
                  </a:lnTo>
                  <a:lnTo>
                    <a:pt x="46977" y="2527"/>
                  </a:lnTo>
                  <a:lnTo>
                    <a:pt x="46977" y="1244"/>
                  </a:lnTo>
                  <a:lnTo>
                    <a:pt x="53327" y="1244"/>
                  </a:lnTo>
                  <a:lnTo>
                    <a:pt x="53327" y="0"/>
                  </a:lnTo>
                  <a:close/>
                </a:path>
              </a:pathLst>
            </a:custGeom>
            <a:solidFill>
              <a:srgbClr val="9A3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0" y="2619994"/>
              <a:ext cx="12700" cy="4445"/>
            </a:xfrm>
            <a:custGeom>
              <a:avLst/>
              <a:gdLst/>
              <a:ahLst/>
              <a:cxnLst/>
              <a:rect l="l" t="t" r="r" b="b"/>
              <a:pathLst>
                <a:path w="12700" h="4444">
                  <a:moveTo>
                    <a:pt x="1269" y="3824"/>
                  </a:moveTo>
                  <a:lnTo>
                    <a:pt x="0" y="3824"/>
                  </a:lnTo>
                  <a:lnTo>
                    <a:pt x="0" y="0"/>
                  </a:lnTo>
                  <a:lnTo>
                    <a:pt x="12699" y="0"/>
                  </a:lnTo>
                  <a:lnTo>
                    <a:pt x="12699" y="1274"/>
                  </a:lnTo>
                  <a:lnTo>
                    <a:pt x="5079" y="1274"/>
                  </a:lnTo>
                  <a:lnTo>
                    <a:pt x="5079" y="2549"/>
                  </a:lnTo>
                  <a:lnTo>
                    <a:pt x="1269" y="2549"/>
                  </a:lnTo>
                  <a:lnTo>
                    <a:pt x="1269" y="3824"/>
                  </a:lnTo>
                  <a:close/>
                </a:path>
              </a:pathLst>
            </a:custGeom>
            <a:solidFill>
              <a:srgbClr val="9A3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9" name="object 609"/>
          <p:cNvSpPr/>
          <p:nvPr/>
        </p:nvSpPr>
        <p:spPr>
          <a:xfrm>
            <a:off x="304787" y="201929"/>
            <a:ext cx="20320" cy="7620"/>
          </a:xfrm>
          <a:custGeom>
            <a:avLst/>
            <a:gdLst/>
            <a:ahLst/>
            <a:cxnLst/>
            <a:rect l="l" t="t" r="r" b="b"/>
            <a:pathLst>
              <a:path w="20320" h="7620">
                <a:moveTo>
                  <a:pt x="1270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0"/>
                </a:lnTo>
                <a:close/>
              </a:path>
              <a:path w="20320" h="7620">
                <a:moveTo>
                  <a:pt x="20320" y="6350"/>
                </a:moveTo>
                <a:lnTo>
                  <a:pt x="19050" y="6350"/>
                </a:lnTo>
                <a:lnTo>
                  <a:pt x="19050" y="7620"/>
                </a:lnTo>
                <a:lnTo>
                  <a:pt x="20320" y="7620"/>
                </a:lnTo>
                <a:lnTo>
                  <a:pt x="20320" y="6350"/>
                </a:lnTo>
                <a:close/>
              </a:path>
            </a:pathLst>
          </a:custGeom>
          <a:solidFill>
            <a:srgbClr val="991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5" name="object 945"/>
          <p:cNvSpPr txBox="1">
            <a:spLocks noGrp="1"/>
          </p:cNvSpPr>
          <p:nvPr>
            <p:ph type="title"/>
          </p:nvPr>
        </p:nvSpPr>
        <p:spPr>
          <a:xfrm>
            <a:off x="606193" y="581085"/>
            <a:ext cx="60242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32685" algn="l"/>
              </a:tabLst>
            </a:pPr>
            <a:r>
              <a:rPr b="1" spc="-5" dirty="0">
                <a:latin typeface="Times New Roman"/>
                <a:cs typeface="Times New Roman"/>
              </a:rPr>
              <a:t>Causes </a:t>
            </a:r>
            <a:r>
              <a:rPr b="1" dirty="0">
                <a:latin typeface="Times New Roman"/>
                <a:cs typeface="Times New Roman"/>
              </a:rPr>
              <a:t>of	</a:t>
            </a:r>
            <a:r>
              <a:rPr b="1" spc="-10" dirty="0">
                <a:latin typeface="Times New Roman"/>
                <a:cs typeface="Times New Roman"/>
              </a:rPr>
              <a:t>Land</a:t>
            </a:r>
            <a:r>
              <a:rPr b="1" spc="-9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Pollu</a:t>
            </a:r>
            <a:r>
              <a:rPr b="1" u="dbl" spc="-5" dirty="0">
                <a:uFill>
                  <a:solidFill>
                    <a:srgbClr val="FDEB93"/>
                  </a:solidFill>
                </a:uFill>
                <a:latin typeface="Times New Roman"/>
                <a:cs typeface="Times New Roman"/>
              </a:rPr>
              <a:t>tio</a:t>
            </a:r>
            <a:r>
              <a:rPr b="1" u="sng" spc="-5" dirty="0">
                <a:uFill>
                  <a:solidFill>
                    <a:srgbClr val="A85001"/>
                  </a:solidFill>
                </a:u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946" name="object 946"/>
          <p:cNvSpPr/>
          <p:nvPr/>
        </p:nvSpPr>
        <p:spPr>
          <a:xfrm>
            <a:off x="5150182" y="1850770"/>
            <a:ext cx="2245360" cy="36830"/>
          </a:xfrm>
          <a:custGeom>
            <a:avLst/>
            <a:gdLst/>
            <a:ahLst/>
            <a:cxnLst/>
            <a:rect l="l" t="t" r="r" b="b"/>
            <a:pathLst>
              <a:path w="2245359" h="36830">
                <a:moveTo>
                  <a:pt x="2245161" y="36575"/>
                </a:moveTo>
                <a:lnTo>
                  <a:pt x="0" y="36575"/>
                </a:lnTo>
                <a:lnTo>
                  <a:pt x="0" y="0"/>
                </a:lnTo>
                <a:lnTo>
                  <a:pt x="2245161" y="0"/>
                </a:lnTo>
                <a:lnTo>
                  <a:pt x="2245161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7" name="object 947"/>
          <p:cNvSpPr/>
          <p:nvPr/>
        </p:nvSpPr>
        <p:spPr>
          <a:xfrm>
            <a:off x="7496919" y="1850770"/>
            <a:ext cx="699770" cy="36830"/>
          </a:xfrm>
          <a:custGeom>
            <a:avLst/>
            <a:gdLst/>
            <a:ahLst/>
            <a:cxnLst/>
            <a:rect l="l" t="t" r="r" b="b"/>
            <a:pathLst>
              <a:path w="699770" h="36830">
                <a:moveTo>
                  <a:pt x="699524" y="36575"/>
                </a:moveTo>
                <a:lnTo>
                  <a:pt x="0" y="36575"/>
                </a:lnTo>
                <a:lnTo>
                  <a:pt x="0" y="0"/>
                </a:lnTo>
                <a:lnTo>
                  <a:pt x="699524" y="0"/>
                </a:lnTo>
                <a:lnTo>
                  <a:pt x="699524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8" name="object 948"/>
          <p:cNvSpPr/>
          <p:nvPr/>
        </p:nvSpPr>
        <p:spPr>
          <a:xfrm>
            <a:off x="2667944" y="2017393"/>
            <a:ext cx="451484" cy="36830"/>
          </a:xfrm>
          <a:custGeom>
            <a:avLst/>
            <a:gdLst/>
            <a:ahLst/>
            <a:cxnLst/>
            <a:rect l="l" t="t" r="r" b="b"/>
            <a:pathLst>
              <a:path w="451485" h="36830">
                <a:moveTo>
                  <a:pt x="451331" y="36575"/>
                </a:moveTo>
                <a:lnTo>
                  <a:pt x="0" y="36575"/>
                </a:lnTo>
                <a:lnTo>
                  <a:pt x="0" y="0"/>
                </a:lnTo>
                <a:lnTo>
                  <a:pt x="451331" y="0"/>
                </a:lnTo>
                <a:lnTo>
                  <a:pt x="451331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9" name="object 949"/>
          <p:cNvSpPr/>
          <p:nvPr/>
        </p:nvSpPr>
        <p:spPr>
          <a:xfrm>
            <a:off x="7395344" y="2017393"/>
            <a:ext cx="101600" cy="36830"/>
          </a:xfrm>
          <a:custGeom>
            <a:avLst/>
            <a:gdLst/>
            <a:ahLst/>
            <a:cxnLst/>
            <a:rect l="l" t="t" r="r" b="b"/>
            <a:pathLst>
              <a:path w="101600" h="36830">
                <a:moveTo>
                  <a:pt x="101574" y="36575"/>
                </a:moveTo>
                <a:lnTo>
                  <a:pt x="0" y="36575"/>
                </a:lnTo>
                <a:lnTo>
                  <a:pt x="0" y="0"/>
                </a:lnTo>
                <a:lnTo>
                  <a:pt x="101574" y="0"/>
                </a:lnTo>
                <a:lnTo>
                  <a:pt x="101574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0" name="object 950"/>
          <p:cNvSpPr/>
          <p:nvPr/>
        </p:nvSpPr>
        <p:spPr>
          <a:xfrm>
            <a:off x="901698" y="2412744"/>
            <a:ext cx="135890" cy="36830"/>
          </a:xfrm>
          <a:custGeom>
            <a:avLst/>
            <a:gdLst/>
            <a:ahLst/>
            <a:cxnLst/>
            <a:rect l="l" t="t" r="r" b="b"/>
            <a:pathLst>
              <a:path w="135890" h="36830">
                <a:moveTo>
                  <a:pt x="135302" y="36575"/>
                </a:moveTo>
                <a:lnTo>
                  <a:pt x="0" y="36575"/>
                </a:lnTo>
                <a:lnTo>
                  <a:pt x="0" y="0"/>
                </a:lnTo>
                <a:lnTo>
                  <a:pt x="135302" y="0"/>
                </a:lnTo>
                <a:lnTo>
                  <a:pt x="135302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1" name="object 951"/>
          <p:cNvSpPr/>
          <p:nvPr/>
        </p:nvSpPr>
        <p:spPr>
          <a:xfrm>
            <a:off x="3734094" y="2412744"/>
            <a:ext cx="586740" cy="36830"/>
          </a:xfrm>
          <a:custGeom>
            <a:avLst/>
            <a:gdLst/>
            <a:ahLst/>
            <a:cxnLst/>
            <a:rect l="l" t="t" r="r" b="b"/>
            <a:pathLst>
              <a:path w="586739" h="36830">
                <a:moveTo>
                  <a:pt x="586634" y="36575"/>
                </a:moveTo>
                <a:lnTo>
                  <a:pt x="0" y="36575"/>
                </a:lnTo>
                <a:lnTo>
                  <a:pt x="0" y="0"/>
                </a:lnTo>
                <a:lnTo>
                  <a:pt x="586634" y="0"/>
                </a:lnTo>
                <a:lnTo>
                  <a:pt x="586634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2" name="object 952"/>
          <p:cNvSpPr/>
          <p:nvPr/>
        </p:nvSpPr>
        <p:spPr>
          <a:xfrm>
            <a:off x="901698" y="2579364"/>
            <a:ext cx="564515" cy="36830"/>
          </a:xfrm>
          <a:custGeom>
            <a:avLst/>
            <a:gdLst/>
            <a:ahLst/>
            <a:cxnLst/>
            <a:rect l="l" t="t" r="r" b="b"/>
            <a:pathLst>
              <a:path w="564515" h="36830">
                <a:moveTo>
                  <a:pt x="564221" y="36575"/>
                </a:moveTo>
                <a:lnTo>
                  <a:pt x="0" y="36575"/>
                </a:lnTo>
                <a:lnTo>
                  <a:pt x="0" y="0"/>
                </a:lnTo>
                <a:lnTo>
                  <a:pt x="564221" y="0"/>
                </a:lnTo>
                <a:lnTo>
                  <a:pt x="564221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3" name="object 953"/>
          <p:cNvSpPr/>
          <p:nvPr/>
        </p:nvSpPr>
        <p:spPr>
          <a:xfrm>
            <a:off x="1385563" y="4128126"/>
            <a:ext cx="304800" cy="36830"/>
          </a:xfrm>
          <a:custGeom>
            <a:avLst/>
            <a:gdLst/>
            <a:ahLst/>
            <a:cxnLst/>
            <a:rect l="l" t="t" r="r" b="b"/>
            <a:pathLst>
              <a:path w="304800" h="36829">
                <a:moveTo>
                  <a:pt x="304722" y="36575"/>
                </a:moveTo>
                <a:lnTo>
                  <a:pt x="0" y="36575"/>
                </a:lnTo>
                <a:lnTo>
                  <a:pt x="0" y="0"/>
                </a:lnTo>
                <a:lnTo>
                  <a:pt x="304722" y="0"/>
                </a:lnTo>
                <a:lnTo>
                  <a:pt x="304722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4" name="object 954"/>
          <p:cNvSpPr/>
          <p:nvPr/>
        </p:nvSpPr>
        <p:spPr>
          <a:xfrm>
            <a:off x="808987" y="4513955"/>
            <a:ext cx="237490" cy="36830"/>
          </a:xfrm>
          <a:custGeom>
            <a:avLst/>
            <a:gdLst/>
            <a:ahLst/>
            <a:cxnLst/>
            <a:rect l="l" t="t" r="r" b="b"/>
            <a:pathLst>
              <a:path w="237490" h="36829">
                <a:moveTo>
                  <a:pt x="236875" y="36575"/>
                </a:moveTo>
                <a:lnTo>
                  <a:pt x="0" y="36575"/>
                </a:lnTo>
                <a:lnTo>
                  <a:pt x="0" y="0"/>
                </a:lnTo>
                <a:lnTo>
                  <a:pt x="236875" y="0"/>
                </a:lnTo>
                <a:lnTo>
                  <a:pt x="236875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5" name="object 955"/>
          <p:cNvSpPr txBox="1"/>
          <p:nvPr/>
        </p:nvSpPr>
        <p:spPr>
          <a:xfrm>
            <a:off x="19672" y="2679077"/>
            <a:ext cx="8209280" cy="3270767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685"/>
              </a:spcBef>
            </a:pPr>
            <a:r>
              <a:rPr sz="3200" spc="-5" dirty="0">
                <a:latin typeface="Times New Roman"/>
                <a:cs typeface="Times New Roman"/>
              </a:rPr>
              <a:t>We </a:t>
            </a:r>
            <a:r>
              <a:rPr sz="3200" spc="-10" dirty="0">
                <a:latin typeface="Times New Roman"/>
                <a:cs typeface="Times New Roman"/>
              </a:rPr>
              <a:t>can class</a:t>
            </a:r>
            <a:r>
              <a:rPr sz="3200" spc="-10" dirty="0">
                <a:uFill>
                  <a:solidFill>
                    <a:srgbClr val="A54B01"/>
                  </a:solidFill>
                </a:uFill>
                <a:latin typeface="Times New Roman"/>
                <a:cs typeface="Times New Roman"/>
              </a:rPr>
              <a:t>ify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major </a:t>
            </a:r>
            <a:r>
              <a:rPr sz="3200" spc="-5" dirty="0">
                <a:latin typeface="Times New Roman"/>
                <a:cs typeface="Times New Roman"/>
              </a:rPr>
              <a:t>sources </a:t>
            </a:r>
            <a:r>
              <a:rPr sz="3200" spc="-10" dirty="0">
                <a:uFill>
                  <a:solidFill>
                    <a:srgbClr val="A84601"/>
                  </a:solidFill>
                </a:uFill>
                <a:latin typeface="Times New Roman"/>
                <a:cs typeface="Times New Roman"/>
              </a:rPr>
              <a:t>tha</a:t>
            </a:r>
            <a:r>
              <a:rPr sz="3200" spc="-10" dirty="0">
                <a:latin typeface="Times New Roman"/>
                <a:cs typeface="Times New Roman"/>
              </a:rPr>
              <a:t>t lead </a:t>
            </a:r>
            <a:r>
              <a:rPr sz="3200" spc="-185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5" dirty="0">
                <a:uFill>
                  <a:solidFill>
                    <a:srgbClr val="A84601"/>
                  </a:solidFill>
                </a:uFill>
                <a:latin typeface="Times New Roman"/>
                <a:cs typeface="Times New Roman"/>
              </a:rPr>
              <a:t>la</a:t>
            </a:r>
            <a:r>
              <a:rPr sz="3200" spc="-5" dirty="0">
                <a:latin typeface="Times New Roman"/>
                <a:cs typeface="Times New Roman"/>
              </a:rPr>
              <a:t>nd</a:t>
            </a:r>
            <a:endParaRPr sz="3200" dirty="0">
              <a:latin typeface="Times New Roman"/>
              <a:cs typeface="Times New Roman"/>
            </a:endParaRPr>
          </a:p>
          <a:p>
            <a:pPr marL="63500">
              <a:lnSpc>
                <a:spcPts val="3670"/>
              </a:lnSpc>
              <a:spcBef>
                <a:spcPts val="585"/>
              </a:spcBef>
              <a:tabLst>
                <a:tab pos="371475" algn="l"/>
                <a:tab pos="869315" algn="l"/>
              </a:tabLst>
            </a:pPr>
            <a:r>
              <a:rPr lang="en-IN" sz="3200" dirty="0">
                <a:uFill>
                  <a:solidFill>
                    <a:srgbClr val="A54901"/>
                  </a:solidFill>
                </a:uFill>
                <a:latin typeface="Times New Roman"/>
                <a:cs typeface="Times New Roman"/>
              </a:rPr>
              <a:t>        </a:t>
            </a:r>
            <a:r>
              <a:rPr sz="3200" dirty="0">
                <a:latin typeface="Times New Roman"/>
                <a:cs typeface="Times New Roman"/>
              </a:rPr>
              <a:t>following</a:t>
            </a:r>
            <a:r>
              <a:rPr sz="3200" spc="-5" dirty="0">
                <a:latin typeface="Times New Roman"/>
                <a:cs typeface="Times New Roman"/>
              </a:rPr>
              <a:t> Cate</a:t>
            </a:r>
            <a:r>
              <a:rPr sz="3200" spc="-5" dirty="0">
                <a:uFill>
                  <a:solidFill>
                    <a:srgbClr val="AC4D01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200" spc="-5" dirty="0">
                <a:latin typeface="Times New Roman"/>
                <a:cs typeface="Times New Roman"/>
              </a:rPr>
              <a:t>ories</a:t>
            </a:r>
            <a:endParaRPr sz="3200" dirty="0">
              <a:latin typeface="Times New Roman"/>
              <a:cs typeface="Times New Roman"/>
            </a:endParaRPr>
          </a:p>
          <a:p>
            <a:pPr marL="857250" indent="-367030">
              <a:lnSpc>
                <a:spcPts val="3670"/>
              </a:lnSpc>
              <a:buClr>
                <a:srgbClr val="FFFFCC"/>
              </a:buClr>
              <a:buSzPct val="59375"/>
              <a:buFont typeface="Arial"/>
              <a:buChar char="■"/>
              <a:tabLst>
                <a:tab pos="856615" algn="l"/>
                <a:tab pos="857250" algn="l"/>
                <a:tab pos="4812665" algn="l"/>
                <a:tab pos="5343525" algn="l"/>
              </a:tabLst>
            </a:pPr>
            <a:r>
              <a:rPr sz="3200" spc="-5" dirty="0">
                <a:latin typeface="Times New Roman"/>
                <a:cs typeface="Times New Roman"/>
              </a:rPr>
              <a:t>Mining </a:t>
            </a:r>
            <a:r>
              <a:rPr sz="3200" spc="-10" dirty="0">
                <a:latin typeface="Times New Roman"/>
                <a:cs typeface="Times New Roman"/>
              </a:rPr>
              <a:t>and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qua</a:t>
            </a:r>
            <a:r>
              <a:rPr sz="3200" dirty="0">
                <a:uFill>
                  <a:solidFill>
                    <a:srgbClr val="9C38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rying	</a:t>
            </a:r>
            <a:r>
              <a:rPr sz="3200" dirty="0">
                <a:uFill>
                  <a:solidFill>
                    <a:srgbClr val="9C38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spc="-380" dirty="0">
                <a:latin typeface="Times New Roman"/>
                <a:cs typeface="Times New Roman"/>
              </a:rPr>
              <a:t> </a:t>
            </a:r>
            <a:r>
              <a:rPr sz="3200" dirty="0">
                <a:uFill>
                  <a:solidFill>
                    <a:srgbClr val="9E3B00"/>
                  </a:solidFill>
                </a:uFill>
                <a:latin typeface="Times New Roman"/>
                <a:cs typeface="Times New Roman"/>
              </a:rPr>
              <a:t> 	 </a:t>
            </a:r>
            <a:r>
              <a:rPr sz="3200" spc="-170" dirty="0">
                <a:uFill>
                  <a:solidFill>
                    <a:srgbClr val="9E3B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dirty="0">
                <a:uFill>
                  <a:solidFill>
                    <a:srgbClr val="9E3B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spc="40" dirty="0">
                <a:uFill>
                  <a:solidFill>
                    <a:srgbClr val="9E3B00"/>
                  </a:solidFill>
                </a:uFill>
                <a:latin typeface="Times New Roman"/>
                <a:cs typeface="Times New Roman"/>
              </a:rPr>
              <a:t> </a:t>
            </a:r>
            <a:endParaRPr sz="3200" dirty="0">
              <a:latin typeface="Times New Roman"/>
              <a:cs typeface="Times New Roman"/>
            </a:endParaRPr>
          </a:p>
          <a:p>
            <a:pPr marL="857250" indent="-342265">
              <a:lnSpc>
                <a:spcPct val="100000"/>
              </a:lnSpc>
              <a:spcBef>
                <a:spcPts val="490"/>
              </a:spcBef>
              <a:buClr>
                <a:srgbClr val="FFFFCC"/>
              </a:buClr>
              <a:buSzPct val="59375"/>
              <a:buFont typeface="Noto Sans Symbols"/>
              <a:buChar char="■"/>
              <a:tabLst>
                <a:tab pos="856615" algn="l"/>
                <a:tab pos="857250" algn="l"/>
              </a:tabLst>
            </a:pPr>
            <a:r>
              <a:rPr sz="3200" spc="-5" dirty="0">
                <a:latin typeface="Times New Roman"/>
                <a:cs typeface="Times New Roman"/>
              </a:rPr>
              <a:t>Sewag</a:t>
            </a:r>
            <a:r>
              <a:rPr sz="3200" spc="-5" dirty="0">
                <a:uFill>
                  <a:solidFill>
                    <a:srgbClr val="AC4D01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3200" spc="-5" dirty="0">
                <a:latin typeface="Times New Roman"/>
                <a:cs typeface="Times New Roman"/>
              </a:rPr>
              <a:t> waste</a:t>
            </a:r>
            <a:endParaRPr sz="3200" dirty="0">
              <a:latin typeface="Times New Roman"/>
              <a:cs typeface="Times New Roman"/>
            </a:endParaRPr>
          </a:p>
          <a:p>
            <a:pPr marL="857250" indent="-342265">
              <a:lnSpc>
                <a:spcPct val="100000"/>
              </a:lnSpc>
              <a:spcBef>
                <a:spcPts val="525"/>
              </a:spcBef>
              <a:buClr>
                <a:srgbClr val="FFFFCC"/>
              </a:buClr>
              <a:buSzPct val="59375"/>
              <a:buFont typeface="Noto Sans Symbols"/>
              <a:buChar char="■"/>
              <a:tabLst>
                <a:tab pos="856615" algn="l"/>
                <a:tab pos="857250" algn="l"/>
              </a:tabLst>
            </a:pPr>
            <a:r>
              <a:rPr sz="3200" spc="-5" dirty="0">
                <a:latin typeface="Times New Roman"/>
                <a:cs typeface="Times New Roman"/>
              </a:rPr>
              <a:t>Ho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dirty="0">
                <a:uFill>
                  <a:solidFill>
                    <a:srgbClr val="B15202"/>
                  </a:solidFill>
                </a:uFill>
                <a:latin typeface="Times New Roman"/>
                <a:cs typeface="Times New Roman"/>
              </a:rPr>
              <a:t>hol</a:t>
            </a:r>
            <a:r>
              <a:rPr sz="3200" dirty="0">
                <a:latin typeface="Times New Roman"/>
                <a:cs typeface="Times New Roman"/>
              </a:rPr>
              <a:t>d</a:t>
            </a:r>
            <a:r>
              <a:rPr sz="3200" spc="-5" dirty="0">
                <a:latin typeface="Times New Roman"/>
                <a:cs typeface="Times New Roman"/>
              </a:rPr>
              <a:t> Garbage</a:t>
            </a:r>
            <a:endParaRPr sz="3200" dirty="0">
              <a:latin typeface="Times New Roman"/>
              <a:cs typeface="Times New Roman"/>
            </a:endParaRPr>
          </a:p>
          <a:p>
            <a:pPr marL="490221">
              <a:lnSpc>
                <a:spcPts val="3829"/>
              </a:lnSpc>
              <a:spcBef>
                <a:spcPts val="509"/>
              </a:spcBef>
              <a:tabLst>
                <a:tab pos="742950" algn="l"/>
              </a:tabLst>
            </a:pPr>
            <a:r>
              <a:rPr lang="en-IN" sz="1900" dirty="0">
                <a:uFill>
                  <a:solidFill>
                    <a:srgbClr val="AE5B02"/>
                  </a:solidFill>
                </a:uFill>
                <a:latin typeface="Arial"/>
                <a:cs typeface="Arial"/>
              </a:rPr>
              <a:t>      </a:t>
            </a:r>
            <a:r>
              <a:rPr sz="3200" dirty="0">
                <a:uFill>
                  <a:solidFill>
                    <a:srgbClr val="AE5B02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dirty="0">
                <a:uFill>
                  <a:solidFill>
                    <a:srgbClr val="AF5002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u</a:t>
            </a:r>
            <a:r>
              <a:rPr sz="3200" dirty="0">
                <a:uFill>
                  <a:solidFill>
                    <a:srgbClr val="B35602"/>
                  </a:solidFill>
                </a:uFill>
                <a:latin typeface="Times New Roman"/>
                <a:cs typeface="Times New Roman"/>
              </a:rPr>
              <a:t>st</a:t>
            </a:r>
            <a:r>
              <a:rPr sz="3200" dirty="0">
                <a:latin typeface="Times New Roman"/>
                <a:cs typeface="Times New Roman"/>
              </a:rPr>
              <a:t>rial</a:t>
            </a:r>
            <a:r>
              <a:rPr lang="en-IN"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</a:t>
            </a:r>
            <a:r>
              <a:rPr sz="3200" spc="-5" dirty="0">
                <a:uFill>
                  <a:solidFill>
                    <a:srgbClr val="B35602"/>
                  </a:solidFill>
                </a:uFill>
                <a:latin typeface="Times New Roman"/>
                <a:cs typeface="Times New Roman"/>
              </a:rPr>
              <a:t>as</a:t>
            </a:r>
            <a:r>
              <a:rPr sz="3200" spc="-5" dirty="0">
                <a:latin typeface="Times New Roman"/>
                <a:cs typeface="Times New Roman"/>
              </a:rPr>
              <a:t>te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object 744"/>
          <p:cNvSpPr txBox="1">
            <a:spLocks noGrp="1"/>
          </p:cNvSpPr>
          <p:nvPr>
            <p:ph type="title"/>
          </p:nvPr>
        </p:nvSpPr>
        <p:spPr>
          <a:xfrm>
            <a:off x="1750053" y="440561"/>
            <a:ext cx="57778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1130" algn="l"/>
              </a:tabLst>
            </a:pPr>
            <a:r>
              <a:rPr b="1" spc="-10" dirty="0">
                <a:latin typeface="Times New Roman"/>
                <a:cs typeface="Times New Roman"/>
              </a:rPr>
              <a:t>Land	</a:t>
            </a:r>
            <a:r>
              <a:rPr b="1" spc="-5" dirty="0">
                <a:latin typeface="Times New Roman"/>
                <a:cs typeface="Times New Roman"/>
              </a:rPr>
              <a:t>pollution pictu</a:t>
            </a:r>
            <a:r>
              <a:rPr b="1" spc="-5" dirty="0">
                <a:uFill>
                  <a:solidFill>
                    <a:srgbClr val="FDEB93"/>
                  </a:solidFill>
                </a:uFill>
                <a:latin typeface="Times New Roman"/>
                <a:cs typeface="Times New Roman"/>
              </a:rPr>
              <a:t>res</a:t>
            </a:r>
          </a:p>
        </p:txBody>
      </p:sp>
      <p:sp>
        <p:nvSpPr>
          <p:cNvPr id="746" name="object 746"/>
          <p:cNvSpPr/>
          <p:nvPr/>
        </p:nvSpPr>
        <p:spPr>
          <a:xfrm>
            <a:off x="1403347" y="1413507"/>
            <a:ext cx="6685261" cy="5017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/>
          <p:cNvSpPr txBox="1">
            <a:spLocks noGrp="1"/>
          </p:cNvSpPr>
          <p:nvPr>
            <p:ph type="title"/>
          </p:nvPr>
        </p:nvSpPr>
        <p:spPr>
          <a:xfrm>
            <a:off x="534667" y="422914"/>
            <a:ext cx="7847333" cy="7607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  <a:tabLst>
                <a:tab pos="3199765" algn="l"/>
              </a:tabLst>
            </a:pPr>
            <a:r>
              <a:rPr spc="-5" dirty="0">
                <a:latin typeface="Arial Black"/>
                <a:cs typeface="Arial Black"/>
              </a:rPr>
              <a:t>Effect</a:t>
            </a:r>
            <a:r>
              <a:rPr dirty="0">
                <a:latin typeface="Arial Black"/>
                <a:cs typeface="Arial Black"/>
              </a:rPr>
              <a:t>s</a:t>
            </a:r>
            <a:r>
              <a:rPr spc="-68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o</a:t>
            </a:r>
            <a:r>
              <a:rPr dirty="0">
                <a:latin typeface="Arial Black"/>
                <a:cs typeface="Arial Black"/>
              </a:rPr>
              <a:t>f	</a:t>
            </a:r>
            <a:r>
              <a:rPr spc="-10" dirty="0">
                <a:latin typeface="Arial Black"/>
                <a:cs typeface="Arial Black"/>
              </a:rPr>
              <a:t>Land  </a:t>
            </a:r>
            <a:r>
              <a:rPr spc="-5" dirty="0">
                <a:latin typeface="Arial Black"/>
                <a:cs typeface="Arial Black"/>
              </a:rPr>
              <a:t>Pollution</a:t>
            </a:r>
          </a:p>
        </p:txBody>
      </p:sp>
      <p:sp>
        <p:nvSpPr>
          <p:cNvPr id="118" name="object 118"/>
          <p:cNvSpPr txBox="1"/>
          <p:nvPr/>
        </p:nvSpPr>
        <p:spPr>
          <a:xfrm>
            <a:off x="973765" y="1810641"/>
            <a:ext cx="7614920" cy="22606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4640" indent="-282575">
              <a:lnSpc>
                <a:spcPct val="100000"/>
              </a:lnSpc>
              <a:spcBef>
                <a:spcPts val="635"/>
              </a:spcBef>
              <a:buFont typeface="Noto Sans Symbols"/>
              <a:buChar char="▪"/>
              <a:tabLst>
                <a:tab pos="295275" algn="l"/>
              </a:tabLst>
            </a:pPr>
            <a:r>
              <a:rPr sz="3200" spc="-10" dirty="0">
                <a:latin typeface="Arial"/>
                <a:cs typeface="Arial"/>
              </a:rPr>
              <a:t>The </a:t>
            </a:r>
            <a:r>
              <a:rPr sz="3200" spc="-5" dirty="0">
                <a:latin typeface="Arial"/>
                <a:cs typeface="Arial"/>
              </a:rPr>
              <a:t>Land Cannot be </a:t>
            </a:r>
            <a:r>
              <a:rPr sz="3200" dirty="0">
                <a:latin typeface="Arial"/>
                <a:cs typeface="Arial"/>
              </a:rPr>
              <a:t>construct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house</a:t>
            </a:r>
            <a:endParaRPr sz="3200" dirty="0">
              <a:latin typeface="Arial"/>
              <a:cs typeface="Arial"/>
            </a:endParaRPr>
          </a:p>
          <a:p>
            <a:pPr marL="294640" indent="-282575">
              <a:lnSpc>
                <a:spcPct val="100000"/>
              </a:lnSpc>
              <a:spcBef>
                <a:spcPts val="535"/>
              </a:spcBef>
              <a:buFont typeface="Noto Sans Symbols"/>
              <a:buChar char="▪"/>
              <a:tabLst>
                <a:tab pos="295275" algn="l"/>
              </a:tabLst>
            </a:pPr>
            <a:r>
              <a:rPr sz="3200" dirty="0">
                <a:latin typeface="Arial"/>
                <a:cs typeface="Arial"/>
              </a:rPr>
              <a:t>Man cannot </a:t>
            </a:r>
            <a:r>
              <a:rPr sz="3200" spc="-5" dirty="0">
                <a:latin typeface="Arial"/>
                <a:cs typeface="Arial"/>
              </a:rPr>
              <a:t>be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farming</a:t>
            </a:r>
            <a:endParaRPr sz="3200" dirty="0">
              <a:latin typeface="Arial"/>
              <a:cs typeface="Arial"/>
            </a:endParaRPr>
          </a:p>
          <a:p>
            <a:pPr marL="294640" indent="-282575">
              <a:lnSpc>
                <a:spcPct val="100000"/>
              </a:lnSpc>
              <a:spcBef>
                <a:spcPts val="585"/>
              </a:spcBef>
              <a:buFont typeface="Noto Sans Symbols"/>
              <a:buChar char="▪"/>
              <a:tabLst>
                <a:tab pos="295275" algn="l"/>
              </a:tabLst>
            </a:pPr>
            <a:r>
              <a:rPr sz="3200" spc="-10" dirty="0">
                <a:latin typeface="Arial"/>
                <a:cs typeface="Arial"/>
              </a:rPr>
              <a:t>Ground </a:t>
            </a:r>
            <a:r>
              <a:rPr sz="3200" spc="-5" dirty="0">
                <a:latin typeface="Arial"/>
                <a:cs typeface="Arial"/>
              </a:rPr>
              <a:t>water will gets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Affected</a:t>
            </a:r>
            <a:endParaRPr sz="3200" dirty="0">
              <a:latin typeface="Arial"/>
              <a:cs typeface="Arial"/>
            </a:endParaRPr>
          </a:p>
          <a:p>
            <a:pPr marL="294640" indent="-282575">
              <a:lnSpc>
                <a:spcPct val="100000"/>
              </a:lnSpc>
              <a:spcBef>
                <a:spcPts val="585"/>
              </a:spcBef>
              <a:buFont typeface="Noto Sans Symbols"/>
              <a:buChar char="▪"/>
              <a:tabLst>
                <a:tab pos="295275" algn="l"/>
              </a:tabLst>
            </a:pPr>
            <a:r>
              <a:rPr sz="3200" spc="-5" dirty="0">
                <a:latin typeface="Arial"/>
                <a:cs typeface="Arial"/>
              </a:rPr>
              <a:t>House hold </a:t>
            </a:r>
            <a:r>
              <a:rPr sz="3200" spc="-10" dirty="0">
                <a:latin typeface="Arial"/>
                <a:cs typeface="Arial"/>
              </a:rPr>
              <a:t>Garbage </a:t>
            </a:r>
            <a:r>
              <a:rPr sz="3200" spc="-5" dirty="0">
                <a:latin typeface="Arial"/>
                <a:cs typeface="Arial"/>
              </a:rPr>
              <a:t>like putting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Plastics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object 317"/>
          <p:cNvSpPr txBox="1">
            <a:spLocks noGrp="1"/>
          </p:cNvSpPr>
          <p:nvPr>
            <p:ph type="title"/>
          </p:nvPr>
        </p:nvSpPr>
        <p:spPr>
          <a:xfrm>
            <a:off x="1060444" y="441831"/>
            <a:ext cx="69126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Prevention of Land</a:t>
            </a:r>
            <a:r>
              <a:rPr spc="-805" dirty="0"/>
              <a:t> </a:t>
            </a:r>
            <a:r>
              <a:rPr spc="-5" dirty="0"/>
              <a:t>Pollution</a:t>
            </a:r>
          </a:p>
        </p:txBody>
      </p:sp>
      <p:sp>
        <p:nvSpPr>
          <p:cNvPr id="318" name="object 318"/>
          <p:cNvSpPr txBox="1"/>
          <p:nvPr/>
        </p:nvSpPr>
        <p:spPr>
          <a:xfrm>
            <a:off x="595622" y="1654422"/>
            <a:ext cx="7305675" cy="47802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93370" marR="5080" indent="-280670">
              <a:lnSpc>
                <a:spcPct val="101600"/>
              </a:lnSpc>
              <a:spcBef>
                <a:spcPts val="35"/>
              </a:spcBef>
              <a:buChar char="•"/>
              <a:tabLst>
                <a:tab pos="293370" algn="l"/>
              </a:tabLst>
            </a:pPr>
            <a:r>
              <a:rPr sz="3200" dirty="0">
                <a:latin typeface="Arial"/>
                <a:cs typeface="Arial"/>
              </a:rPr>
              <a:t>More </a:t>
            </a:r>
            <a:r>
              <a:rPr sz="3200" spc="-5" dirty="0">
                <a:latin typeface="Arial"/>
                <a:cs typeface="Arial"/>
              </a:rPr>
              <a:t>and </a:t>
            </a:r>
            <a:r>
              <a:rPr sz="3200" dirty="0">
                <a:latin typeface="Arial"/>
                <a:cs typeface="Arial"/>
              </a:rPr>
              <a:t>more </a:t>
            </a:r>
            <a:r>
              <a:rPr sz="3200" spc="-5" dirty="0">
                <a:latin typeface="Arial"/>
                <a:cs typeface="Arial"/>
              </a:rPr>
              <a:t>land </a:t>
            </a:r>
            <a:r>
              <a:rPr sz="3200" dirty="0">
                <a:latin typeface="Arial"/>
                <a:cs typeface="Arial"/>
              </a:rPr>
              <a:t>should </a:t>
            </a:r>
            <a:r>
              <a:rPr sz="3200" spc="-5" dirty="0">
                <a:latin typeface="Arial"/>
                <a:cs typeface="Arial"/>
              </a:rPr>
              <a:t>be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brought  under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farming</a:t>
            </a:r>
            <a:endParaRPr sz="3200">
              <a:latin typeface="Arial"/>
              <a:cs typeface="Arial"/>
            </a:endParaRPr>
          </a:p>
          <a:p>
            <a:pPr marL="293370" indent="-280670">
              <a:lnSpc>
                <a:spcPct val="100000"/>
              </a:lnSpc>
              <a:spcBef>
                <a:spcPts val="245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Trees </a:t>
            </a:r>
            <a:r>
              <a:rPr sz="3200" dirty="0">
                <a:latin typeface="Arial"/>
                <a:cs typeface="Arial"/>
              </a:rPr>
              <a:t>should </a:t>
            </a:r>
            <a:r>
              <a:rPr sz="3200" spc="-5" dirty="0">
                <a:latin typeface="Arial"/>
                <a:cs typeface="Arial"/>
              </a:rPr>
              <a:t>be planted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everywhere.</a:t>
            </a:r>
            <a:endParaRPr sz="3200">
              <a:latin typeface="Arial"/>
              <a:cs typeface="Arial"/>
            </a:endParaRPr>
          </a:p>
          <a:p>
            <a:pPr marL="293370" marR="979169" indent="-280670">
              <a:lnSpc>
                <a:spcPct val="100000"/>
              </a:lnSpc>
              <a:spcBef>
                <a:spcPts val="830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Waste </a:t>
            </a:r>
            <a:r>
              <a:rPr sz="3200" dirty="0">
                <a:latin typeface="Arial"/>
                <a:cs typeface="Arial"/>
              </a:rPr>
              <a:t>matter should </a:t>
            </a:r>
            <a:r>
              <a:rPr sz="3200" spc="-5" dirty="0">
                <a:latin typeface="Arial"/>
                <a:cs typeface="Arial"/>
              </a:rPr>
              <a:t>be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disposed  immediately</a:t>
            </a:r>
            <a:endParaRPr sz="3200">
              <a:latin typeface="Arial"/>
              <a:cs typeface="Arial"/>
            </a:endParaRPr>
          </a:p>
          <a:p>
            <a:pPr marL="293370" marR="1390650" indent="-280670">
              <a:lnSpc>
                <a:spcPct val="100000"/>
              </a:lnSpc>
              <a:spcBef>
                <a:spcPts val="875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Avoid </a:t>
            </a:r>
            <a:r>
              <a:rPr sz="3200" spc="-5" dirty="0">
                <a:latin typeface="Arial"/>
                <a:cs typeface="Arial"/>
              </a:rPr>
              <a:t>drilling </a:t>
            </a:r>
            <a:r>
              <a:rPr sz="3200" spc="-10" dirty="0">
                <a:latin typeface="Arial"/>
                <a:cs typeface="Arial"/>
              </a:rPr>
              <a:t>the </a:t>
            </a:r>
            <a:r>
              <a:rPr sz="3200" spc="-5" dirty="0">
                <a:latin typeface="Arial"/>
                <a:cs typeface="Arial"/>
              </a:rPr>
              <a:t>Land </a:t>
            </a:r>
            <a:r>
              <a:rPr sz="3200" spc="-10" dirty="0">
                <a:latin typeface="Arial"/>
                <a:cs typeface="Arial"/>
              </a:rPr>
              <a:t>for </a:t>
            </a:r>
            <a:r>
              <a:rPr sz="3200" dirty="0">
                <a:latin typeface="Arial"/>
                <a:cs typeface="Arial"/>
              </a:rPr>
              <a:t>more  </a:t>
            </a:r>
            <a:r>
              <a:rPr sz="3200" spc="-5" dirty="0">
                <a:latin typeface="Arial"/>
                <a:cs typeface="Arial"/>
              </a:rPr>
              <a:t>underground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water.</a:t>
            </a:r>
            <a:endParaRPr sz="3200">
              <a:latin typeface="Arial"/>
              <a:cs typeface="Arial"/>
            </a:endParaRPr>
          </a:p>
          <a:p>
            <a:pPr marL="293370" marR="1348740" indent="-280670">
              <a:lnSpc>
                <a:spcPct val="100000"/>
              </a:lnSpc>
              <a:spcBef>
                <a:spcPts val="880"/>
              </a:spcBef>
              <a:buChar char="•"/>
              <a:tabLst>
                <a:tab pos="293370" algn="l"/>
              </a:tabLst>
            </a:pPr>
            <a:r>
              <a:rPr sz="3200" spc="-10" dirty="0">
                <a:latin typeface="Arial"/>
                <a:cs typeface="Arial"/>
              </a:rPr>
              <a:t>Avoid </a:t>
            </a:r>
            <a:r>
              <a:rPr sz="3200" spc="-5" dirty="0">
                <a:latin typeface="Arial"/>
                <a:cs typeface="Arial"/>
              </a:rPr>
              <a:t>using </a:t>
            </a:r>
            <a:r>
              <a:rPr sz="3200" dirty="0">
                <a:latin typeface="Arial"/>
                <a:cs typeface="Arial"/>
              </a:rPr>
              <a:t>more </a:t>
            </a:r>
            <a:r>
              <a:rPr sz="3200" spc="-10" dirty="0">
                <a:latin typeface="Arial"/>
                <a:cs typeface="Arial"/>
              </a:rPr>
              <a:t>fertilizers </a:t>
            </a:r>
            <a:r>
              <a:rPr sz="3200" spc="-5" dirty="0">
                <a:latin typeface="Arial"/>
                <a:cs typeface="Arial"/>
              </a:rPr>
              <a:t>and  Pesticides.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88607" y="1602390"/>
            <a:ext cx="7409180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915" marR="5080" indent="-69850">
              <a:lnSpc>
                <a:spcPct val="119000"/>
              </a:lnSpc>
              <a:spcBef>
                <a:spcPts val="95"/>
              </a:spcBef>
            </a:pPr>
            <a:r>
              <a:rPr sz="2000" b="1" spc="-5" dirty="0">
                <a:latin typeface="Trebuchet MS"/>
                <a:cs typeface="Trebuchet MS"/>
              </a:rPr>
              <a:t>Dam is </a:t>
            </a:r>
            <a:r>
              <a:rPr sz="2000" b="1" dirty="0">
                <a:latin typeface="Trebuchet MS"/>
                <a:cs typeface="Trebuchet MS"/>
              </a:rPr>
              <a:t>a </a:t>
            </a:r>
            <a:r>
              <a:rPr sz="2000" b="1" spc="-5" dirty="0">
                <a:latin typeface="Trebuchet MS"/>
                <a:cs typeface="Trebuchet MS"/>
              </a:rPr>
              <a:t>solid barrier constructed at </a:t>
            </a:r>
            <a:r>
              <a:rPr sz="2000" b="1" dirty="0">
                <a:latin typeface="Trebuchet MS"/>
                <a:cs typeface="Trebuchet MS"/>
              </a:rPr>
              <a:t>a </a:t>
            </a:r>
            <a:r>
              <a:rPr sz="2000" b="1" spc="-5" dirty="0">
                <a:latin typeface="Trebuchet MS"/>
                <a:cs typeface="Trebuchet MS"/>
              </a:rPr>
              <a:t>suitable location across  </a:t>
            </a:r>
            <a:r>
              <a:rPr sz="2000" b="1" dirty="0">
                <a:latin typeface="Trebuchet MS"/>
                <a:cs typeface="Trebuchet MS"/>
              </a:rPr>
              <a:t>a </a:t>
            </a:r>
            <a:r>
              <a:rPr sz="2000" b="1" spc="-5" dirty="0">
                <a:latin typeface="Trebuchet MS"/>
                <a:cs typeface="Trebuchet MS"/>
              </a:rPr>
              <a:t>river valley to store flowing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water</a:t>
            </a:r>
            <a:r>
              <a:rPr sz="2000" dirty="0"/>
              <a:t>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03" y="2661911"/>
            <a:ext cx="4556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"/>
                <a:cs typeface="Arial"/>
              </a:rPr>
              <a:t>Storage of water is utilized for following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objectives: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8607" y="3554189"/>
            <a:ext cx="6737984" cy="186626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760"/>
              </a:spcBef>
              <a:buClr>
                <a:srgbClr val="2BA1BD"/>
              </a:buClr>
              <a:buSzPct val="67500"/>
              <a:buFont typeface="Noto Sans Symbols"/>
              <a:buChar char="❑"/>
              <a:tabLst>
                <a:tab pos="363220" algn="l"/>
                <a:tab pos="363855" algn="l"/>
              </a:tabLst>
            </a:pPr>
            <a:r>
              <a:rPr sz="2000" b="1" spc="-5" dirty="0">
                <a:latin typeface="Comic Sans MS"/>
                <a:cs typeface="Comic Sans MS"/>
              </a:rPr>
              <a:t>Hydropower</a:t>
            </a:r>
            <a:endParaRPr sz="2000">
              <a:latin typeface="Comic Sans MS"/>
              <a:cs typeface="Comic Sans MS"/>
            </a:endParaRPr>
          </a:p>
          <a:p>
            <a:pPr marL="434975" indent="-422909">
              <a:lnSpc>
                <a:spcPct val="100000"/>
              </a:lnSpc>
              <a:spcBef>
                <a:spcPts val="660"/>
              </a:spcBef>
              <a:buClr>
                <a:srgbClr val="2BA1BD"/>
              </a:buClr>
              <a:buSzPct val="67500"/>
              <a:buFont typeface="Noto Sans Symbols"/>
              <a:buChar char="❑"/>
              <a:tabLst>
                <a:tab pos="434975" algn="l"/>
                <a:tab pos="435609" algn="l"/>
              </a:tabLst>
            </a:pPr>
            <a:r>
              <a:rPr sz="2000" b="1" spc="-5" dirty="0">
                <a:latin typeface="Comic Sans MS"/>
                <a:cs typeface="Comic Sans MS"/>
              </a:rPr>
              <a:t>Irrigation</a:t>
            </a:r>
            <a:endParaRPr sz="2000">
              <a:latin typeface="Comic Sans MS"/>
              <a:cs typeface="Comic Sans MS"/>
            </a:endParaRPr>
          </a:p>
          <a:p>
            <a:pPr marL="434975" indent="-422909">
              <a:lnSpc>
                <a:spcPct val="100000"/>
              </a:lnSpc>
              <a:spcBef>
                <a:spcPts val="409"/>
              </a:spcBef>
              <a:buClr>
                <a:srgbClr val="2BA1BD"/>
              </a:buClr>
              <a:buSzPct val="67500"/>
              <a:buFont typeface="Noto Sans Symbols"/>
              <a:buChar char="❑"/>
              <a:tabLst>
                <a:tab pos="434975" algn="l"/>
                <a:tab pos="435609" algn="l"/>
              </a:tabLst>
            </a:pPr>
            <a:r>
              <a:rPr sz="2000" b="1" spc="-5" dirty="0">
                <a:latin typeface="Comic Sans MS"/>
                <a:cs typeface="Comic Sans MS"/>
              </a:rPr>
              <a:t>Water for domestic</a:t>
            </a:r>
            <a:r>
              <a:rPr sz="2000" b="1" spc="-2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consumption</a:t>
            </a:r>
            <a:endParaRPr sz="2000">
              <a:latin typeface="Comic Sans MS"/>
              <a:cs typeface="Comic Sans MS"/>
            </a:endParaRPr>
          </a:p>
          <a:p>
            <a:pPr marL="434975" indent="-422909">
              <a:lnSpc>
                <a:spcPct val="100000"/>
              </a:lnSpc>
              <a:spcBef>
                <a:spcPts val="375"/>
              </a:spcBef>
              <a:buClr>
                <a:srgbClr val="2BA1BD"/>
              </a:buClr>
              <a:buSzPct val="67500"/>
              <a:buFont typeface="Noto Sans Symbols"/>
              <a:buChar char="❑"/>
              <a:tabLst>
                <a:tab pos="434975" algn="l"/>
                <a:tab pos="435609" algn="l"/>
              </a:tabLst>
            </a:pPr>
            <a:r>
              <a:rPr sz="2000" b="1" spc="-5" dirty="0">
                <a:latin typeface="Comic Sans MS"/>
                <a:cs typeface="Comic Sans MS"/>
              </a:rPr>
              <a:t>For drought and flood</a:t>
            </a:r>
            <a:r>
              <a:rPr sz="2000" b="1" spc="-2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control</a:t>
            </a:r>
            <a:endParaRPr sz="2000">
              <a:latin typeface="Comic Sans MS"/>
              <a:cs typeface="Comic Sans MS"/>
            </a:endParaRPr>
          </a:p>
          <a:p>
            <a:pPr marL="434975" indent="-422909">
              <a:lnSpc>
                <a:spcPct val="100000"/>
              </a:lnSpc>
              <a:spcBef>
                <a:spcPts val="385"/>
              </a:spcBef>
              <a:buClr>
                <a:srgbClr val="2BA1BD"/>
              </a:buClr>
              <a:buSzPct val="67500"/>
              <a:buFont typeface="Noto Sans Symbols"/>
              <a:buChar char="❑"/>
              <a:tabLst>
                <a:tab pos="434975" algn="l"/>
                <a:tab pos="435609" algn="l"/>
              </a:tabLst>
            </a:pPr>
            <a:r>
              <a:rPr sz="2000" b="1" spc="-5" dirty="0">
                <a:latin typeface="Comic Sans MS"/>
                <a:cs typeface="Comic Sans MS"/>
              </a:rPr>
              <a:t>Other additional utilization is to develop</a:t>
            </a:r>
            <a:r>
              <a:rPr sz="2000" b="1" spc="-7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fisheries.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999" y="2666999"/>
            <a:ext cx="8229600" cy="533400"/>
            <a:chOff x="380999" y="2666999"/>
            <a:chExt cx="8229600" cy="533400"/>
          </a:xfrm>
        </p:grpSpPr>
        <p:sp>
          <p:nvSpPr>
            <p:cNvPr id="15" name="object 15"/>
            <p:cNvSpPr/>
            <p:nvPr/>
          </p:nvSpPr>
          <p:spPr>
            <a:xfrm>
              <a:off x="380999" y="2743194"/>
              <a:ext cx="1066797" cy="380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42997" y="2819394"/>
              <a:ext cx="7467584" cy="380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96184" y="2666999"/>
              <a:ext cx="521198" cy="3886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48BBEFD-8F92-446C-AA30-73C385E46BB7}"/>
              </a:ext>
            </a:extLst>
          </p:cNvPr>
          <p:cNvSpPr/>
          <p:nvPr/>
        </p:nvSpPr>
        <p:spPr>
          <a:xfrm>
            <a:off x="3040318" y="285246"/>
            <a:ext cx="4655866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500" b="1" spc="-5" dirty="0">
                <a:latin typeface="Trebuchet MS"/>
                <a:cs typeface="Trebuchet MS"/>
              </a:rPr>
              <a:t>Dam</a:t>
            </a:r>
            <a:endParaRPr lang="en-IN" sz="8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0348" y="583691"/>
              <a:ext cx="5981687" cy="44500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0598" y="1219197"/>
              <a:ext cx="7696184" cy="486001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882380" cy="6805295"/>
            <a:chOff x="0" y="0"/>
            <a:chExt cx="8882380" cy="6805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881852" cy="66995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892139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336"/>
                  </a:moveTo>
                  <a:lnTo>
                    <a:pt x="660" y="0"/>
                  </a:lnTo>
                  <a:lnTo>
                    <a:pt x="0" y="5473"/>
                  </a:lnTo>
                  <a:lnTo>
                    <a:pt x="85559" y="21336"/>
                  </a:lnTo>
                  <a:close/>
                </a:path>
                <a:path w="4898390" h="913129">
                  <a:moveTo>
                    <a:pt x="4898148" y="912876"/>
                  </a:moveTo>
                  <a:lnTo>
                    <a:pt x="85559" y="21336"/>
                  </a:lnTo>
                  <a:lnTo>
                    <a:pt x="3637280" y="912876"/>
                  </a:lnTo>
                  <a:lnTo>
                    <a:pt x="4898148" y="912876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886038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36688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31688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3169" y="0"/>
              <a:ext cx="8525232" cy="199004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3" y="2060443"/>
              <a:ext cx="3884667" cy="8991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63" y="2548119"/>
              <a:ext cx="3933428" cy="8991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63" y="3035808"/>
              <a:ext cx="3654542" cy="89915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3" y="3523493"/>
              <a:ext cx="3211054" cy="8991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3" y="4011166"/>
              <a:ext cx="1915663" cy="89914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63" y="4465315"/>
              <a:ext cx="1644391" cy="89609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28867" y="2142738"/>
              <a:ext cx="4952989" cy="435862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155" y="76200"/>
            <a:ext cx="9098280" cy="6858000"/>
            <a:chOff x="46155" y="0"/>
            <a:chExt cx="9098280" cy="6858000"/>
          </a:xfrm>
        </p:grpSpPr>
        <p:sp>
          <p:nvSpPr>
            <p:cNvPr id="3" name="object 3"/>
            <p:cNvSpPr/>
            <p:nvPr/>
          </p:nvSpPr>
          <p:spPr>
            <a:xfrm>
              <a:off x="46155" y="0"/>
              <a:ext cx="9097825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6023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36" y="912863"/>
                  </a:moveTo>
                  <a:lnTo>
                    <a:pt x="85559" y="21297"/>
                  </a:lnTo>
                  <a:lnTo>
                    <a:pt x="3637267" y="912863"/>
                  </a:lnTo>
                  <a:lnTo>
                    <a:pt x="4898136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2308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2" y="918973"/>
                  </a:moveTo>
                  <a:lnTo>
                    <a:pt x="287048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2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55" y="5789663"/>
              <a:ext cx="3398512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55" y="5784663"/>
              <a:ext cx="3370837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1206" y="659891"/>
              <a:ext cx="4655808" cy="61264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3067" y="1423197"/>
              <a:ext cx="3732529" cy="2400935"/>
            </a:xfrm>
            <a:custGeom>
              <a:avLst/>
              <a:gdLst/>
              <a:ahLst/>
              <a:cxnLst/>
              <a:rect l="l" t="t" r="r" b="b"/>
              <a:pathLst>
                <a:path w="3732529" h="2400935">
                  <a:moveTo>
                    <a:pt x="3332375" y="2400845"/>
                  </a:moveTo>
                  <a:lnTo>
                    <a:pt x="400146" y="2400845"/>
                  </a:lnTo>
                  <a:lnTo>
                    <a:pt x="353480" y="2398152"/>
                  </a:lnTo>
                  <a:lnTo>
                    <a:pt x="308396" y="2390275"/>
                  </a:lnTo>
                  <a:lnTo>
                    <a:pt x="265193" y="2377514"/>
                  </a:lnTo>
                  <a:lnTo>
                    <a:pt x="224172" y="2360169"/>
                  </a:lnTo>
                  <a:lnTo>
                    <a:pt x="185632" y="2338541"/>
                  </a:lnTo>
                  <a:lnTo>
                    <a:pt x="149875" y="2312930"/>
                  </a:lnTo>
                  <a:lnTo>
                    <a:pt x="117200" y="2283636"/>
                  </a:lnTo>
                  <a:lnTo>
                    <a:pt x="87907" y="2250959"/>
                  </a:lnTo>
                  <a:lnTo>
                    <a:pt x="62297" y="2215201"/>
                  </a:lnTo>
                  <a:lnTo>
                    <a:pt x="40671" y="2176661"/>
                  </a:lnTo>
                  <a:lnTo>
                    <a:pt x="23327" y="2135641"/>
                  </a:lnTo>
                  <a:lnTo>
                    <a:pt x="10568" y="2092439"/>
                  </a:lnTo>
                  <a:lnTo>
                    <a:pt x="2692" y="2047357"/>
                  </a:lnTo>
                  <a:lnTo>
                    <a:pt x="0" y="2000695"/>
                  </a:lnTo>
                  <a:lnTo>
                    <a:pt x="0" y="400146"/>
                  </a:lnTo>
                  <a:lnTo>
                    <a:pt x="2692" y="353481"/>
                  </a:lnTo>
                  <a:lnTo>
                    <a:pt x="10568" y="308396"/>
                  </a:lnTo>
                  <a:lnTo>
                    <a:pt x="23327" y="265193"/>
                  </a:lnTo>
                  <a:lnTo>
                    <a:pt x="40671" y="224172"/>
                  </a:lnTo>
                  <a:lnTo>
                    <a:pt x="62297" y="185632"/>
                  </a:lnTo>
                  <a:lnTo>
                    <a:pt x="87907" y="149875"/>
                  </a:lnTo>
                  <a:lnTo>
                    <a:pt x="117200" y="117200"/>
                  </a:lnTo>
                  <a:lnTo>
                    <a:pt x="149875" y="87907"/>
                  </a:lnTo>
                  <a:lnTo>
                    <a:pt x="185632" y="62298"/>
                  </a:lnTo>
                  <a:lnTo>
                    <a:pt x="224172" y="40671"/>
                  </a:lnTo>
                  <a:lnTo>
                    <a:pt x="265193" y="23328"/>
                  </a:lnTo>
                  <a:lnTo>
                    <a:pt x="308396" y="10568"/>
                  </a:lnTo>
                  <a:lnTo>
                    <a:pt x="353480" y="2692"/>
                  </a:lnTo>
                  <a:lnTo>
                    <a:pt x="400146" y="0"/>
                  </a:lnTo>
                  <a:lnTo>
                    <a:pt x="3332375" y="0"/>
                  </a:lnTo>
                  <a:lnTo>
                    <a:pt x="3384971" y="3470"/>
                  </a:lnTo>
                  <a:lnTo>
                    <a:pt x="3436221" y="13709"/>
                  </a:lnTo>
                  <a:lnTo>
                    <a:pt x="3485503" y="30459"/>
                  </a:lnTo>
                  <a:lnTo>
                    <a:pt x="3532195" y="53462"/>
                  </a:lnTo>
                  <a:lnTo>
                    <a:pt x="3575676" y="82461"/>
                  </a:lnTo>
                  <a:lnTo>
                    <a:pt x="3615324" y="117199"/>
                  </a:lnTo>
                  <a:lnTo>
                    <a:pt x="3650065" y="156845"/>
                  </a:lnTo>
                  <a:lnTo>
                    <a:pt x="3679065" y="200325"/>
                  </a:lnTo>
                  <a:lnTo>
                    <a:pt x="3702068" y="247017"/>
                  </a:lnTo>
                  <a:lnTo>
                    <a:pt x="3718817" y="296299"/>
                  </a:lnTo>
                  <a:lnTo>
                    <a:pt x="3729054" y="347550"/>
                  </a:lnTo>
                  <a:lnTo>
                    <a:pt x="3732524" y="400146"/>
                  </a:lnTo>
                  <a:lnTo>
                    <a:pt x="3732524" y="2000695"/>
                  </a:lnTo>
                  <a:lnTo>
                    <a:pt x="3729832" y="2047357"/>
                  </a:lnTo>
                  <a:lnTo>
                    <a:pt x="3721956" y="2092439"/>
                  </a:lnTo>
                  <a:lnTo>
                    <a:pt x="3709196" y="2135641"/>
                  </a:lnTo>
                  <a:lnTo>
                    <a:pt x="3691853" y="2176661"/>
                  </a:lnTo>
                  <a:lnTo>
                    <a:pt x="3670226" y="2215201"/>
                  </a:lnTo>
                  <a:lnTo>
                    <a:pt x="3644617" y="2250959"/>
                  </a:lnTo>
                  <a:lnTo>
                    <a:pt x="3615324" y="2283636"/>
                  </a:lnTo>
                  <a:lnTo>
                    <a:pt x="3582649" y="2312930"/>
                  </a:lnTo>
                  <a:lnTo>
                    <a:pt x="3546891" y="2338541"/>
                  </a:lnTo>
                  <a:lnTo>
                    <a:pt x="3508352" y="2360169"/>
                  </a:lnTo>
                  <a:lnTo>
                    <a:pt x="3467330" y="2377514"/>
                  </a:lnTo>
                  <a:lnTo>
                    <a:pt x="3424126" y="2390275"/>
                  </a:lnTo>
                  <a:lnTo>
                    <a:pt x="3379041" y="2398152"/>
                  </a:lnTo>
                  <a:lnTo>
                    <a:pt x="3332375" y="2400845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067" y="1423197"/>
              <a:ext cx="3732529" cy="2400935"/>
            </a:xfrm>
            <a:custGeom>
              <a:avLst/>
              <a:gdLst/>
              <a:ahLst/>
              <a:cxnLst/>
              <a:rect l="l" t="t" r="r" b="b"/>
              <a:pathLst>
                <a:path w="3732529" h="2400935">
                  <a:moveTo>
                    <a:pt x="0" y="400146"/>
                  </a:moveTo>
                  <a:lnTo>
                    <a:pt x="2692" y="353481"/>
                  </a:lnTo>
                  <a:lnTo>
                    <a:pt x="10568" y="308396"/>
                  </a:lnTo>
                  <a:lnTo>
                    <a:pt x="23327" y="265193"/>
                  </a:lnTo>
                  <a:lnTo>
                    <a:pt x="40671" y="224172"/>
                  </a:lnTo>
                  <a:lnTo>
                    <a:pt x="62297" y="185632"/>
                  </a:lnTo>
                  <a:lnTo>
                    <a:pt x="87907" y="149875"/>
                  </a:lnTo>
                  <a:lnTo>
                    <a:pt x="117200" y="117200"/>
                  </a:lnTo>
                  <a:lnTo>
                    <a:pt x="149875" y="87907"/>
                  </a:lnTo>
                  <a:lnTo>
                    <a:pt x="185632" y="62298"/>
                  </a:lnTo>
                  <a:lnTo>
                    <a:pt x="224172" y="40671"/>
                  </a:lnTo>
                  <a:lnTo>
                    <a:pt x="265193" y="23328"/>
                  </a:lnTo>
                  <a:lnTo>
                    <a:pt x="308396" y="10568"/>
                  </a:lnTo>
                  <a:lnTo>
                    <a:pt x="353480" y="2692"/>
                  </a:lnTo>
                  <a:lnTo>
                    <a:pt x="400146" y="0"/>
                  </a:lnTo>
                  <a:lnTo>
                    <a:pt x="3332375" y="0"/>
                  </a:lnTo>
                  <a:lnTo>
                    <a:pt x="3384971" y="3470"/>
                  </a:lnTo>
                  <a:lnTo>
                    <a:pt x="3436221" y="13709"/>
                  </a:lnTo>
                  <a:lnTo>
                    <a:pt x="3485503" y="30459"/>
                  </a:lnTo>
                  <a:lnTo>
                    <a:pt x="3532195" y="53462"/>
                  </a:lnTo>
                  <a:lnTo>
                    <a:pt x="3575676" y="82461"/>
                  </a:lnTo>
                  <a:lnTo>
                    <a:pt x="3615324" y="117199"/>
                  </a:lnTo>
                  <a:lnTo>
                    <a:pt x="3650065" y="156845"/>
                  </a:lnTo>
                  <a:lnTo>
                    <a:pt x="3679065" y="200325"/>
                  </a:lnTo>
                  <a:lnTo>
                    <a:pt x="3702068" y="247017"/>
                  </a:lnTo>
                  <a:lnTo>
                    <a:pt x="3718817" y="296299"/>
                  </a:lnTo>
                  <a:lnTo>
                    <a:pt x="3729054" y="347550"/>
                  </a:lnTo>
                  <a:lnTo>
                    <a:pt x="3732524" y="400146"/>
                  </a:lnTo>
                  <a:lnTo>
                    <a:pt x="3732524" y="2000695"/>
                  </a:lnTo>
                  <a:lnTo>
                    <a:pt x="3729832" y="2047357"/>
                  </a:lnTo>
                  <a:lnTo>
                    <a:pt x="3721956" y="2092439"/>
                  </a:lnTo>
                  <a:lnTo>
                    <a:pt x="3709196" y="2135641"/>
                  </a:lnTo>
                  <a:lnTo>
                    <a:pt x="3691853" y="2176661"/>
                  </a:lnTo>
                  <a:lnTo>
                    <a:pt x="3670226" y="2215201"/>
                  </a:lnTo>
                  <a:lnTo>
                    <a:pt x="3644617" y="2250959"/>
                  </a:lnTo>
                  <a:lnTo>
                    <a:pt x="3615324" y="2283636"/>
                  </a:lnTo>
                  <a:lnTo>
                    <a:pt x="3582649" y="2312930"/>
                  </a:lnTo>
                  <a:lnTo>
                    <a:pt x="3546891" y="2338541"/>
                  </a:lnTo>
                  <a:lnTo>
                    <a:pt x="3508352" y="2360169"/>
                  </a:lnTo>
                  <a:lnTo>
                    <a:pt x="3467330" y="2377514"/>
                  </a:lnTo>
                  <a:lnTo>
                    <a:pt x="3424126" y="2390275"/>
                  </a:lnTo>
                  <a:lnTo>
                    <a:pt x="3379041" y="2398152"/>
                  </a:lnTo>
                  <a:lnTo>
                    <a:pt x="3332375" y="2400845"/>
                  </a:lnTo>
                  <a:lnTo>
                    <a:pt x="400146" y="2400845"/>
                  </a:lnTo>
                  <a:lnTo>
                    <a:pt x="353480" y="2398152"/>
                  </a:lnTo>
                  <a:lnTo>
                    <a:pt x="308396" y="2390275"/>
                  </a:lnTo>
                  <a:lnTo>
                    <a:pt x="265193" y="2377514"/>
                  </a:lnTo>
                  <a:lnTo>
                    <a:pt x="224172" y="2360169"/>
                  </a:lnTo>
                  <a:lnTo>
                    <a:pt x="185632" y="2338541"/>
                  </a:lnTo>
                  <a:lnTo>
                    <a:pt x="149875" y="2312930"/>
                  </a:lnTo>
                  <a:lnTo>
                    <a:pt x="117200" y="2283636"/>
                  </a:lnTo>
                  <a:lnTo>
                    <a:pt x="87907" y="2250959"/>
                  </a:lnTo>
                  <a:lnTo>
                    <a:pt x="62297" y="2215201"/>
                  </a:lnTo>
                  <a:lnTo>
                    <a:pt x="40671" y="2176661"/>
                  </a:lnTo>
                  <a:lnTo>
                    <a:pt x="23327" y="2135641"/>
                  </a:lnTo>
                  <a:lnTo>
                    <a:pt x="10568" y="2092439"/>
                  </a:lnTo>
                  <a:lnTo>
                    <a:pt x="2692" y="2047357"/>
                  </a:lnTo>
                  <a:lnTo>
                    <a:pt x="0" y="2000695"/>
                  </a:lnTo>
                  <a:lnTo>
                    <a:pt x="0" y="400146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6141" y="1549403"/>
            <a:ext cx="3463925" cy="21151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800" marR="40005" algn="just">
              <a:lnSpc>
                <a:spcPts val="2020"/>
              </a:lnSpc>
              <a:spcBef>
                <a:spcPts val="380"/>
              </a:spcBef>
            </a:pP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The most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prominent use of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large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dams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for hydroelectric power  generation,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combined with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  hydropower plant.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Compared to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other renewable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sources,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hydropower produces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the most  cost-efficient energy at costs as  low as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US¢/kWh</a:t>
            </a:r>
            <a:r>
              <a:rPr sz="1875" spc="-7" baseline="3111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875" baseline="311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43741" y="1642871"/>
            <a:ext cx="4785340" cy="48767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5713" y="518346"/>
              <a:ext cx="4181841" cy="5516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467" y="1589106"/>
              <a:ext cx="3655695" cy="2243455"/>
            </a:xfrm>
            <a:custGeom>
              <a:avLst/>
              <a:gdLst/>
              <a:ahLst/>
              <a:cxnLst/>
              <a:rect l="l" t="t" r="r" b="b"/>
              <a:pathLst>
                <a:path w="3655695" h="2243454">
                  <a:moveTo>
                    <a:pt x="3281775" y="2243460"/>
                  </a:moveTo>
                  <a:lnTo>
                    <a:pt x="373918" y="2243460"/>
                  </a:lnTo>
                  <a:lnTo>
                    <a:pt x="327015" y="2240547"/>
                  </a:lnTo>
                  <a:lnTo>
                    <a:pt x="281850" y="2232041"/>
                  </a:lnTo>
                  <a:lnTo>
                    <a:pt x="238774" y="2218292"/>
                  </a:lnTo>
                  <a:lnTo>
                    <a:pt x="198137" y="2199652"/>
                  </a:lnTo>
                  <a:lnTo>
                    <a:pt x="160290" y="2176470"/>
                  </a:lnTo>
                  <a:lnTo>
                    <a:pt x="125584" y="2149097"/>
                  </a:lnTo>
                  <a:lnTo>
                    <a:pt x="94368" y="2117882"/>
                  </a:lnTo>
                  <a:lnTo>
                    <a:pt x="66993" y="2083178"/>
                  </a:lnTo>
                  <a:lnTo>
                    <a:pt x="43810" y="2045333"/>
                  </a:lnTo>
                  <a:lnTo>
                    <a:pt x="25168" y="2004699"/>
                  </a:lnTo>
                  <a:lnTo>
                    <a:pt x="11419" y="1961625"/>
                  </a:lnTo>
                  <a:lnTo>
                    <a:pt x="2913" y="1916462"/>
                  </a:lnTo>
                  <a:lnTo>
                    <a:pt x="0" y="1869561"/>
                  </a:lnTo>
                  <a:lnTo>
                    <a:pt x="0" y="373919"/>
                  </a:lnTo>
                  <a:lnTo>
                    <a:pt x="2913" y="327015"/>
                  </a:lnTo>
                  <a:lnTo>
                    <a:pt x="11419" y="281849"/>
                  </a:lnTo>
                  <a:lnTo>
                    <a:pt x="25168" y="238773"/>
                  </a:lnTo>
                  <a:lnTo>
                    <a:pt x="43810" y="198136"/>
                  </a:lnTo>
                  <a:lnTo>
                    <a:pt x="66993" y="160290"/>
                  </a:lnTo>
                  <a:lnTo>
                    <a:pt x="94368" y="125583"/>
                  </a:lnTo>
                  <a:lnTo>
                    <a:pt x="125584" y="94367"/>
                  </a:lnTo>
                  <a:lnTo>
                    <a:pt x="160290" y="66993"/>
                  </a:lnTo>
                  <a:lnTo>
                    <a:pt x="198137" y="43810"/>
                  </a:lnTo>
                  <a:lnTo>
                    <a:pt x="238774" y="25168"/>
                  </a:lnTo>
                  <a:lnTo>
                    <a:pt x="281850" y="11419"/>
                  </a:lnTo>
                  <a:lnTo>
                    <a:pt x="327015" y="2913"/>
                  </a:lnTo>
                  <a:lnTo>
                    <a:pt x="373918" y="0"/>
                  </a:lnTo>
                  <a:lnTo>
                    <a:pt x="3281775" y="0"/>
                  </a:lnTo>
                  <a:lnTo>
                    <a:pt x="3330926" y="3242"/>
                  </a:lnTo>
                  <a:lnTo>
                    <a:pt x="3378817" y="12810"/>
                  </a:lnTo>
                  <a:lnTo>
                    <a:pt x="3424868" y="28462"/>
                  </a:lnTo>
                  <a:lnTo>
                    <a:pt x="3468499" y="49958"/>
                  </a:lnTo>
                  <a:lnTo>
                    <a:pt x="3509127" y="77056"/>
                  </a:lnTo>
                  <a:lnTo>
                    <a:pt x="3546174" y="109517"/>
                  </a:lnTo>
                  <a:lnTo>
                    <a:pt x="3578636" y="146563"/>
                  </a:lnTo>
                  <a:lnTo>
                    <a:pt x="3605736" y="187193"/>
                  </a:lnTo>
                  <a:lnTo>
                    <a:pt x="3627234" y="230825"/>
                  </a:lnTo>
                  <a:lnTo>
                    <a:pt x="3642887" y="276877"/>
                  </a:lnTo>
                  <a:lnTo>
                    <a:pt x="3652456" y="324769"/>
                  </a:lnTo>
                  <a:lnTo>
                    <a:pt x="3655699" y="373919"/>
                  </a:lnTo>
                  <a:lnTo>
                    <a:pt x="3655699" y="1869561"/>
                  </a:lnTo>
                  <a:lnTo>
                    <a:pt x="3652786" y="1916462"/>
                  </a:lnTo>
                  <a:lnTo>
                    <a:pt x="3644278" y="1961625"/>
                  </a:lnTo>
                  <a:lnTo>
                    <a:pt x="3630528" y="2004699"/>
                  </a:lnTo>
                  <a:lnTo>
                    <a:pt x="3611885" y="2045333"/>
                  </a:lnTo>
                  <a:lnTo>
                    <a:pt x="3588701" y="2083178"/>
                  </a:lnTo>
                  <a:lnTo>
                    <a:pt x="3561325" y="2117882"/>
                  </a:lnTo>
                  <a:lnTo>
                    <a:pt x="3530108" y="2149097"/>
                  </a:lnTo>
                  <a:lnTo>
                    <a:pt x="3495400" y="2176470"/>
                  </a:lnTo>
                  <a:lnTo>
                    <a:pt x="3457553" y="2199652"/>
                  </a:lnTo>
                  <a:lnTo>
                    <a:pt x="3416916" y="2218292"/>
                  </a:lnTo>
                  <a:lnTo>
                    <a:pt x="3373840" y="2232041"/>
                  </a:lnTo>
                  <a:lnTo>
                    <a:pt x="3328677" y="2240547"/>
                  </a:lnTo>
                  <a:lnTo>
                    <a:pt x="3281775" y="224346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8467" y="1589106"/>
              <a:ext cx="3655695" cy="2243455"/>
            </a:xfrm>
            <a:custGeom>
              <a:avLst/>
              <a:gdLst/>
              <a:ahLst/>
              <a:cxnLst/>
              <a:rect l="l" t="t" r="r" b="b"/>
              <a:pathLst>
                <a:path w="3655695" h="2243454">
                  <a:moveTo>
                    <a:pt x="0" y="373919"/>
                  </a:moveTo>
                  <a:lnTo>
                    <a:pt x="2913" y="327015"/>
                  </a:lnTo>
                  <a:lnTo>
                    <a:pt x="11419" y="281849"/>
                  </a:lnTo>
                  <a:lnTo>
                    <a:pt x="25168" y="238773"/>
                  </a:lnTo>
                  <a:lnTo>
                    <a:pt x="43810" y="198136"/>
                  </a:lnTo>
                  <a:lnTo>
                    <a:pt x="66993" y="160290"/>
                  </a:lnTo>
                  <a:lnTo>
                    <a:pt x="94368" y="125583"/>
                  </a:lnTo>
                  <a:lnTo>
                    <a:pt x="125584" y="94367"/>
                  </a:lnTo>
                  <a:lnTo>
                    <a:pt x="160290" y="66993"/>
                  </a:lnTo>
                  <a:lnTo>
                    <a:pt x="198137" y="43810"/>
                  </a:lnTo>
                  <a:lnTo>
                    <a:pt x="238774" y="25168"/>
                  </a:lnTo>
                  <a:lnTo>
                    <a:pt x="281850" y="11419"/>
                  </a:lnTo>
                  <a:lnTo>
                    <a:pt x="327015" y="2913"/>
                  </a:lnTo>
                  <a:lnTo>
                    <a:pt x="373918" y="0"/>
                  </a:lnTo>
                  <a:lnTo>
                    <a:pt x="3281775" y="0"/>
                  </a:lnTo>
                  <a:lnTo>
                    <a:pt x="3330926" y="3242"/>
                  </a:lnTo>
                  <a:lnTo>
                    <a:pt x="3378817" y="12810"/>
                  </a:lnTo>
                  <a:lnTo>
                    <a:pt x="3424868" y="28462"/>
                  </a:lnTo>
                  <a:lnTo>
                    <a:pt x="3468499" y="49958"/>
                  </a:lnTo>
                  <a:lnTo>
                    <a:pt x="3509127" y="77056"/>
                  </a:lnTo>
                  <a:lnTo>
                    <a:pt x="3546174" y="109517"/>
                  </a:lnTo>
                  <a:lnTo>
                    <a:pt x="3578636" y="146563"/>
                  </a:lnTo>
                  <a:lnTo>
                    <a:pt x="3605736" y="187193"/>
                  </a:lnTo>
                  <a:lnTo>
                    <a:pt x="3627234" y="230825"/>
                  </a:lnTo>
                  <a:lnTo>
                    <a:pt x="3642887" y="276877"/>
                  </a:lnTo>
                  <a:lnTo>
                    <a:pt x="3652456" y="324769"/>
                  </a:lnTo>
                  <a:lnTo>
                    <a:pt x="3655699" y="373919"/>
                  </a:lnTo>
                  <a:lnTo>
                    <a:pt x="3655699" y="1869561"/>
                  </a:lnTo>
                  <a:lnTo>
                    <a:pt x="3652786" y="1916462"/>
                  </a:lnTo>
                  <a:lnTo>
                    <a:pt x="3644278" y="1961625"/>
                  </a:lnTo>
                  <a:lnTo>
                    <a:pt x="3630528" y="2004699"/>
                  </a:lnTo>
                  <a:lnTo>
                    <a:pt x="3611885" y="2045333"/>
                  </a:lnTo>
                  <a:lnTo>
                    <a:pt x="3588701" y="2083178"/>
                  </a:lnTo>
                  <a:lnTo>
                    <a:pt x="3561325" y="2117882"/>
                  </a:lnTo>
                  <a:lnTo>
                    <a:pt x="3530108" y="2149097"/>
                  </a:lnTo>
                  <a:lnTo>
                    <a:pt x="3495400" y="2176470"/>
                  </a:lnTo>
                  <a:lnTo>
                    <a:pt x="3457553" y="2199652"/>
                  </a:lnTo>
                  <a:lnTo>
                    <a:pt x="3416916" y="2218292"/>
                  </a:lnTo>
                  <a:lnTo>
                    <a:pt x="3373840" y="2232041"/>
                  </a:lnTo>
                  <a:lnTo>
                    <a:pt x="3328677" y="2240547"/>
                  </a:lnTo>
                  <a:lnTo>
                    <a:pt x="3281775" y="2243460"/>
                  </a:lnTo>
                  <a:lnTo>
                    <a:pt x="373918" y="2243460"/>
                  </a:lnTo>
                  <a:lnTo>
                    <a:pt x="327015" y="2240547"/>
                  </a:lnTo>
                  <a:lnTo>
                    <a:pt x="281850" y="2232041"/>
                  </a:lnTo>
                  <a:lnTo>
                    <a:pt x="238774" y="2218292"/>
                  </a:lnTo>
                  <a:lnTo>
                    <a:pt x="198137" y="2199652"/>
                  </a:lnTo>
                  <a:lnTo>
                    <a:pt x="160290" y="2176470"/>
                  </a:lnTo>
                  <a:lnTo>
                    <a:pt x="125584" y="2149097"/>
                  </a:lnTo>
                  <a:lnTo>
                    <a:pt x="94368" y="2117882"/>
                  </a:lnTo>
                  <a:lnTo>
                    <a:pt x="66993" y="2083178"/>
                  </a:lnTo>
                  <a:lnTo>
                    <a:pt x="43810" y="2045333"/>
                  </a:lnTo>
                  <a:lnTo>
                    <a:pt x="25168" y="2004699"/>
                  </a:lnTo>
                  <a:lnTo>
                    <a:pt x="11419" y="1961625"/>
                  </a:lnTo>
                  <a:lnTo>
                    <a:pt x="2913" y="1916462"/>
                  </a:lnTo>
                  <a:lnTo>
                    <a:pt x="0" y="1869561"/>
                  </a:lnTo>
                  <a:lnTo>
                    <a:pt x="0" y="373919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1484" y="1696807"/>
            <a:ext cx="3310254" cy="198755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just">
              <a:lnSpc>
                <a:spcPts val="2170"/>
              </a:lnSpc>
              <a:spcBef>
                <a:spcPts val="360"/>
              </a:spcBef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Water stored in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 reservoir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to irrigate agricultural  crops.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is estimated that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30-  40% of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irrigated lands  worldwide, which contribute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12- 16% of global food  production, rely on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dams.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86991" y="1571244"/>
            <a:ext cx="4857115" cy="5287010"/>
            <a:chOff x="4286991" y="1571244"/>
            <a:chExt cx="4857115" cy="5287010"/>
          </a:xfrm>
        </p:grpSpPr>
        <p:sp>
          <p:nvSpPr>
            <p:cNvPr id="13" name="object 13"/>
            <p:cNvSpPr/>
            <p:nvPr/>
          </p:nvSpPr>
          <p:spPr>
            <a:xfrm>
              <a:off x="4286991" y="1571244"/>
              <a:ext cx="4357116" cy="235762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86991" y="4024866"/>
              <a:ext cx="4856990" cy="283311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6614" y="452626"/>
            <a:ext cx="4311376" cy="987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7832" y="1608651"/>
            <a:ext cx="8563610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68605" marR="5080" indent="-256540">
              <a:lnSpc>
                <a:spcPts val="2850"/>
              </a:lnSpc>
              <a:spcBef>
                <a:spcPts val="219"/>
              </a:spcBef>
              <a:tabLst>
                <a:tab pos="457200" algn="l"/>
                <a:tab pos="3094990" algn="l"/>
                <a:tab pos="5925820" algn="l"/>
              </a:tabLst>
            </a:pPr>
            <a:r>
              <a:rPr sz="2400" spc="415" dirty="0">
                <a:solidFill>
                  <a:srgbClr val="2BA1BD"/>
                </a:solidFill>
                <a:latin typeface="Times New Roman"/>
                <a:cs typeface="Times New Roman"/>
              </a:rPr>
              <a:t>□		</a:t>
            </a:r>
            <a:r>
              <a:rPr sz="2400" spc="-5" dirty="0">
                <a:latin typeface="Times New Roman"/>
                <a:cs typeface="Times New Roman"/>
              </a:rPr>
              <a:t>Especially in </a:t>
            </a:r>
            <a:r>
              <a:rPr sz="2400" dirty="0">
                <a:latin typeface="Times New Roman"/>
                <a:cs typeface="Times New Roman"/>
              </a:rPr>
              <a:t>urban </a:t>
            </a:r>
            <a:r>
              <a:rPr sz="2400" spc="-5" dirty="0">
                <a:latin typeface="Times New Roman"/>
                <a:cs typeface="Times New Roman"/>
              </a:rPr>
              <a:t>areas,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reservoir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storage	capacities are </a:t>
            </a: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-5" dirty="0">
                <a:latin typeface="Times New Roman"/>
                <a:cs typeface="Times New Roman"/>
              </a:rPr>
              <a:t>to  supply </a:t>
            </a:r>
            <a:r>
              <a:rPr sz="2400" dirty="0">
                <a:latin typeface="Times New Roman"/>
                <a:cs typeface="Times New Roman"/>
              </a:rPr>
              <a:t>drinking </a:t>
            </a:r>
            <a:r>
              <a:rPr sz="2400" spc="-5" dirty="0">
                <a:latin typeface="Times New Roman"/>
                <a:cs typeface="Times New Roman"/>
              </a:rPr>
              <a:t>water	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water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industrial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2353" y="576071"/>
              <a:ext cx="2939789" cy="58826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467" y="1988685"/>
              <a:ext cx="3774440" cy="1638300"/>
            </a:xfrm>
            <a:custGeom>
              <a:avLst/>
              <a:gdLst/>
              <a:ahLst/>
              <a:cxnLst/>
              <a:rect l="l" t="t" r="r" b="b"/>
              <a:pathLst>
                <a:path w="3774440" h="1638300">
                  <a:moveTo>
                    <a:pt x="3500924" y="1638006"/>
                  </a:moveTo>
                  <a:lnTo>
                    <a:pt x="273003" y="1638006"/>
                  </a:lnTo>
                  <a:lnTo>
                    <a:pt x="223931" y="1633607"/>
                  </a:lnTo>
                  <a:lnTo>
                    <a:pt x="177744" y="1620924"/>
                  </a:lnTo>
                  <a:lnTo>
                    <a:pt x="135214" y="1600728"/>
                  </a:lnTo>
                  <a:lnTo>
                    <a:pt x="97111" y="1573790"/>
                  </a:lnTo>
                  <a:lnTo>
                    <a:pt x="64207" y="1540883"/>
                  </a:lnTo>
                  <a:lnTo>
                    <a:pt x="37273" y="1502777"/>
                  </a:lnTo>
                  <a:lnTo>
                    <a:pt x="17079" y="1460244"/>
                  </a:lnTo>
                  <a:lnTo>
                    <a:pt x="4398" y="1414055"/>
                  </a:lnTo>
                  <a:lnTo>
                    <a:pt x="0" y="1364982"/>
                  </a:lnTo>
                  <a:lnTo>
                    <a:pt x="0" y="273004"/>
                  </a:lnTo>
                  <a:lnTo>
                    <a:pt x="4398" y="223931"/>
                  </a:lnTo>
                  <a:lnTo>
                    <a:pt x="17079" y="177744"/>
                  </a:lnTo>
                  <a:lnTo>
                    <a:pt x="37273" y="135214"/>
                  </a:lnTo>
                  <a:lnTo>
                    <a:pt x="64207" y="97111"/>
                  </a:lnTo>
                  <a:lnTo>
                    <a:pt x="97111" y="64207"/>
                  </a:lnTo>
                  <a:lnTo>
                    <a:pt x="135214" y="37273"/>
                  </a:lnTo>
                  <a:lnTo>
                    <a:pt x="177744" y="17080"/>
                  </a:lnTo>
                  <a:lnTo>
                    <a:pt x="223931" y="4398"/>
                  </a:lnTo>
                  <a:lnTo>
                    <a:pt x="273003" y="0"/>
                  </a:lnTo>
                  <a:lnTo>
                    <a:pt x="3500924" y="0"/>
                  </a:lnTo>
                  <a:lnTo>
                    <a:pt x="3554432" y="5294"/>
                  </a:lnTo>
                  <a:lnTo>
                    <a:pt x="3605399" y="20781"/>
                  </a:lnTo>
                  <a:lnTo>
                    <a:pt x="3652391" y="45868"/>
                  </a:lnTo>
                  <a:lnTo>
                    <a:pt x="3693974" y="79962"/>
                  </a:lnTo>
                  <a:lnTo>
                    <a:pt x="3728056" y="121542"/>
                  </a:lnTo>
                  <a:lnTo>
                    <a:pt x="3753140" y="168530"/>
                  </a:lnTo>
                  <a:lnTo>
                    <a:pt x="3768628" y="219495"/>
                  </a:lnTo>
                  <a:lnTo>
                    <a:pt x="3773924" y="273004"/>
                  </a:lnTo>
                  <a:lnTo>
                    <a:pt x="3773924" y="1364982"/>
                  </a:lnTo>
                  <a:lnTo>
                    <a:pt x="3769526" y="1414055"/>
                  </a:lnTo>
                  <a:lnTo>
                    <a:pt x="3756845" y="1460244"/>
                  </a:lnTo>
                  <a:lnTo>
                    <a:pt x="3736652" y="1502777"/>
                  </a:lnTo>
                  <a:lnTo>
                    <a:pt x="3709718" y="1540883"/>
                  </a:lnTo>
                  <a:lnTo>
                    <a:pt x="3676815" y="1573790"/>
                  </a:lnTo>
                  <a:lnTo>
                    <a:pt x="3638713" y="1600728"/>
                  </a:lnTo>
                  <a:lnTo>
                    <a:pt x="3596183" y="1620924"/>
                  </a:lnTo>
                  <a:lnTo>
                    <a:pt x="3549997" y="1633607"/>
                  </a:lnTo>
                  <a:lnTo>
                    <a:pt x="3500924" y="1638006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8467" y="1988685"/>
              <a:ext cx="3774440" cy="1638300"/>
            </a:xfrm>
            <a:custGeom>
              <a:avLst/>
              <a:gdLst/>
              <a:ahLst/>
              <a:cxnLst/>
              <a:rect l="l" t="t" r="r" b="b"/>
              <a:pathLst>
                <a:path w="3774440" h="1638300">
                  <a:moveTo>
                    <a:pt x="0" y="273004"/>
                  </a:moveTo>
                  <a:lnTo>
                    <a:pt x="4398" y="223931"/>
                  </a:lnTo>
                  <a:lnTo>
                    <a:pt x="17079" y="177744"/>
                  </a:lnTo>
                  <a:lnTo>
                    <a:pt x="37273" y="135214"/>
                  </a:lnTo>
                  <a:lnTo>
                    <a:pt x="64207" y="97111"/>
                  </a:lnTo>
                  <a:lnTo>
                    <a:pt x="97111" y="64207"/>
                  </a:lnTo>
                  <a:lnTo>
                    <a:pt x="135214" y="37273"/>
                  </a:lnTo>
                  <a:lnTo>
                    <a:pt x="177744" y="17080"/>
                  </a:lnTo>
                  <a:lnTo>
                    <a:pt x="223931" y="4398"/>
                  </a:lnTo>
                  <a:lnTo>
                    <a:pt x="273003" y="0"/>
                  </a:lnTo>
                  <a:lnTo>
                    <a:pt x="3500924" y="0"/>
                  </a:lnTo>
                  <a:lnTo>
                    <a:pt x="3554432" y="5294"/>
                  </a:lnTo>
                  <a:lnTo>
                    <a:pt x="3605399" y="20781"/>
                  </a:lnTo>
                  <a:lnTo>
                    <a:pt x="3652391" y="45868"/>
                  </a:lnTo>
                  <a:lnTo>
                    <a:pt x="3693974" y="79962"/>
                  </a:lnTo>
                  <a:lnTo>
                    <a:pt x="3728056" y="121542"/>
                  </a:lnTo>
                  <a:lnTo>
                    <a:pt x="3753140" y="168530"/>
                  </a:lnTo>
                  <a:lnTo>
                    <a:pt x="3768628" y="219495"/>
                  </a:lnTo>
                  <a:lnTo>
                    <a:pt x="3773924" y="273004"/>
                  </a:lnTo>
                  <a:lnTo>
                    <a:pt x="3773924" y="1364982"/>
                  </a:lnTo>
                  <a:lnTo>
                    <a:pt x="3769526" y="1414055"/>
                  </a:lnTo>
                  <a:lnTo>
                    <a:pt x="3756845" y="1460244"/>
                  </a:lnTo>
                  <a:lnTo>
                    <a:pt x="3736652" y="1502777"/>
                  </a:lnTo>
                  <a:lnTo>
                    <a:pt x="3709718" y="1540883"/>
                  </a:lnTo>
                  <a:lnTo>
                    <a:pt x="3676815" y="1573790"/>
                  </a:lnTo>
                  <a:lnTo>
                    <a:pt x="3638713" y="1600728"/>
                  </a:lnTo>
                  <a:lnTo>
                    <a:pt x="3596183" y="1620924"/>
                  </a:lnTo>
                  <a:lnTo>
                    <a:pt x="3549997" y="1633607"/>
                  </a:lnTo>
                  <a:lnTo>
                    <a:pt x="3500924" y="1638006"/>
                  </a:lnTo>
                  <a:lnTo>
                    <a:pt x="273003" y="1638006"/>
                  </a:lnTo>
                  <a:lnTo>
                    <a:pt x="223931" y="1633607"/>
                  </a:lnTo>
                  <a:lnTo>
                    <a:pt x="177744" y="1620924"/>
                  </a:lnTo>
                  <a:lnTo>
                    <a:pt x="135214" y="1600728"/>
                  </a:lnTo>
                  <a:lnTo>
                    <a:pt x="97111" y="1573790"/>
                  </a:lnTo>
                  <a:lnTo>
                    <a:pt x="64207" y="1540883"/>
                  </a:lnTo>
                  <a:lnTo>
                    <a:pt x="37273" y="1502777"/>
                  </a:lnTo>
                  <a:lnTo>
                    <a:pt x="17079" y="1460244"/>
                  </a:lnTo>
                  <a:lnTo>
                    <a:pt x="4398" y="1414055"/>
                  </a:lnTo>
                  <a:lnTo>
                    <a:pt x="0" y="1364982"/>
                  </a:lnTo>
                  <a:lnTo>
                    <a:pt x="0" y="27300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928" y="2069876"/>
            <a:ext cx="3488054" cy="14351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just">
              <a:lnSpc>
                <a:spcPts val="2170"/>
              </a:lnSpc>
              <a:spcBef>
                <a:spcPts val="360"/>
              </a:spcBef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 positive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side effect,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dam 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structures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often offer flood  protection by regulating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water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discharge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balancing runoff  differences.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43741" y="1929396"/>
            <a:ext cx="4785340" cy="42138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1206" y="635508"/>
              <a:ext cx="5088614" cy="52425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599" y="1451367"/>
              <a:ext cx="4484370" cy="3654425"/>
            </a:xfrm>
            <a:custGeom>
              <a:avLst/>
              <a:gdLst/>
              <a:ahLst/>
              <a:cxnLst/>
              <a:rect l="l" t="t" r="r" b="b"/>
              <a:pathLst>
                <a:path w="4484370" h="3654425">
                  <a:moveTo>
                    <a:pt x="3875342" y="3654022"/>
                  </a:moveTo>
                  <a:lnTo>
                    <a:pt x="609016" y="3654022"/>
                  </a:lnTo>
                  <a:lnTo>
                    <a:pt x="561421" y="3652190"/>
                  </a:lnTo>
                  <a:lnTo>
                    <a:pt x="514829" y="3646783"/>
                  </a:lnTo>
                  <a:lnTo>
                    <a:pt x="469373" y="3637937"/>
                  </a:lnTo>
                  <a:lnTo>
                    <a:pt x="425191" y="3625788"/>
                  </a:lnTo>
                  <a:lnTo>
                    <a:pt x="382416" y="3610470"/>
                  </a:lnTo>
                  <a:lnTo>
                    <a:pt x="341185" y="3592119"/>
                  </a:lnTo>
                  <a:lnTo>
                    <a:pt x="301633" y="3570871"/>
                  </a:lnTo>
                  <a:lnTo>
                    <a:pt x="263895" y="3546861"/>
                  </a:lnTo>
                  <a:lnTo>
                    <a:pt x="228107" y="3520225"/>
                  </a:lnTo>
                  <a:lnTo>
                    <a:pt x="194403" y="3491097"/>
                  </a:lnTo>
                  <a:lnTo>
                    <a:pt x="162920" y="3459614"/>
                  </a:lnTo>
                  <a:lnTo>
                    <a:pt x="133793" y="3425910"/>
                  </a:lnTo>
                  <a:lnTo>
                    <a:pt x="107157" y="3390121"/>
                  </a:lnTo>
                  <a:lnTo>
                    <a:pt x="83148" y="3352382"/>
                  </a:lnTo>
                  <a:lnTo>
                    <a:pt x="61900" y="3312829"/>
                  </a:lnTo>
                  <a:lnTo>
                    <a:pt x="43550" y="3271598"/>
                  </a:lnTo>
                  <a:lnTo>
                    <a:pt x="28233" y="3228823"/>
                  </a:lnTo>
                  <a:lnTo>
                    <a:pt x="16084" y="3184640"/>
                  </a:lnTo>
                  <a:lnTo>
                    <a:pt x="7238" y="3139185"/>
                  </a:lnTo>
                  <a:lnTo>
                    <a:pt x="1832" y="3092593"/>
                  </a:lnTo>
                  <a:lnTo>
                    <a:pt x="0" y="3044998"/>
                  </a:lnTo>
                  <a:lnTo>
                    <a:pt x="0" y="609016"/>
                  </a:lnTo>
                  <a:lnTo>
                    <a:pt x="1832" y="561422"/>
                  </a:lnTo>
                  <a:lnTo>
                    <a:pt x="7238" y="514829"/>
                  </a:lnTo>
                  <a:lnTo>
                    <a:pt x="16084" y="469374"/>
                  </a:lnTo>
                  <a:lnTo>
                    <a:pt x="28233" y="425192"/>
                  </a:lnTo>
                  <a:lnTo>
                    <a:pt x="43550" y="382417"/>
                  </a:lnTo>
                  <a:lnTo>
                    <a:pt x="61900" y="341186"/>
                  </a:lnTo>
                  <a:lnTo>
                    <a:pt x="83148" y="301634"/>
                  </a:lnTo>
                  <a:lnTo>
                    <a:pt x="107157" y="263896"/>
                  </a:lnTo>
                  <a:lnTo>
                    <a:pt x="133793" y="228108"/>
                  </a:lnTo>
                  <a:lnTo>
                    <a:pt x="162920" y="194404"/>
                  </a:lnTo>
                  <a:lnTo>
                    <a:pt x="194403" y="162921"/>
                  </a:lnTo>
                  <a:lnTo>
                    <a:pt x="228107" y="133794"/>
                  </a:lnTo>
                  <a:lnTo>
                    <a:pt x="263895" y="107158"/>
                  </a:lnTo>
                  <a:lnTo>
                    <a:pt x="301633" y="83148"/>
                  </a:lnTo>
                  <a:lnTo>
                    <a:pt x="341185" y="61901"/>
                  </a:lnTo>
                  <a:lnTo>
                    <a:pt x="382416" y="43551"/>
                  </a:lnTo>
                  <a:lnTo>
                    <a:pt x="425191" y="28233"/>
                  </a:lnTo>
                  <a:lnTo>
                    <a:pt x="469373" y="16084"/>
                  </a:lnTo>
                  <a:lnTo>
                    <a:pt x="514829" y="7238"/>
                  </a:lnTo>
                  <a:lnTo>
                    <a:pt x="561421" y="1832"/>
                  </a:lnTo>
                  <a:lnTo>
                    <a:pt x="609016" y="0"/>
                  </a:lnTo>
                  <a:lnTo>
                    <a:pt x="3875342" y="0"/>
                  </a:lnTo>
                  <a:lnTo>
                    <a:pt x="3923566" y="1910"/>
                  </a:lnTo>
                  <a:lnTo>
                    <a:pt x="3971189" y="7586"/>
                  </a:lnTo>
                  <a:lnTo>
                    <a:pt x="4018006" y="16943"/>
                  </a:lnTo>
                  <a:lnTo>
                    <a:pt x="4063812" y="29895"/>
                  </a:lnTo>
                  <a:lnTo>
                    <a:pt x="4108404" y="46358"/>
                  </a:lnTo>
                  <a:lnTo>
                    <a:pt x="4151576" y="66248"/>
                  </a:lnTo>
                  <a:lnTo>
                    <a:pt x="4193126" y="89480"/>
                  </a:lnTo>
                  <a:lnTo>
                    <a:pt x="4232847" y="115968"/>
                  </a:lnTo>
                  <a:lnTo>
                    <a:pt x="4270537" y="145629"/>
                  </a:lnTo>
                  <a:lnTo>
                    <a:pt x="4305991" y="178377"/>
                  </a:lnTo>
                  <a:lnTo>
                    <a:pt x="4338736" y="213827"/>
                  </a:lnTo>
                  <a:lnTo>
                    <a:pt x="4368395" y="251515"/>
                  </a:lnTo>
                  <a:lnTo>
                    <a:pt x="4394882" y="291235"/>
                  </a:lnTo>
                  <a:lnTo>
                    <a:pt x="4418113" y="332784"/>
                  </a:lnTo>
                  <a:lnTo>
                    <a:pt x="4438003" y="375956"/>
                  </a:lnTo>
                  <a:lnTo>
                    <a:pt x="4454467" y="420547"/>
                  </a:lnTo>
                  <a:lnTo>
                    <a:pt x="4467420" y="466354"/>
                  </a:lnTo>
                  <a:lnTo>
                    <a:pt x="4476778" y="513170"/>
                  </a:lnTo>
                  <a:lnTo>
                    <a:pt x="4482454" y="560792"/>
                  </a:lnTo>
                  <a:lnTo>
                    <a:pt x="4484366" y="609016"/>
                  </a:lnTo>
                  <a:lnTo>
                    <a:pt x="4484366" y="3044998"/>
                  </a:lnTo>
                  <a:lnTo>
                    <a:pt x="4482533" y="3092593"/>
                  </a:lnTo>
                  <a:lnTo>
                    <a:pt x="4477126" y="3139185"/>
                  </a:lnTo>
                  <a:lnTo>
                    <a:pt x="4468281" y="3184640"/>
                  </a:lnTo>
                  <a:lnTo>
                    <a:pt x="4456131" y="3228823"/>
                  </a:lnTo>
                  <a:lnTo>
                    <a:pt x="4440813" y="3271598"/>
                  </a:lnTo>
                  <a:lnTo>
                    <a:pt x="4422463" y="3312829"/>
                  </a:lnTo>
                  <a:lnTo>
                    <a:pt x="4401215" y="3352382"/>
                  </a:lnTo>
                  <a:lnTo>
                    <a:pt x="4377205" y="3390121"/>
                  </a:lnTo>
                  <a:lnTo>
                    <a:pt x="4350568" y="3425910"/>
                  </a:lnTo>
                  <a:lnTo>
                    <a:pt x="4321440" y="3459614"/>
                  </a:lnTo>
                  <a:lnTo>
                    <a:pt x="4289957" y="3491097"/>
                  </a:lnTo>
                  <a:lnTo>
                    <a:pt x="4256253" y="3520225"/>
                  </a:lnTo>
                  <a:lnTo>
                    <a:pt x="4220464" y="3546861"/>
                  </a:lnTo>
                  <a:lnTo>
                    <a:pt x="4182725" y="3570871"/>
                  </a:lnTo>
                  <a:lnTo>
                    <a:pt x="4143173" y="3592119"/>
                  </a:lnTo>
                  <a:lnTo>
                    <a:pt x="4101941" y="3610470"/>
                  </a:lnTo>
                  <a:lnTo>
                    <a:pt x="4059166" y="3625788"/>
                  </a:lnTo>
                  <a:lnTo>
                    <a:pt x="4014984" y="3637937"/>
                  </a:lnTo>
                  <a:lnTo>
                    <a:pt x="3969528" y="3646783"/>
                  </a:lnTo>
                  <a:lnTo>
                    <a:pt x="3922936" y="3652190"/>
                  </a:lnTo>
                  <a:lnTo>
                    <a:pt x="3875342" y="3654022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599" y="1451367"/>
              <a:ext cx="4484370" cy="3654425"/>
            </a:xfrm>
            <a:custGeom>
              <a:avLst/>
              <a:gdLst/>
              <a:ahLst/>
              <a:cxnLst/>
              <a:rect l="l" t="t" r="r" b="b"/>
              <a:pathLst>
                <a:path w="4484370" h="3654425">
                  <a:moveTo>
                    <a:pt x="0" y="609016"/>
                  </a:moveTo>
                  <a:lnTo>
                    <a:pt x="1832" y="561422"/>
                  </a:lnTo>
                  <a:lnTo>
                    <a:pt x="7238" y="514829"/>
                  </a:lnTo>
                  <a:lnTo>
                    <a:pt x="16084" y="469374"/>
                  </a:lnTo>
                  <a:lnTo>
                    <a:pt x="28233" y="425192"/>
                  </a:lnTo>
                  <a:lnTo>
                    <a:pt x="43550" y="382417"/>
                  </a:lnTo>
                  <a:lnTo>
                    <a:pt x="61900" y="341186"/>
                  </a:lnTo>
                  <a:lnTo>
                    <a:pt x="83148" y="301634"/>
                  </a:lnTo>
                  <a:lnTo>
                    <a:pt x="107157" y="263896"/>
                  </a:lnTo>
                  <a:lnTo>
                    <a:pt x="133793" y="228108"/>
                  </a:lnTo>
                  <a:lnTo>
                    <a:pt x="162920" y="194404"/>
                  </a:lnTo>
                  <a:lnTo>
                    <a:pt x="194403" y="162921"/>
                  </a:lnTo>
                  <a:lnTo>
                    <a:pt x="228107" y="133794"/>
                  </a:lnTo>
                  <a:lnTo>
                    <a:pt x="263895" y="107158"/>
                  </a:lnTo>
                  <a:lnTo>
                    <a:pt x="301633" y="83148"/>
                  </a:lnTo>
                  <a:lnTo>
                    <a:pt x="341185" y="61901"/>
                  </a:lnTo>
                  <a:lnTo>
                    <a:pt x="382416" y="43551"/>
                  </a:lnTo>
                  <a:lnTo>
                    <a:pt x="425191" y="28233"/>
                  </a:lnTo>
                  <a:lnTo>
                    <a:pt x="469373" y="16084"/>
                  </a:lnTo>
                  <a:lnTo>
                    <a:pt x="514829" y="7238"/>
                  </a:lnTo>
                  <a:lnTo>
                    <a:pt x="561421" y="1832"/>
                  </a:lnTo>
                  <a:lnTo>
                    <a:pt x="609016" y="0"/>
                  </a:lnTo>
                  <a:lnTo>
                    <a:pt x="3875342" y="0"/>
                  </a:lnTo>
                  <a:lnTo>
                    <a:pt x="3923566" y="1910"/>
                  </a:lnTo>
                  <a:lnTo>
                    <a:pt x="3971189" y="7586"/>
                  </a:lnTo>
                  <a:lnTo>
                    <a:pt x="4018006" y="16943"/>
                  </a:lnTo>
                  <a:lnTo>
                    <a:pt x="4063812" y="29895"/>
                  </a:lnTo>
                  <a:lnTo>
                    <a:pt x="4108404" y="46358"/>
                  </a:lnTo>
                  <a:lnTo>
                    <a:pt x="4151576" y="66248"/>
                  </a:lnTo>
                  <a:lnTo>
                    <a:pt x="4193126" y="89480"/>
                  </a:lnTo>
                  <a:lnTo>
                    <a:pt x="4232847" y="115968"/>
                  </a:lnTo>
                  <a:lnTo>
                    <a:pt x="4270537" y="145628"/>
                  </a:lnTo>
                  <a:lnTo>
                    <a:pt x="4305991" y="178377"/>
                  </a:lnTo>
                  <a:lnTo>
                    <a:pt x="4338736" y="213827"/>
                  </a:lnTo>
                  <a:lnTo>
                    <a:pt x="4368395" y="251515"/>
                  </a:lnTo>
                  <a:lnTo>
                    <a:pt x="4394882" y="291235"/>
                  </a:lnTo>
                  <a:lnTo>
                    <a:pt x="4418113" y="332784"/>
                  </a:lnTo>
                  <a:lnTo>
                    <a:pt x="4438003" y="375956"/>
                  </a:lnTo>
                  <a:lnTo>
                    <a:pt x="4454467" y="420547"/>
                  </a:lnTo>
                  <a:lnTo>
                    <a:pt x="4467420" y="466354"/>
                  </a:lnTo>
                  <a:lnTo>
                    <a:pt x="4476778" y="513170"/>
                  </a:lnTo>
                  <a:lnTo>
                    <a:pt x="4482454" y="560792"/>
                  </a:lnTo>
                  <a:lnTo>
                    <a:pt x="4484365" y="609016"/>
                  </a:lnTo>
                  <a:lnTo>
                    <a:pt x="4484365" y="3044998"/>
                  </a:lnTo>
                  <a:lnTo>
                    <a:pt x="4482533" y="3092593"/>
                  </a:lnTo>
                  <a:lnTo>
                    <a:pt x="4477126" y="3139185"/>
                  </a:lnTo>
                  <a:lnTo>
                    <a:pt x="4468280" y="3184640"/>
                  </a:lnTo>
                  <a:lnTo>
                    <a:pt x="4456131" y="3228823"/>
                  </a:lnTo>
                  <a:lnTo>
                    <a:pt x="4440813" y="3271598"/>
                  </a:lnTo>
                  <a:lnTo>
                    <a:pt x="4422463" y="3312829"/>
                  </a:lnTo>
                  <a:lnTo>
                    <a:pt x="4401215" y="3352382"/>
                  </a:lnTo>
                  <a:lnTo>
                    <a:pt x="4377205" y="3390121"/>
                  </a:lnTo>
                  <a:lnTo>
                    <a:pt x="4350568" y="3425909"/>
                  </a:lnTo>
                  <a:lnTo>
                    <a:pt x="4321440" y="3459613"/>
                  </a:lnTo>
                  <a:lnTo>
                    <a:pt x="4289957" y="3491097"/>
                  </a:lnTo>
                  <a:lnTo>
                    <a:pt x="4256253" y="3520225"/>
                  </a:lnTo>
                  <a:lnTo>
                    <a:pt x="4220464" y="3546861"/>
                  </a:lnTo>
                  <a:lnTo>
                    <a:pt x="4182725" y="3570871"/>
                  </a:lnTo>
                  <a:lnTo>
                    <a:pt x="4143173" y="3592119"/>
                  </a:lnTo>
                  <a:lnTo>
                    <a:pt x="4101941" y="3610470"/>
                  </a:lnTo>
                  <a:lnTo>
                    <a:pt x="4059166" y="3625788"/>
                  </a:lnTo>
                  <a:lnTo>
                    <a:pt x="4014984" y="3637937"/>
                  </a:lnTo>
                  <a:lnTo>
                    <a:pt x="3969528" y="3646783"/>
                  </a:lnTo>
                  <a:lnTo>
                    <a:pt x="3922936" y="3652190"/>
                  </a:lnTo>
                  <a:lnTo>
                    <a:pt x="3875342" y="3654022"/>
                  </a:lnTo>
                  <a:lnTo>
                    <a:pt x="609016" y="3654022"/>
                  </a:lnTo>
                  <a:lnTo>
                    <a:pt x="561421" y="3652190"/>
                  </a:lnTo>
                  <a:lnTo>
                    <a:pt x="514829" y="3646783"/>
                  </a:lnTo>
                  <a:lnTo>
                    <a:pt x="469373" y="3637937"/>
                  </a:lnTo>
                  <a:lnTo>
                    <a:pt x="425191" y="3625788"/>
                  </a:lnTo>
                  <a:lnTo>
                    <a:pt x="382416" y="3610470"/>
                  </a:lnTo>
                  <a:lnTo>
                    <a:pt x="341185" y="3592119"/>
                  </a:lnTo>
                  <a:lnTo>
                    <a:pt x="301633" y="3570871"/>
                  </a:lnTo>
                  <a:lnTo>
                    <a:pt x="263895" y="3546861"/>
                  </a:lnTo>
                  <a:lnTo>
                    <a:pt x="228107" y="3520225"/>
                  </a:lnTo>
                  <a:lnTo>
                    <a:pt x="194403" y="3491097"/>
                  </a:lnTo>
                  <a:lnTo>
                    <a:pt x="162920" y="3459613"/>
                  </a:lnTo>
                  <a:lnTo>
                    <a:pt x="133793" y="3425909"/>
                  </a:lnTo>
                  <a:lnTo>
                    <a:pt x="107157" y="3390121"/>
                  </a:lnTo>
                  <a:lnTo>
                    <a:pt x="83148" y="3352382"/>
                  </a:lnTo>
                  <a:lnTo>
                    <a:pt x="61900" y="3312829"/>
                  </a:lnTo>
                  <a:lnTo>
                    <a:pt x="43550" y="3271598"/>
                  </a:lnTo>
                  <a:lnTo>
                    <a:pt x="28233" y="3228823"/>
                  </a:lnTo>
                  <a:lnTo>
                    <a:pt x="16084" y="3184640"/>
                  </a:lnTo>
                  <a:lnTo>
                    <a:pt x="7238" y="3139185"/>
                  </a:lnTo>
                  <a:lnTo>
                    <a:pt x="1832" y="3092593"/>
                  </a:lnTo>
                  <a:lnTo>
                    <a:pt x="0" y="3044998"/>
                  </a:lnTo>
                  <a:lnTo>
                    <a:pt x="0" y="609016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0473" y="2402457"/>
            <a:ext cx="3999229" cy="17113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just">
              <a:lnSpc>
                <a:spcPts val="2170"/>
              </a:lnSpc>
              <a:spcBef>
                <a:spcPts val="360"/>
              </a:spcBef>
            </a:pPr>
            <a:r>
              <a:rPr sz="2000" spc="155" dirty="0">
                <a:solidFill>
                  <a:srgbClr val="FFFFFF"/>
                </a:solidFill>
                <a:latin typeface="Arial"/>
                <a:cs typeface="Arial"/>
              </a:rPr>
              <a:t>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navigability of a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water </a:t>
            </a:r>
            <a:r>
              <a:rPr sz="2000" spc="-90" dirty="0">
                <a:solidFill>
                  <a:srgbClr val="FFFFFF"/>
                </a:solidFill>
                <a:latin typeface="Times New Roman"/>
                <a:cs typeface="Times New Roman"/>
              </a:rPr>
              <a:t>system 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enabled through 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regulation by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dam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may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an impetus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trade  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development. Inland navigation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is  the most cost effective and least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polluting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means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transportation.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00240" y="2022345"/>
            <a:ext cx="3860267" cy="46207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5089" y="0"/>
              <a:ext cx="4800590" cy="167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467" y="1737729"/>
              <a:ext cx="4141470" cy="1217295"/>
            </a:xfrm>
            <a:custGeom>
              <a:avLst/>
              <a:gdLst/>
              <a:ahLst/>
              <a:cxnLst/>
              <a:rect l="l" t="t" r="r" b="b"/>
              <a:pathLst>
                <a:path w="4141470" h="1217295">
                  <a:moveTo>
                    <a:pt x="3938649" y="1216790"/>
                  </a:moveTo>
                  <a:lnTo>
                    <a:pt x="202804" y="1216790"/>
                  </a:lnTo>
                  <a:lnTo>
                    <a:pt x="156303" y="1211433"/>
                  </a:lnTo>
                  <a:lnTo>
                    <a:pt x="113616" y="1196176"/>
                  </a:lnTo>
                  <a:lnTo>
                    <a:pt x="75960" y="1172236"/>
                  </a:lnTo>
                  <a:lnTo>
                    <a:pt x="44554" y="1140829"/>
                  </a:lnTo>
                  <a:lnTo>
                    <a:pt x="20613" y="1103175"/>
                  </a:lnTo>
                  <a:lnTo>
                    <a:pt x="5356" y="1060489"/>
                  </a:lnTo>
                  <a:lnTo>
                    <a:pt x="0" y="1013990"/>
                  </a:lnTo>
                  <a:lnTo>
                    <a:pt x="0" y="202804"/>
                  </a:lnTo>
                  <a:lnTo>
                    <a:pt x="5356" y="156303"/>
                  </a:lnTo>
                  <a:lnTo>
                    <a:pt x="20613" y="113616"/>
                  </a:lnTo>
                  <a:lnTo>
                    <a:pt x="44554" y="75961"/>
                  </a:lnTo>
                  <a:lnTo>
                    <a:pt x="75960" y="44554"/>
                  </a:lnTo>
                  <a:lnTo>
                    <a:pt x="113616" y="20613"/>
                  </a:lnTo>
                  <a:lnTo>
                    <a:pt x="156303" y="5356"/>
                  </a:lnTo>
                  <a:lnTo>
                    <a:pt x="202804" y="0"/>
                  </a:lnTo>
                  <a:lnTo>
                    <a:pt x="3938649" y="0"/>
                  </a:lnTo>
                  <a:lnTo>
                    <a:pt x="3978405" y="3932"/>
                  </a:lnTo>
                  <a:lnTo>
                    <a:pt x="4016267" y="15437"/>
                  </a:lnTo>
                  <a:lnTo>
                    <a:pt x="4051176" y="34073"/>
                  </a:lnTo>
                  <a:lnTo>
                    <a:pt x="4082073" y="59399"/>
                  </a:lnTo>
                  <a:lnTo>
                    <a:pt x="4107396" y="90287"/>
                  </a:lnTo>
                  <a:lnTo>
                    <a:pt x="4126033" y="125194"/>
                  </a:lnTo>
                  <a:lnTo>
                    <a:pt x="4137539" y="163054"/>
                  </a:lnTo>
                  <a:lnTo>
                    <a:pt x="4141473" y="202804"/>
                  </a:lnTo>
                  <a:lnTo>
                    <a:pt x="4141473" y="1013990"/>
                  </a:lnTo>
                  <a:lnTo>
                    <a:pt x="4136117" y="1060489"/>
                  </a:lnTo>
                  <a:lnTo>
                    <a:pt x="4120859" y="1103175"/>
                  </a:lnTo>
                  <a:lnTo>
                    <a:pt x="4096917" y="1140829"/>
                  </a:lnTo>
                  <a:lnTo>
                    <a:pt x="4065508" y="1172236"/>
                  </a:lnTo>
                  <a:lnTo>
                    <a:pt x="4027849" y="1196176"/>
                  </a:lnTo>
                  <a:lnTo>
                    <a:pt x="3985157" y="1211433"/>
                  </a:lnTo>
                  <a:lnTo>
                    <a:pt x="3938649" y="121679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8467" y="1737729"/>
              <a:ext cx="4141470" cy="1217295"/>
            </a:xfrm>
            <a:custGeom>
              <a:avLst/>
              <a:gdLst/>
              <a:ahLst/>
              <a:cxnLst/>
              <a:rect l="l" t="t" r="r" b="b"/>
              <a:pathLst>
                <a:path w="4141470" h="1217295">
                  <a:moveTo>
                    <a:pt x="0" y="202804"/>
                  </a:moveTo>
                  <a:lnTo>
                    <a:pt x="5356" y="156303"/>
                  </a:lnTo>
                  <a:lnTo>
                    <a:pt x="20613" y="113616"/>
                  </a:lnTo>
                  <a:lnTo>
                    <a:pt x="44554" y="75961"/>
                  </a:lnTo>
                  <a:lnTo>
                    <a:pt x="75960" y="44554"/>
                  </a:lnTo>
                  <a:lnTo>
                    <a:pt x="113616" y="20613"/>
                  </a:lnTo>
                  <a:lnTo>
                    <a:pt x="156303" y="5356"/>
                  </a:lnTo>
                  <a:lnTo>
                    <a:pt x="202804" y="0"/>
                  </a:lnTo>
                  <a:lnTo>
                    <a:pt x="3938649" y="0"/>
                  </a:lnTo>
                  <a:lnTo>
                    <a:pt x="3978405" y="3932"/>
                  </a:lnTo>
                  <a:lnTo>
                    <a:pt x="4016267" y="15437"/>
                  </a:lnTo>
                  <a:lnTo>
                    <a:pt x="4051176" y="34073"/>
                  </a:lnTo>
                  <a:lnTo>
                    <a:pt x="4082073" y="59399"/>
                  </a:lnTo>
                  <a:lnTo>
                    <a:pt x="4107396" y="90287"/>
                  </a:lnTo>
                  <a:lnTo>
                    <a:pt x="4126033" y="125194"/>
                  </a:lnTo>
                  <a:lnTo>
                    <a:pt x="4137539" y="163054"/>
                  </a:lnTo>
                  <a:lnTo>
                    <a:pt x="4141473" y="202804"/>
                  </a:lnTo>
                  <a:lnTo>
                    <a:pt x="4141473" y="1013990"/>
                  </a:lnTo>
                  <a:lnTo>
                    <a:pt x="4136117" y="1060489"/>
                  </a:lnTo>
                  <a:lnTo>
                    <a:pt x="4120859" y="1103175"/>
                  </a:lnTo>
                  <a:lnTo>
                    <a:pt x="4096917" y="1140829"/>
                  </a:lnTo>
                  <a:lnTo>
                    <a:pt x="4065508" y="1172236"/>
                  </a:lnTo>
                  <a:lnTo>
                    <a:pt x="4027849" y="1196176"/>
                  </a:lnTo>
                  <a:lnTo>
                    <a:pt x="3985157" y="1211433"/>
                  </a:lnTo>
                  <a:lnTo>
                    <a:pt x="3938649" y="1216790"/>
                  </a:lnTo>
                  <a:lnTo>
                    <a:pt x="202804" y="1216790"/>
                  </a:lnTo>
                  <a:lnTo>
                    <a:pt x="156303" y="1211433"/>
                  </a:lnTo>
                  <a:lnTo>
                    <a:pt x="113616" y="1196176"/>
                  </a:lnTo>
                  <a:lnTo>
                    <a:pt x="75960" y="1172236"/>
                  </a:lnTo>
                  <a:lnTo>
                    <a:pt x="44554" y="1140829"/>
                  </a:lnTo>
                  <a:lnTo>
                    <a:pt x="20613" y="1103175"/>
                  </a:lnTo>
                  <a:lnTo>
                    <a:pt x="5356" y="1060489"/>
                  </a:lnTo>
                  <a:lnTo>
                    <a:pt x="0" y="1013990"/>
                  </a:lnTo>
                  <a:lnTo>
                    <a:pt x="0" y="20280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11366" y="1884544"/>
            <a:ext cx="3889375" cy="88265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95250" algn="just">
              <a:lnSpc>
                <a:spcPts val="2170"/>
              </a:lnSpc>
              <a:spcBef>
                <a:spcPts val="360"/>
              </a:spcBef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Finally, the lakes created through  water storage can additionally serve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recreational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and touristic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purposes.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43615" y="1142997"/>
            <a:ext cx="4500880" cy="5024755"/>
            <a:chOff x="4643615" y="1142997"/>
            <a:chExt cx="4500880" cy="5024755"/>
          </a:xfrm>
        </p:grpSpPr>
        <p:sp>
          <p:nvSpPr>
            <p:cNvPr id="13" name="object 13"/>
            <p:cNvSpPr/>
            <p:nvPr/>
          </p:nvSpPr>
          <p:spPr>
            <a:xfrm>
              <a:off x="4643615" y="3785617"/>
              <a:ext cx="4500365" cy="23819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43615" y="1142997"/>
              <a:ext cx="3928867" cy="257249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380"/>
              </a:spcBef>
            </a:pPr>
            <a:r>
              <a:rPr b="0" i="0" spc="40" dirty="0">
                <a:latin typeface="Arial"/>
                <a:cs typeface="Arial"/>
              </a:rPr>
              <a:t>“</a:t>
            </a:r>
            <a:r>
              <a:rPr spc="40" dirty="0"/>
              <a:t>60% </a:t>
            </a:r>
            <a:r>
              <a:rPr spc="-5" dirty="0"/>
              <a:t>of total stream flow is regulated by dams and reservoirs for  </a:t>
            </a:r>
            <a:r>
              <a:rPr i="1" spc="-5" dirty="0"/>
              <a:t>flood control” (Jiles and Spencer,</a:t>
            </a:r>
            <a:r>
              <a:rPr i="1" spc="-10" dirty="0"/>
              <a:t> </a:t>
            </a:r>
            <a:r>
              <a:rPr i="1" spc="-5" dirty="0"/>
              <a:t>1995).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7519" y="4335941"/>
            <a:ext cx="7792084" cy="861060"/>
            <a:chOff x="477519" y="4335941"/>
            <a:chExt cx="7792084" cy="861060"/>
          </a:xfrm>
        </p:grpSpPr>
        <p:sp>
          <p:nvSpPr>
            <p:cNvPr id="4" name="object 4"/>
            <p:cNvSpPr/>
            <p:nvPr/>
          </p:nvSpPr>
          <p:spPr>
            <a:xfrm>
              <a:off x="490219" y="4348641"/>
              <a:ext cx="7766684" cy="835660"/>
            </a:xfrm>
            <a:custGeom>
              <a:avLst/>
              <a:gdLst/>
              <a:ahLst/>
              <a:cxnLst/>
              <a:rect l="l" t="t" r="r" b="b"/>
              <a:pathLst>
                <a:path w="7766684" h="835660">
                  <a:moveTo>
                    <a:pt x="7627439" y="835373"/>
                  </a:moveTo>
                  <a:lnTo>
                    <a:pt x="139232" y="835373"/>
                  </a:lnTo>
                  <a:lnTo>
                    <a:pt x="95223" y="828273"/>
                  </a:lnTo>
                  <a:lnTo>
                    <a:pt x="57002" y="808504"/>
                  </a:lnTo>
                  <a:lnTo>
                    <a:pt x="26863" y="778360"/>
                  </a:lnTo>
                  <a:lnTo>
                    <a:pt x="7098" y="740135"/>
                  </a:lnTo>
                  <a:lnTo>
                    <a:pt x="0" y="696123"/>
                  </a:lnTo>
                  <a:lnTo>
                    <a:pt x="0" y="139224"/>
                  </a:lnTo>
                  <a:lnTo>
                    <a:pt x="7098" y="95215"/>
                  </a:lnTo>
                  <a:lnTo>
                    <a:pt x="26863" y="56996"/>
                  </a:lnTo>
                  <a:lnTo>
                    <a:pt x="57002" y="26859"/>
                  </a:lnTo>
                  <a:lnTo>
                    <a:pt x="95223" y="7096"/>
                  </a:lnTo>
                  <a:lnTo>
                    <a:pt x="139232" y="0"/>
                  </a:lnTo>
                  <a:lnTo>
                    <a:pt x="7627439" y="0"/>
                  </a:lnTo>
                  <a:lnTo>
                    <a:pt x="7680714" y="10590"/>
                  </a:lnTo>
                  <a:lnTo>
                    <a:pt x="7725889" y="40774"/>
                  </a:lnTo>
                  <a:lnTo>
                    <a:pt x="7756064" y="85940"/>
                  </a:lnTo>
                  <a:lnTo>
                    <a:pt x="7766664" y="139224"/>
                  </a:lnTo>
                  <a:lnTo>
                    <a:pt x="7766664" y="696123"/>
                  </a:lnTo>
                  <a:lnTo>
                    <a:pt x="7759567" y="740135"/>
                  </a:lnTo>
                  <a:lnTo>
                    <a:pt x="7739804" y="778360"/>
                  </a:lnTo>
                  <a:lnTo>
                    <a:pt x="7709667" y="808504"/>
                  </a:lnTo>
                  <a:lnTo>
                    <a:pt x="7671448" y="828273"/>
                  </a:lnTo>
                  <a:lnTo>
                    <a:pt x="7627439" y="83537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219" y="4348641"/>
              <a:ext cx="7766684" cy="835660"/>
            </a:xfrm>
            <a:custGeom>
              <a:avLst/>
              <a:gdLst/>
              <a:ahLst/>
              <a:cxnLst/>
              <a:rect l="l" t="t" r="r" b="b"/>
              <a:pathLst>
                <a:path w="7766684" h="835660">
                  <a:moveTo>
                    <a:pt x="0" y="139224"/>
                  </a:moveTo>
                  <a:lnTo>
                    <a:pt x="7098" y="95215"/>
                  </a:lnTo>
                  <a:lnTo>
                    <a:pt x="26863" y="56996"/>
                  </a:lnTo>
                  <a:lnTo>
                    <a:pt x="57002" y="26859"/>
                  </a:lnTo>
                  <a:lnTo>
                    <a:pt x="95223" y="7096"/>
                  </a:lnTo>
                  <a:lnTo>
                    <a:pt x="139232" y="0"/>
                  </a:lnTo>
                  <a:lnTo>
                    <a:pt x="7627439" y="0"/>
                  </a:lnTo>
                  <a:lnTo>
                    <a:pt x="7680714" y="10590"/>
                  </a:lnTo>
                  <a:lnTo>
                    <a:pt x="7725889" y="40774"/>
                  </a:lnTo>
                  <a:lnTo>
                    <a:pt x="7756064" y="85940"/>
                  </a:lnTo>
                  <a:lnTo>
                    <a:pt x="7766664" y="139224"/>
                  </a:lnTo>
                  <a:lnTo>
                    <a:pt x="7766664" y="696123"/>
                  </a:lnTo>
                  <a:lnTo>
                    <a:pt x="7759567" y="740135"/>
                  </a:lnTo>
                  <a:lnTo>
                    <a:pt x="7739804" y="778360"/>
                  </a:lnTo>
                  <a:lnTo>
                    <a:pt x="7709667" y="808504"/>
                  </a:lnTo>
                  <a:lnTo>
                    <a:pt x="7671448" y="828273"/>
                  </a:lnTo>
                  <a:lnTo>
                    <a:pt x="7627439" y="835373"/>
                  </a:lnTo>
                  <a:lnTo>
                    <a:pt x="139232" y="835373"/>
                  </a:lnTo>
                  <a:lnTo>
                    <a:pt x="95223" y="828273"/>
                  </a:lnTo>
                  <a:lnTo>
                    <a:pt x="57002" y="808504"/>
                  </a:lnTo>
                  <a:lnTo>
                    <a:pt x="26863" y="778360"/>
                  </a:lnTo>
                  <a:lnTo>
                    <a:pt x="7098" y="740135"/>
                  </a:lnTo>
                  <a:lnTo>
                    <a:pt x="0" y="696123"/>
                  </a:lnTo>
                  <a:lnTo>
                    <a:pt x="0" y="13922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94497" y="4431595"/>
            <a:ext cx="7459345" cy="6311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400"/>
              </a:spcBef>
            </a:pPr>
            <a:r>
              <a:rPr sz="2100" b="1" i="1" spc="-5" dirty="0">
                <a:solidFill>
                  <a:srgbClr val="FFFFFF"/>
                </a:solidFill>
                <a:latin typeface="Carlito"/>
                <a:cs typeface="Carlito"/>
              </a:rPr>
              <a:t>This is due to flood peaks being reduced, and the uniformity in base  flow being increased</a:t>
            </a:r>
            <a:r>
              <a:rPr sz="2100" b="1" i="1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100" b="1" i="1" spc="-5" dirty="0">
                <a:solidFill>
                  <a:srgbClr val="FFFFFF"/>
                </a:solidFill>
                <a:latin typeface="Carlito"/>
                <a:cs typeface="Carlito"/>
              </a:rPr>
              <a:t>throughout.</a:t>
            </a:r>
            <a:endParaRPr sz="2100">
              <a:latin typeface="Carlito"/>
              <a:cs typeface="Carli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319" y="0"/>
            <a:ext cx="7574280" cy="1463040"/>
            <a:chOff x="274319" y="0"/>
            <a:chExt cx="7574280" cy="1463040"/>
          </a:xfrm>
        </p:grpSpPr>
        <p:sp>
          <p:nvSpPr>
            <p:cNvPr id="8" name="object 8"/>
            <p:cNvSpPr/>
            <p:nvPr/>
          </p:nvSpPr>
          <p:spPr>
            <a:xfrm>
              <a:off x="274319" y="737616"/>
              <a:ext cx="7266410" cy="64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9550" y="0"/>
              <a:ext cx="6842683" cy="12710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50814" y="0"/>
              <a:ext cx="2297520" cy="12832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6316" y="0"/>
              <a:ext cx="1383522" cy="1279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3455" y="0"/>
              <a:ext cx="3017311" cy="127964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0683" y="1370201"/>
              <a:ext cx="6944850" cy="928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8660" y="1370199"/>
              <a:ext cx="6882765" cy="63500"/>
            </a:xfrm>
            <a:custGeom>
              <a:avLst/>
              <a:gdLst/>
              <a:ahLst/>
              <a:cxnLst/>
              <a:rect l="l" t="t" r="r" b="b"/>
              <a:pathLst>
                <a:path w="6882765" h="63500">
                  <a:moveTo>
                    <a:pt x="0" y="0"/>
                  </a:moveTo>
                  <a:lnTo>
                    <a:pt x="6882573" y="0"/>
                  </a:lnTo>
                  <a:lnTo>
                    <a:pt x="6882573" y="15812"/>
                  </a:lnTo>
                  <a:lnTo>
                    <a:pt x="6882573" y="31622"/>
                  </a:lnTo>
                  <a:lnTo>
                    <a:pt x="6882573" y="47434"/>
                  </a:lnTo>
                  <a:lnTo>
                    <a:pt x="6882573" y="63247"/>
                  </a:lnTo>
                  <a:lnTo>
                    <a:pt x="6831598" y="63247"/>
                  </a:lnTo>
                  <a:lnTo>
                    <a:pt x="0" y="63247"/>
                  </a:lnTo>
                  <a:lnTo>
                    <a:pt x="0" y="47434"/>
                  </a:lnTo>
                  <a:lnTo>
                    <a:pt x="0" y="31622"/>
                  </a:lnTo>
                  <a:lnTo>
                    <a:pt x="0" y="15812"/>
                  </a:lnTo>
                  <a:lnTo>
                    <a:pt x="0" y="0"/>
                  </a:lnTo>
                  <a:close/>
                </a:path>
              </a:pathLst>
            </a:custGeom>
            <a:ln w="12174">
              <a:solidFill>
                <a:srgbClr val="E9E9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2989"/>
            <a:ext cx="9144000" cy="1905000"/>
            <a:chOff x="0" y="4952989"/>
            <a:chExt cx="9144000" cy="1905000"/>
          </a:xfrm>
        </p:grpSpPr>
        <p:sp>
          <p:nvSpPr>
            <p:cNvPr id="3" name="object 3"/>
            <p:cNvSpPr/>
            <p:nvPr/>
          </p:nvSpPr>
          <p:spPr>
            <a:xfrm>
              <a:off x="1687064" y="4952989"/>
              <a:ext cx="7457440" cy="487680"/>
            </a:xfrm>
            <a:custGeom>
              <a:avLst/>
              <a:gdLst/>
              <a:ahLst/>
              <a:cxnLst/>
              <a:rect l="l" t="t" r="r" b="b"/>
              <a:pathLst>
                <a:path w="7457440" h="487679">
                  <a:moveTo>
                    <a:pt x="7456917" y="487674"/>
                  </a:moveTo>
                  <a:lnTo>
                    <a:pt x="0" y="289674"/>
                  </a:lnTo>
                  <a:lnTo>
                    <a:pt x="7456917" y="0"/>
                  </a:lnTo>
                  <a:lnTo>
                    <a:pt x="7456917" y="487674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0958" y="5237989"/>
              <a:ext cx="9033510" cy="788035"/>
            </a:xfrm>
            <a:custGeom>
              <a:avLst/>
              <a:gdLst/>
              <a:ahLst/>
              <a:cxnLst/>
              <a:rect l="l" t="t" r="r" b="b"/>
              <a:pathLst>
                <a:path w="9033510" h="788035">
                  <a:moveTo>
                    <a:pt x="9033022" y="787898"/>
                  </a:moveTo>
                  <a:lnTo>
                    <a:pt x="0" y="0"/>
                  </a:lnTo>
                  <a:lnTo>
                    <a:pt x="9033022" y="0"/>
                  </a:lnTo>
                  <a:lnTo>
                    <a:pt x="9033022" y="7878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98714"/>
              <a:ext cx="9143981" cy="18592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991314"/>
              <a:ext cx="9143981" cy="8022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2371" y="439800"/>
            <a:ext cx="3047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DISADVANTAGES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678211" y="1320673"/>
            <a:ext cx="7407275" cy="2265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indent="-2978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09245" algn="l"/>
                <a:tab pos="310515" algn="l"/>
              </a:tabLst>
            </a:pPr>
            <a:r>
              <a:rPr sz="2400" spc="-5" dirty="0">
                <a:latin typeface="Times New Roman"/>
                <a:cs typeface="Times New Roman"/>
              </a:rPr>
              <a:t>Dams </a:t>
            </a:r>
            <a:r>
              <a:rPr sz="2400" dirty="0">
                <a:latin typeface="Times New Roman"/>
                <a:cs typeface="Times New Roman"/>
              </a:rPr>
              <a:t>have </a:t>
            </a:r>
            <a:r>
              <a:rPr sz="2400" spc="-5" dirty="0">
                <a:latin typeface="Times New Roman"/>
                <a:cs typeface="Times New Roman"/>
              </a:rPr>
              <a:t>endangered some species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fish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386080" indent="-374015">
              <a:lnSpc>
                <a:spcPct val="100000"/>
              </a:lnSpc>
              <a:buFont typeface="Arial"/>
              <a:buChar char="•"/>
              <a:tabLst>
                <a:tab pos="385445" algn="l"/>
                <a:tab pos="386715" algn="l"/>
                <a:tab pos="601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Reservoirs can </a:t>
            </a:r>
            <a:r>
              <a:rPr sz="2400" dirty="0">
                <a:latin typeface="Times New Roman"/>
                <a:cs typeface="Times New Roman"/>
              </a:rPr>
              <a:t>foster diseases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 not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properly	</a:t>
            </a:r>
            <a:r>
              <a:rPr sz="2400" spc="-5" dirty="0">
                <a:latin typeface="Times New Roman"/>
                <a:cs typeface="Times New Roman"/>
              </a:rPr>
              <a:t>maintained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309880" marR="5080" indent="-297815">
              <a:lnSpc>
                <a:spcPts val="2840"/>
              </a:lnSpc>
              <a:buFont typeface="Arial"/>
              <a:buChar char="•"/>
              <a:tabLst>
                <a:tab pos="309245" algn="l"/>
                <a:tab pos="310515" algn="l"/>
                <a:tab pos="1755775" algn="l"/>
                <a:tab pos="2699385" algn="l"/>
                <a:tab pos="3387725" algn="l"/>
                <a:tab pos="4834890" algn="l"/>
                <a:tab pos="5095240" algn="l"/>
                <a:tab pos="6700520" algn="l"/>
              </a:tabLst>
            </a:pPr>
            <a:r>
              <a:rPr sz="2400" spc="-5" dirty="0">
                <a:latin typeface="Times New Roman"/>
                <a:cs typeface="Times New Roman"/>
              </a:rPr>
              <a:t>Reservoi</a:t>
            </a:r>
            <a:r>
              <a:rPr sz="2400" dirty="0">
                <a:latin typeface="Times New Roman"/>
                <a:cs typeface="Times New Roman"/>
              </a:rPr>
              <a:t>r	</a:t>
            </a:r>
            <a:r>
              <a:rPr sz="2400" spc="-5" dirty="0">
                <a:latin typeface="Times New Roman"/>
                <a:cs typeface="Times New Roman"/>
              </a:rPr>
              <a:t>wate</a:t>
            </a:r>
            <a:r>
              <a:rPr sz="2400" dirty="0">
                <a:latin typeface="Times New Roman"/>
                <a:cs typeface="Times New Roman"/>
              </a:rPr>
              <a:t>r	</a:t>
            </a:r>
            <a:r>
              <a:rPr sz="2400" spc="-5" dirty="0">
                <a:latin typeface="Times New Roman"/>
                <a:cs typeface="Times New Roman"/>
              </a:rPr>
              <a:t>ca</a:t>
            </a:r>
            <a:r>
              <a:rPr sz="2400" dirty="0">
                <a:latin typeface="Times New Roman"/>
                <a:cs typeface="Times New Roman"/>
              </a:rPr>
              <a:t>n	</a:t>
            </a:r>
            <a:r>
              <a:rPr sz="2400" spc="-5" dirty="0">
                <a:latin typeface="Times New Roman"/>
                <a:cs typeface="Times New Roman"/>
              </a:rPr>
              <a:t>evaporat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5" dirty="0">
                <a:latin typeface="Times New Roman"/>
                <a:cs typeface="Times New Roman"/>
              </a:rPr>
              <a:t>significantly</a:t>
            </a:r>
            <a:r>
              <a:rPr sz="2400" dirty="0">
                <a:latin typeface="Times New Roman"/>
                <a:cs typeface="Times New Roman"/>
              </a:rPr>
              <a:t>,	</a:t>
            </a:r>
            <a:r>
              <a:rPr sz="2400" spc="-5" dirty="0">
                <a:latin typeface="Times New Roman"/>
                <a:cs typeface="Times New Roman"/>
              </a:rPr>
              <a:t>Some  </a:t>
            </a:r>
            <a:r>
              <a:rPr sz="2400" dirty="0">
                <a:latin typeface="Times New Roman"/>
                <a:cs typeface="Times New Roman"/>
              </a:rPr>
              <a:t>researchers believe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 reservoirs </a:t>
            </a:r>
            <a:r>
              <a:rPr sz="2400" spc="-5" dirty="0">
                <a:latin typeface="Times New Roman"/>
                <a:cs typeface="Times New Roman"/>
              </a:rPr>
              <a:t>can	cause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earthquakes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6446" y="71627"/>
              <a:ext cx="8607532" cy="11338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398" y="1904996"/>
              <a:ext cx="7159735" cy="320039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6446" y="182878"/>
              <a:ext cx="6297162" cy="11292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398" y="1904996"/>
              <a:ext cx="6476986" cy="397154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8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59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80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3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7" y="918973"/>
                  </a:moveTo>
                  <a:lnTo>
                    <a:pt x="2870464" y="918973"/>
                  </a:lnTo>
                  <a:lnTo>
                    <a:pt x="7924" y="6349"/>
                  </a:lnTo>
                  <a:lnTo>
                    <a:pt x="0" y="0"/>
                  </a:lnTo>
                  <a:lnTo>
                    <a:pt x="3653987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9851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7084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387" y="472439"/>
              <a:ext cx="4009628" cy="90372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5964" y="1328849"/>
              <a:ext cx="4888230" cy="542925"/>
            </a:xfrm>
            <a:custGeom>
              <a:avLst/>
              <a:gdLst/>
              <a:ahLst/>
              <a:cxnLst/>
              <a:rect l="l" t="t" r="r" b="b"/>
              <a:pathLst>
                <a:path w="4888230" h="542925">
                  <a:moveTo>
                    <a:pt x="4797750" y="542878"/>
                  </a:moveTo>
                  <a:lnTo>
                    <a:pt x="90482" y="542878"/>
                  </a:lnTo>
                  <a:lnTo>
                    <a:pt x="55262" y="535768"/>
                  </a:lnTo>
                  <a:lnTo>
                    <a:pt x="26501" y="516377"/>
                  </a:lnTo>
                  <a:lnTo>
                    <a:pt x="7110" y="487616"/>
                  </a:lnTo>
                  <a:lnTo>
                    <a:pt x="0" y="452396"/>
                  </a:lnTo>
                  <a:lnTo>
                    <a:pt x="0" y="90482"/>
                  </a:lnTo>
                  <a:lnTo>
                    <a:pt x="7110" y="55262"/>
                  </a:lnTo>
                  <a:lnTo>
                    <a:pt x="26501" y="26501"/>
                  </a:lnTo>
                  <a:lnTo>
                    <a:pt x="55262" y="7110"/>
                  </a:lnTo>
                  <a:lnTo>
                    <a:pt x="90482" y="0"/>
                  </a:lnTo>
                  <a:lnTo>
                    <a:pt x="4797750" y="0"/>
                  </a:lnTo>
                  <a:lnTo>
                    <a:pt x="4847939" y="15201"/>
                  </a:lnTo>
                  <a:lnTo>
                    <a:pt x="4881331" y="55855"/>
                  </a:lnTo>
                  <a:lnTo>
                    <a:pt x="4888225" y="90482"/>
                  </a:lnTo>
                  <a:lnTo>
                    <a:pt x="4888225" y="452396"/>
                  </a:lnTo>
                  <a:lnTo>
                    <a:pt x="4881112" y="487616"/>
                  </a:lnTo>
                  <a:lnTo>
                    <a:pt x="4861718" y="516377"/>
                  </a:lnTo>
                  <a:lnTo>
                    <a:pt x="4832959" y="535768"/>
                  </a:lnTo>
                  <a:lnTo>
                    <a:pt x="4797750" y="54287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5964" y="1328849"/>
              <a:ext cx="4888230" cy="542925"/>
            </a:xfrm>
            <a:custGeom>
              <a:avLst/>
              <a:gdLst/>
              <a:ahLst/>
              <a:cxnLst/>
              <a:rect l="l" t="t" r="r" b="b"/>
              <a:pathLst>
                <a:path w="4888230" h="542925">
                  <a:moveTo>
                    <a:pt x="0" y="90482"/>
                  </a:moveTo>
                  <a:lnTo>
                    <a:pt x="7110" y="55262"/>
                  </a:lnTo>
                  <a:lnTo>
                    <a:pt x="26501" y="26501"/>
                  </a:lnTo>
                  <a:lnTo>
                    <a:pt x="55262" y="7110"/>
                  </a:lnTo>
                  <a:lnTo>
                    <a:pt x="90482" y="0"/>
                  </a:lnTo>
                  <a:lnTo>
                    <a:pt x="4797750" y="0"/>
                  </a:lnTo>
                  <a:lnTo>
                    <a:pt x="4847939" y="15201"/>
                  </a:lnTo>
                  <a:lnTo>
                    <a:pt x="4881331" y="55855"/>
                  </a:lnTo>
                  <a:lnTo>
                    <a:pt x="4888225" y="90482"/>
                  </a:lnTo>
                  <a:lnTo>
                    <a:pt x="4888225" y="452396"/>
                  </a:lnTo>
                  <a:lnTo>
                    <a:pt x="4881112" y="487616"/>
                  </a:lnTo>
                  <a:lnTo>
                    <a:pt x="4861718" y="516377"/>
                  </a:lnTo>
                  <a:lnTo>
                    <a:pt x="4832959" y="535768"/>
                  </a:lnTo>
                  <a:lnTo>
                    <a:pt x="4797750" y="542878"/>
                  </a:lnTo>
                  <a:lnTo>
                    <a:pt x="90482" y="542878"/>
                  </a:lnTo>
                  <a:lnTo>
                    <a:pt x="55262" y="535768"/>
                  </a:lnTo>
                  <a:lnTo>
                    <a:pt x="26501" y="516377"/>
                  </a:lnTo>
                  <a:lnTo>
                    <a:pt x="7110" y="487616"/>
                  </a:lnTo>
                  <a:lnTo>
                    <a:pt x="0" y="452396"/>
                  </a:lnTo>
                  <a:lnTo>
                    <a:pt x="0" y="90482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25965" y="1414929"/>
            <a:ext cx="42786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5" dirty="0">
                <a:solidFill>
                  <a:srgbClr val="FFFFFF"/>
                </a:solidFill>
              </a:rPr>
              <a:t>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when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 dam fails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it can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catastrophic.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485" y="1847874"/>
            <a:ext cx="4516755" cy="22618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96850" marR="5080" indent="-184785" algn="just">
              <a:lnSpc>
                <a:spcPts val="2470"/>
              </a:lnSpc>
              <a:spcBef>
                <a:spcPts val="420"/>
              </a:spcBef>
              <a:buChar char="•"/>
              <a:tabLst>
                <a:tab pos="197485" algn="l"/>
              </a:tabLst>
            </a:pPr>
            <a:r>
              <a:rPr sz="2300" spc="-5" dirty="0">
                <a:latin typeface="Times New Roman"/>
                <a:cs typeface="Times New Roman"/>
              </a:rPr>
              <a:t>As </a:t>
            </a:r>
            <a:r>
              <a:rPr sz="2300" dirty="0">
                <a:latin typeface="Times New Roman"/>
                <a:cs typeface="Times New Roman"/>
              </a:rPr>
              <a:t>recently </a:t>
            </a:r>
            <a:r>
              <a:rPr sz="2300" spc="-5" dirty="0">
                <a:latin typeface="Times New Roman"/>
                <a:cs typeface="Times New Roman"/>
              </a:rPr>
              <a:t>as </a:t>
            </a:r>
            <a:r>
              <a:rPr sz="2300" dirty="0">
                <a:latin typeface="Times New Roman"/>
                <a:cs typeface="Times New Roman"/>
              </a:rPr>
              <a:t>recently </a:t>
            </a:r>
            <a:r>
              <a:rPr sz="2300" spc="-5" dirty="0">
                <a:latin typeface="Times New Roman"/>
                <a:cs typeface="Times New Roman"/>
              </a:rPr>
              <a:t>as </a:t>
            </a:r>
            <a:r>
              <a:rPr sz="2300" dirty="0">
                <a:latin typeface="Times New Roman"/>
                <a:cs typeface="Times New Roman"/>
              </a:rPr>
              <a:t>2004 </a:t>
            </a:r>
            <a:r>
              <a:rPr sz="2300" spc="-5" dirty="0">
                <a:latin typeface="Times New Roman"/>
                <a:cs typeface="Times New Roman"/>
              </a:rPr>
              <a:t>the  Big Bay Dam in Mississippi </a:t>
            </a:r>
            <a:r>
              <a:rPr sz="2300" dirty="0">
                <a:latin typeface="Times New Roman"/>
                <a:cs typeface="Times New Roman"/>
              </a:rPr>
              <a:t>broke  destroying nearly fifty homes. It </a:t>
            </a:r>
            <a:r>
              <a:rPr sz="2300" spc="-5" dirty="0">
                <a:latin typeface="Times New Roman"/>
                <a:cs typeface="Times New Roman"/>
              </a:rPr>
              <a:t>is  </a:t>
            </a:r>
            <a:r>
              <a:rPr sz="2300" dirty="0">
                <a:latin typeface="Times New Roman"/>
                <a:cs typeface="Times New Roman"/>
              </a:rPr>
              <a:t>a </a:t>
            </a:r>
            <a:r>
              <a:rPr sz="2300" spc="-5" dirty="0">
                <a:latin typeface="Times New Roman"/>
                <a:cs typeface="Times New Roman"/>
              </a:rPr>
              <a:t>major concern in civil engineering  to see that </a:t>
            </a:r>
            <a:r>
              <a:rPr sz="2300" dirty="0">
                <a:latin typeface="Times New Roman"/>
                <a:cs typeface="Times New Roman"/>
              </a:rPr>
              <a:t>dams </a:t>
            </a:r>
            <a:r>
              <a:rPr sz="2300" spc="-5" dirty="0">
                <a:latin typeface="Times New Roman"/>
                <a:cs typeface="Times New Roman"/>
              </a:rPr>
              <a:t>are safe </a:t>
            </a:r>
            <a:r>
              <a:rPr sz="2300" dirty="0">
                <a:latin typeface="Times New Roman"/>
                <a:cs typeface="Times New Roman"/>
              </a:rPr>
              <a:t>from  hazards </a:t>
            </a:r>
            <a:r>
              <a:rPr sz="2300" spc="-5" dirty="0">
                <a:latin typeface="Times New Roman"/>
                <a:cs typeface="Times New Roman"/>
              </a:rPr>
              <a:t>such as landslides and  earthquakes.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86739" y="2071110"/>
            <a:ext cx="3512817" cy="27538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03995" cy="6858000"/>
            <a:chOff x="0" y="0"/>
            <a:chExt cx="910399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03831" cy="68579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9714" y="5945123"/>
              <a:ext cx="4898390" cy="913130"/>
            </a:xfrm>
            <a:custGeom>
              <a:avLst/>
              <a:gdLst/>
              <a:ahLst/>
              <a:cxnLst/>
              <a:rect l="l" t="t" r="r" b="b"/>
              <a:pathLst>
                <a:path w="4898390" h="913129">
                  <a:moveTo>
                    <a:pt x="85559" y="21297"/>
                  </a:moveTo>
                  <a:lnTo>
                    <a:pt x="660" y="0"/>
                  </a:lnTo>
                  <a:lnTo>
                    <a:pt x="0" y="5448"/>
                  </a:lnTo>
                  <a:lnTo>
                    <a:pt x="85559" y="21297"/>
                  </a:lnTo>
                  <a:close/>
                </a:path>
                <a:path w="4898390" h="913129">
                  <a:moveTo>
                    <a:pt x="4898148" y="912863"/>
                  </a:moveTo>
                  <a:lnTo>
                    <a:pt x="85559" y="21297"/>
                  </a:lnTo>
                  <a:lnTo>
                    <a:pt x="3637267" y="912863"/>
                  </a:lnTo>
                  <a:lnTo>
                    <a:pt x="4898148" y="912863"/>
                  </a:lnTo>
                  <a:close/>
                </a:path>
              </a:pathLst>
            </a:custGeom>
            <a:solidFill>
              <a:srgbClr val="9ECADB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6009" y="5939013"/>
              <a:ext cx="3654425" cy="919480"/>
            </a:xfrm>
            <a:custGeom>
              <a:avLst/>
              <a:gdLst/>
              <a:ahLst/>
              <a:cxnLst/>
              <a:rect l="l" t="t" r="r" b="b"/>
              <a:pathLst>
                <a:path w="3654425" h="919479">
                  <a:moveTo>
                    <a:pt x="3653982" y="918973"/>
                  </a:moveTo>
                  <a:lnTo>
                    <a:pt x="2870484" y="918973"/>
                  </a:lnTo>
                  <a:lnTo>
                    <a:pt x="7922" y="6349"/>
                  </a:lnTo>
                  <a:lnTo>
                    <a:pt x="0" y="0"/>
                  </a:lnTo>
                  <a:lnTo>
                    <a:pt x="3653982" y="918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89663"/>
              <a:ext cx="3358368" cy="10683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84663"/>
              <a:ext cx="3330693" cy="1073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01698" y="1484496"/>
            <a:ext cx="76403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81710" algn="just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Dams are </a:t>
            </a:r>
            <a:r>
              <a:rPr sz="2000" dirty="0">
                <a:latin typeface="Times New Roman"/>
                <a:cs typeface="Times New Roman"/>
              </a:rPr>
              <a:t>very </a:t>
            </a:r>
            <a:r>
              <a:rPr sz="2000" spc="-5" dirty="0">
                <a:latin typeface="Times New Roman"/>
                <a:cs typeface="Times New Roman"/>
              </a:rPr>
              <a:t>costly </a:t>
            </a:r>
            <a:r>
              <a:rPr sz="2000" dirty="0">
                <a:latin typeface="Times New Roman"/>
                <a:cs typeface="Times New Roman"/>
              </a:rPr>
              <a:t>projects,so </a:t>
            </a:r>
            <a:r>
              <a:rPr sz="2000" spc="-5" dirty="0">
                <a:latin typeface="Times New Roman"/>
                <a:cs typeface="Times New Roman"/>
              </a:rPr>
              <a:t>their construction in seismic  areas </a:t>
            </a:r>
            <a:r>
              <a:rPr sz="2000" dirty="0">
                <a:latin typeface="Times New Roman"/>
                <a:cs typeface="Times New Roman"/>
              </a:rPr>
              <a:t>needs </a:t>
            </a:r>
            <a:r>
              <a:rPr sz="2000" spc="-5" dirty="0">
                <a:latin typeface="Times New Roman"/>
                <a:cs typeface="Times New Roman"/>
              </a:rPr>
              <a:t>careful study to ensure their safety.when earth </a:t>
            </a:r>
            <a:r>
              <a:rPr sz="2000" dirty="0">
                <a:latin typeface="Times New Roman"/>
                <a:cs typeface="Times New Roman"/>
              </a:rPr>
              <a:t>quakes  occurs,a dam </a:t>
            </a:r>
            <a:r>
              <a:rPr sz="2000" spc="-5" dirty="0">
                <a:latin typeface="Times New Roman"/>
                <a:cs typeface="Times New Roman"/>
              </a:rPr>
              <a:t>is subjected to two </a:t>
            </a:r>
            <a:r>
              <a:rPr sz="2000" dirty="0">
                <a:latin typeface="Times New Roman"/>
                <a:cs typeface="Times New Roman"/>
              </a:rPr>
              <a:t>forces </a:t>
            </a:r>
            <a:r>
              <a:rPr sz="2000" spc="-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due </a:t>
            </a:r>
            <a:r>
              <a:rPr sz="2000" spc="-5" dirty="0">
                <a:latin typeface="Times New Roman"/>
                <a:cs typeface="Times New Roman"/>
              </a:rPr>
              <a:t>to the </a:t>
            </a:r>
            <a:r>
              <a:rPr sz="2000" dirty="0">
                <a:latin typeface="Times New Roman"/>
                <a:cs typeface="Times New Roman"/>
              </a:rPr>
              <a:t>dam </a:t>
            </a:r>
            <a:r>
              <a:rPr sz="2000" spc="-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due </a:t>
            </a:r>
            <a:r>
              <a:rPr sz="2000" spc="-5" dirty="0">
                <a:latin typeface="Times New Roman"/>
                <a:cs typeface="Times New Roman"/>
              </a:rPr>
              <a:t>to  </a:t>
            </a:r>
            <a:r>
              <a:rPr sz="2000" dirty="0">
                <a:latin typeface="Times New Roman"/>
                <a:cs typeface="Times New Roman"/>
              </a:rPr>
              <a:t>reservoir</a:t>
            </a:r>
            <a:r>
              <a:rPr sz="2000" spc="-5" dirty="0">
                <a:latin typeface="Times New Roman"/>
                <a:cs typeface="Times New Roman"/>
              </a:rPr>
              <a:t> water.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42997" y="609598"/>
            <a:ext cx="7696200" cy="5943600"/>
            <a:chOff x="1142997" y="609598"/>
            <a:chExt cx="7696200" cy="5943600"/>
          </a:xfrm>
        </p:grpSpPr>
        <p:sp>
          <p:nvSpPr>
            <p:cNvPr id="10" name="object 10"/>
            <p:cNvSpPr/>
            <p:nvPr/>
          </p:nvSpPr>
          <p:spPr>
            <a:xfrm>
              <a:off x="3579867" y="658366"/>
              <a:ext cx="2740144" cy="42976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42997" y="609598"/>
              <a:ext cx="1904996" cy="6095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91385" y="5257789"/>
              <a:ext cx="1447796" cy="129539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9282" y="1508122"/>
            <a:ext cx="7674609" cy="404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marR="9525" indent="-182245" algn="just">
              <a:lnSpc>
                <a:spcPct val="100000"/>
              </a:lnSpc>
              <a:spcBef>
                <a:spcPts val="100"/>
              </a:spcBef>
              <a:buClr>
                <a:srgbClr val="0A5293"/>
              </a:buClr>
              <a:buFont typeface="Arial"/>
              <a:buChar char="•"/>
              <a:tabLst>
                <a:tab pos="194945" algn="l"/>
              </a:tabLst>
            </a:pPr>
            <a:r>
              <a:rPr sz="2500" b="1" spc="-5" dirty="0">
                <a:latin typeface="Times New Roman"/>
                <a:cs typeface="Times New Roman"/>
              </a:rPr>
              <a:t>Solid </a:t>
            </a:r>
            <a:r>
              <a:rPr sz="2500" b="1" dirty="0">
                <a:latin typeface="Times New Roman"/>
                <a:cs typeface="Times New Roman"/>
              </a:rPr>
              <a:t>Waste </a:t>
            </a:r>
            <a:r>
              <a:rPr sz="2500" spc="-5" dirty="0">
                <a:latin typeface="Times New Roman"/>
                <a:cs typeface="Times New Roman"/>
              </a:rPr>
              <a:t>in </a:t>
            </a:r>
            <a:r>
              <a:rPr sz="2500" dirty="0">
                <a:latin typeface="Times New Roman"/>
                <a:cs typeface="Times New Roman"/>
              </a:rPr>
              <a:t>general </a:t>
            </a:r>
            <a:r>
              <a:rPr sz="2500" spc="-5" dirty="0">
                <a:latin typeface="Times New Roman"/>
                <a:cs typeface="Times New Roman"/>
              </a:rPr>
              <a:t>can </a:t>
            </a:r>
            <a:r>
              <a:rPr sz="2500" dirty="0">
                <a:latin typeface="Times New Roman"/>
                <a:cs typeface="Times New Roman"/>
              </a:rPr>
              <a:t>be defined </a:t>
            </a:r>
            <a:r>
              <a:rPr sz="2500" spc="-5" dirty="0">
                <a:latin typeface="Times New Roman"/>
                <a:cs typeface="Times New Roman"/>
              </a:rPr>
              <a:t>as </a:t>
            </a:r>
            <a:r>
              <a:rPr sz="2500" dirty="0">
                <a:latin typeface="Times New Roman"/>
                <a:cs typeface="Times New Roman"/>
              </a:rPr>
              <a:t>‘As a </a:t>
            </a:r>
            <a:r>
              <a:rPr sz="2500" spc="-5" dirty="0">
                <a:latin typeface="Times New Roman"/>
                <a:cs typeface="Times New Roman"/>
              </a:rPr>
              <a:t>material  which </a:t>
            </a:r>
            <a:r>
              <a:rPr sz="2500" dirty="0">
                <a:latin typeface="Times New Roman"/>
                <a:cs typeface="Times New Roman"/>
              </a:rPr>
              <a:t>has negligible value </a:t>
            </a:r>
            <a:r>
              <a:rPr sz="2500" spc="-5" dirty="0">
                <a:latin typeface="Times New Roman"/>
                <a:cs typeface="Times New Roman"/>
              </a:rPr>
              <a:t>to the </a:t>
            </a:r>
            <a:r>
              <a:rPr sz="2500" dirty="0">
                <a:latin typeface="Times New Roman"/>
                <a:cs typeface="Times New Roman"/>
              </a:rPr>
              <a:t>producer </a:t>
            </a:r>
            <a:r>
              <a:rPr sz="2500" spc="-5" dirty="0">
                <a:latin typeface="Times New Roman"/>
                <a:cs typeface="Times New Roman"/>
              </a:rPr>
              <a:t>and there is </a:t>
            </a:r>
            <a:r>
              <a:rPr sz="2500" dirty="0">
                <a:latin typeface="Times New Roman"/>
                <a:cs typeface="Times New Roman"/>
              </a:rPr>
              <a:t>no  direct </a:t>
            </a:r>
            <a:r>
              <a:rPr sz="2500" spc="-5" dirty="0">
                <a:latin typeface="Times New Roman"/>
                <a:cs typeface="Times New Roman"/>
              </a:rPr>
              <a:t>consumption </a:t>
            </a:r>
            <a:r>
              <a:rPr sz="2500" dirty="0">
                <a:latin typeface="Times New Roman"/>
                <a:cs typeface="Times New Roman"/>
              </a:rPr>
              <a:t>of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dirty="0">
                <a:latin typeface="Times New Roman"/>
                <a:cs typeface="Times New Roman"/>
              </a:rPr>
              <a:t>generated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waste’.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Times New Roman"/>
              <a:cs typeface="Times New Roman"/>
            </a:endParaRPr>
          </a:p>
          <a:p>
            <a:pPr marL="194310" marR="7620" indent="-182245" algn="just">
              <a:lnSpc>
                <a:spcPct val="100000"/>
              </a:lnSpc>
              <a:buClr>
                <a:srgbClr val="0A5293"/>
              </a:buClr>
              <a:buFont typeface="Arial"/>
              <a:buChar char="•"/>
              <a:tabLst>
                <a:tab pos="194945" algn="l"/>
              </a:tabLst>
            </a:pPr>
            <a:r>
              <a:rPr sz="2500" dirty="0">
                <a:latin typeface="Times New Roman"/>
                <a:cs typeface="Times New Roman"/>
              </a:rPr>
              <a:t>It </a:t>
            </a:r>
            <a:r>
              <a:rPr sz="2500" spc="-5" dirty="0">
                <a:latin typeface="Times New Roman"/>
                <a:cs typeface="Times New Roman"/>
              </a:rPr>
              <a:t>is </a:t>
            </a:r>
            <a:r>
              <a:rPr sz="2500" dirty="0">
                <a:latin typeface="Times New Roman"/>
                <a:cs typeface="Times New Roman"/>
              </a:rPr>
              <a:t>generated due </a:t>
            </a:r>
            <a:r>
              <a:rPr sz="2500" spc="-5" dirty="0">
                <a:latin typeface="Times New Roman"/>
                <a:cs typeface="Times New Roman"/>
              </a:rPr>
              <a:t>to </a:t>
            </a:r>
            <a:r>
              <a:rPr sz="2500" dirty="0">
                <a:latin typeface="Times New Roman"/>
                <a:cs typeface="Times New Roman"/>
              </a:rPr>
              <a:t>various </a:t>
            </a:r>
            <a:r>
              <a:rPr sz="2500" spc="-5" dirty="0">
                <a:latin typeface="Times New Roman"/>
                <a:cs typeface="Times New Roman"/>
              </a:rPr>
              <a:t>activities that can </a:t>
            </a:r>
            <a:r>
              <a:rPr sz="2500" dirty="0">
                <a:latin typeface="Times New Roman"/>
                <a:cs typeface="Times New Roman"/>
              </a:rPr>
              <a:t>be residual  </a:t>
            </a:r>
            <a:r>
              <a:rPr sz="2500" spc="-5" dirty="0">
                <a:latin typeface="Times New Roman"/>
                <a:cs typeface="Times New Roman"/>
              </a:rPr>
              <a:t>and commercial, agricultural,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etc.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308610" marR="5080" indent="-295910" algn="just">
              <a:lnSpc>
                <a:spcPct val="99500"/>
              </a:lnSpc>
              <a:buFont typeface="Arial"/>
              <a:buChar char="•"/>
              <a:tabLst>
                <a:tab pos="309245" algn="l"/>
              </a:tabLst>
            </a:pPr>
            <a:r>
              <a:rPr sz="2500" dirty="0">
                <a:latin typeface="Times New Roman"/>
                <a:cs typeface="Times New Roman"/>
              </a:rPr>
              <a:t>In a nutshell “ </a:t>
            </a:r>
            <a:r>
              <a:rPr sz="2500" spc="-5" dirty="0">
                <a:latin typeface="Times New Roman"/>
                <a:cs typeface="Times New Roman"/>
              </a:rPr>
              <a:t>Solid waste can </a:t>
            </a:r>
            <a:r>
              <a:rPr sz="2500" dirty="0">
                <a:latin typeface="Times New Roman"/>
                <a:cs typeface="Times New Roman"/>
              </a:rPr>
              <a:t>be regarded </a:t>
            </a:r>
            <a:r>
              <a:rPr sz="2500" spc="-5" dirty="0">
                <a:latin typeface="Times New Roman"/>
                <a:cs typeface="Times New Roman"/>
              </a:rPr>
              <a:t>as </a:t>
            </a:r>
            <a:r>
              <a:rPr sz="2500" dirty="0">
                <a:latin typeface="Times New Roman"/>
                <a:cs typeface="Times New Roman"/>
              </a:rPr>
              <a:t>refuse or  </a:t>
            </a:r>
            <a:r>
              <a:rPr sz="2500" spc="-5" dirty="0">
                <a:latin typeface="Times New Roman"/>
                <a:cs typeface="Times New Roman"/>
              </a:rPr>
              <a:t>waste </a:t>
            </a:r>
            <a:r>
              <a:rPr sz="2500" dirty="0">
                <a:latin typeface="Times New Roman"/>
                <a:cs typeface="Times New Roman"/>
              </a:rPr>
              <a:t>from </a:t>
            </a:r>
            <a:r>
              <a:rPr sz="2500" spc="-5" dirty="0">
                <a:latin typeface="Times New Roman"/>
                <a:cs typeface="Times New Roman"/>
              </a:rPr>
              <a:t>any </a:t>
            </a:r>
            <a:r>
              <a:rPr sz="2500" dirty="0">
                <a:latin typeface="Times New Roman"/>
                <a:cs typeface="Times New Roman"/>
              </a:rPr>
              <a:t>kind of </a:t>
            </a:r>
            <a:r>
              <a:rPr sz="2500" spc="-5" dirty="0">
                <a:latin typeface="Times New Roman"/>
                <a:cs typeface="Times New Roman"/>
              </a:rPr>
              <a:t>source”. But any </a:t>
            </a:r>
            <a:r>
              <a:rPr sz="2500" dirty="0">
                <a:latin typeface="Times New Roman"/>
                <a:cs typeface="Times New Roman"/>
              </a:rPr>
              <a:t>refuse or </a:t>
            </a:r>
            <a:r>
              <a:rPr sz="2500" spc="-5" dirty="0">
                <a:latin typeface="Times New Roman"/>
                <a:cs typeface="Times New Roman"/>
              </a:rPr>
              <a:t>waste  can </a:t>
            </a:r>
            <a:r>
              <a:rPr sz="2500" dirty="0">
                <a:latin typeface="Times New Roman"/>
                <a:cs typeface="Times New Roman"/>
              </a:rPr>
              <a:t>be </a:t>
            </a:r>
            <a:r>
              <a:rPr sz="2500" spc="-5" dirty="0">
                <a:latin typeface="Times New Roman"/>
                <a:cs typeface="Times New Roman"/>
              </a:rPr>
              <a:t>economic </a:t>
            </a:r>
            <a:r>
              <a:rPr sz="2500" dirty="0">
                <a:latin typeface="Times New Roman"/>
                <a:cs typeface="Times New Roman"/>
              </a:rPr>
              <a:t>resource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others.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2018" y="233679"/>
            <a:ext cx="26073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latin typeface="Times New Roman"/>
                <a:cs typeface="Times New Roman"/>
              </a:rPr>
              <a:t>Solid</a:t>
            </a:r>
            <a:r>
              <a:rPr sz="4000" b="1" spc="-9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Waste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68" y="454277"/>
            <a:ext cx="75787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Basic terms </a:t>
            </a:r>
            <a:r>
              <a:rPr sz="4000" spc="-5" dirty="0"/>
              <a:t>related to </a:t>
            </a:r>
            <a:r>
              <a:rPr sz="4000" dirty="0"/>
              <a:t>solid</a:t>
            </a:r>
            <a:r>
              <a:rPr sz="4000" spc="-90" dirty="0"/>
              <a:t> </a:t>
            </a:r>
            <a:r>
              <a:rPr sz="4000" spc="-5" dirty="0"/>
              <a:t>waste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33778" y="1180078"/>
            <a:ext cx="7920355" cy="507555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9285" marR="5080" indent="-617220">
              <a:lnSpc>
                <a:spcPts val="3820"/>
              </a:lnSpc>
              <a:spcBef>
                <a:spcPts val="240"/>
              </a:spcBef>
              <a:buAutoNum type="arabicPeriod"/>
              <a:tabLst>
                <a:tab pos="629285" algn="l"/>
                <a:tab pos="629920" algn="l"/>
                <a:tab pos="1170940" algn="l"/>
              </a:tabLst>
            </a:pP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Ash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non-combustible </a:t>
            </a:r>
            <a:r>
              <a:rPr sz="3200" spc="-5" dirty="0">
                <a:latin typeface="Times New Roman"/>
                <a:cs typeface="Times New Roman"/>
              </a:rPr>
              <a:t>solid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by-products  of	</a:t>
            </a:r>
            <a:r>
              <a:rPr sz="3200" spc="-10" dirty="0">
                <a:latin typeface="Times New Roman"/>
                <a:cs typeface="Times New Roman"/>
              </a:rPr>
              <a:t>incineration </a:t>
            </a:r>
            <a:r>
              <a:rPr sz="3200" dirty="0">
                <a:latin typeface="Times New Roman"/>
                <a:cs typeface="Times New Roman"/>
              </a:rPr>
              <a:t>or other burning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process.</a:t>
            </a:r>
            <a:endParaRPr sz="3200">
              <a:latin typeface="Times New Roman"/>
              <a:cs typeface="Times New Roman"/>
            </a:endParaRPr>
          </a:p>
          <a:p>
            <a:pPr marL="629285" marR="111760" indent="-617220">
              <a:lnSpc>
                <a:spcPct val="99400"/>
              </a:lnSpc>
              <a:spcBef>
                <a:spcPts val="660"/>
              </a:spcBef>
              <a:buAutoNum type="arabicPeriod"/>
              <a:tabLst>
                <a:tab pos="629285" algn="l"/>
                <a:tab pos="629920" algn="l"/>
                <a:tab pos="2641600" algn="l"/>
                <a:tab pos="3642995" algn="l"/>
                <a:tab pos="4267835" algn="l"/>
              </a:tabLst>
            </a:pP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Bulky </a:t>
            </a: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waste: </a:t>
            </a:r>
            <a:r>
              <a:rPr sz="3200" spc="-10" dirty="0">
                <a:latin typeface="Times New Roman"/>
                <a:cs typeface="Times New Roman"/>
              </a:rPr>
              <a:t>large </a:t>
            </a:r>
            <a:r>
              <a:rPr sz="3200" spc="-5" dirty="0">
                <a:latin typeface="Times New Roman"/>
                <a:cs typeface="Times New Roman"/>
              </a:rPr>
              <a:t>wastes such </a:t>
            </a:r>
            <a:r>
              <a:rPr sz="3200" spc="-10" dirty="0">
                <a:latin typeface="Times New Roman"/>
                <a:cs typeface="Times New Roman"/>
              </a:rPr>
              <a:t>as  appliances,	</a:t>
            </a:r>
            <a:r>
              <a:rPr sz="3200" dirty="0">
                <a:latin typeface="Times New Roman"/>
                <a:cs typeface="Times New Roman"/>
              </a:rPr>
              <a:t>furniture, </a:t>
            </a:r>
            <a:r>
              <a:rPr sz="3200" spc="-10" dirty="0">
                <a:latin typeface="Times New Roman"/>
                <a:cs typeface="Times New Roman"/>
              </a:rPr>
              <a:t>and trees and  </a:t>
            </a:r>
            <a:r>
              <a:rPr sz="3200" dirty="0">
                <a:latin typeface="Times New Roman"/>
                <a:cs typeface="Times New Roman"/>
              </a:rPr>
              <a:t>branches,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that cannot	</a:t>
            </a:r>
            <a:r>
              <a:rPr sz="3200" dirty="0">
                <a:latin typeface="Times New Roman"/>
                <a:cs typeface="Times New Roman"/>
              </a:rPr>
              <a:t>be handled by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normal  </a:t>
            </a:r>
            <a:r>
              <a:rPr sz="3200" spc="-5" dirty="0">
                <a:latin typeface="Times New Roman"/>
                <a:cs typeface="Times New Roman"/>
              </a:rPr>
              <a:t>MSW </a:t>
            </a:r>
            <a:r>
              <a:rPr sz="3200" dirty="0">
                <a:latin typeface="Times New Roman"/>
                <a:cs typeface="Times New Roman"/>
              </a:rPr>
              <a:t>processing	</a:t>
            </a:r>
            <a:r>
              <a:rPr sz="3200" spc="-5" dirty="0">
                <a:latin typeface="Times New Roman"/>
                <a:cs typeface="Times New Roman"/>
              </a:rPr>
              <a:t>methods.</a:t>
            </a:r>
            <a:endParaRPr sz="3200">
              <a:latin typeface="Times New Roman"/>
              <a:cs typeface="Times New Roman"/>
            </a:endParaRPr>
          </a:p>
          <a:p>
            <a:pPr marL="629285" marR="188595" indent="-617220">
              <a:lnSpc>
                <a:spcPct val="99400"/>
              </a:lnSpc>
              <a:spcBef>
                <a:spcPts val="780"/>
              </a:spcBef>
              <a:buAutoNum type="arabicPeriod"/>
              <a:tabLst>
                <a:tab pos="629285" algn="l"/>
                <a:tab pos="629920" algn="l"/>
                <a:tab pos="1170940" algn="l"/>
                <a:tab pos="1397000" algn="l"/>
                <a:tab pos="2694940" algn="l"/>
              </a:tabLst>
            </a:pP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Co-disposal: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disposal of different </a:t>
            </a:r>
            <a:r>
              <a:rPr sz="3200" spc="-10" dirty="0">
                <a:latin typeface="Times New Roman"/>
                <a:cs typeface="Times New Roman"/>
              </a:rPr>
              <a:t>types  </a:t>
            </a:r>
            <a:r>
              <a:rPr sz="3200" dirty="0">
                <a:latin typeface="Times New Roman"/>
                <a:cs typeface="Times New Roman"/>
              </a:rPr>
              <a:t>of	</a:t>
            </a:r>
            <a:r>
              <a:rPr sz="3200" spc="-5" dirty="0">
                <a:latin typeface="Times New Roman"/>
                <a:cs typeface="Times New Roman"/>
              </a:rPr>
              <a:t>waste in </a:t>
            </a:r>
            <a:r>
              <a:rPr sz="3200" dirty="0">
                <a:latin typeface="Times New Roman"/>
                <a:cs typeface="Times New Roman"/>
              </a:rPr>
              <a:t>one </a:t>
            </a:r>
            <a:r>
              <a:rPr sz="3200" spc="-10" dirty="0">
                <a:latin typeface="Times New Roman"/>
                <a:cs typeface="Times New Roman"/>
              </a:rPr>
              <a:t>area </a:t>
            </a:r>
            <a:r>
              <a:rPr sz="3200" dirty="0">
                <a:latin typeface="Times New Roman"/>
                <a:cs typeface="Times New Roman"/>
              </a:rPr>
              <a:t>of a </a:t>
            </a:r>
            <a:r>
              <a:rPr sz="3200" spc="-10" dirty="0">
                <a:latin typeface="Times New Roman"/>
                <a:cs typeface="Times New Roman"/>
              </a:rPr>
              <a:t>landfill </a:t>
            </a:r>
            <a:r>
              <a:rPr sz="3200" dirty="0">
                <a:latin typeface="Times New Roman"/>
                <a:cs typeface="Times New Roman"/>
              </a:rPr>
              <a:t>or dump.  </a:t>
            </a:r>
            <a:r>
              <a:rPr sz="3200" spc="-5" dirty="0">
                <a:latin typeface="Times New Roman"/>
                <a:cs typeface="Times New Roman"/>
              </a:rPr>
              <a:t>For	</a:t>
            </a:r>
            <a:r>
              <a:rPr sz="3200" spc="-10" dirty="0">
                <a:latin typeface="Times New Roman"/>
                <a:cs typeface="Times New Roman"/>
              </a:rPr>
              <a:t>instance, </a:t>
            </a:r>
            <a:r>
              <a:rPr sz="3200" spc="-5" dirty="0">
                <a:latin typeface="Times New Roman"/>
                <a:cs typeface="Times New Roman"/>
              </a:rPr>
              <a:t>sewage sludges </a:t>
            </a:r>
            <a:r>
              <a:rPr sz="3200" spc="-10" dirty="0">
                <a:latin typeface="Times New Roman"/>
                <a:cs typeface="Times New Roman"/>
              </a:rPr>
              <a:t>may </a:t>
            </a:r>
            <a:r>
              <a:rPr sz="3200" dirty="0">
                <a:latin typeface="Times New Roman"/>
                <a:cs typeface="Times New Roman"/>
              </a:rPr>
              <a:t>be  disposed of	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dirty="0">
                <a:latin typeface="Times New Roman"/>
                <a:cs typeface="Times New Roman"/>
              </a:rPr>
              <a:t>regular </a:t>
            </a:r>
            <a:r>
              <a:rPr sz="3200" spc="-5" dirty="0">
                <a:latin typeface="Times New Roman"/>
                <a:cs typeface="Times New Roman"/>
              </a:rPr>
              <a:t>solid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wastes.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789" y="459560"/>
            <a:ext cx="7966709" cy="60566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12115" marR="699770" indent="-400050">
              <a:lnSpc>
                <a:spcPts val="3820"/>
              </a:lnSpc>
              <a:spcBef>
                <a:spcPts val="240"/>
              </a:spcBef>
              <a:buClr>
                <a:srgbClr val="00AE4F"/>
              </a:buClr>
              <a:buSzPct val="56250"/>
              <a:buFont typeface="Times New Roman"/>
              <a:buAutoNum type="arabicPeriod" startAt="4"/>
              <a:tabLst>
                <a:tab pos="513715" algn="l"/>
                <a:tab pos="514350" algn="l"/>
                <a:tab pos="1941195" algn="l"/>
                <a:tab pos="3197225" algn="l"/>
                <a:tab pos="3224530" algn="l"/>
                <a:tab pos="3655695" algn="l"/>
              </a:tabLst>
            </a:pPr>
            <a:r>
              <a:rPr dirty="0"/>
              <a:t>	</a:t>
            </a: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Biodegradable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material : </a:t>
            </a:r>
            <a:r>
              <a:rPr sz="3200" spc="-10" dirty="0">
                <a:latin typeface="Times New Roman"/>
                <a:cs typeface="Times New Roman"/>
              </a:rPr>
              <a:t>any  </a:t>
            </a:r>
            <a:r>
              <a:rPr sz="3200" dirty="0">
                <a:latin typeface="Times New Roman"/>
                <a:cs typeface="Times New Roman"/>
              </a:rPr>
              <a:t>organic </a:t>
            </a:r>
            <a:r>
              <a:rPr sz="3200" spc="-10" dirty="0">
                <a:latin typeface="Times New Roman"/>
                <a:cs typeface="Times New Roman"/>
              </a:rPr>
              <a:t>material	that can </a:t>
            </a:r>
            <a:r>
              <a:rPr sz="3200" dirty="0">
                <a:latin typeface="Times New Roman"/>
                <a:cs typeface="Times New Roman"/>
              </a:rPr>
              <a:t>be broken down  by </a:t>
            </a:r>
            <a:r>
              <a:rPr sz="3200" spc="-10" dirty="0">
                <a:latin typeface="Times New Roman"/>
                <a:cs typeface="Times New Roman"/>
              </a:rPr>
              <a:t>microorganisms		into </a:t>
            </a:r>
            <a:r>
              <a:rPr sz="3200" spc="-5" dirty="0">
                <a:latin typeface="Times New Roman"/>
                <a:cs typeface="Times New Roman"/>
              </a:rPr>
              <a:t>simpler, </a:t>
            </a:r>
            <a:r>
              <a:rPr sz="3200" spc="-10" dirty="0">
                <a:latin typeface="Times New Roman"/>
                <a:cs typeface="Times New Roman"/>
              </a:rPr>
              <a:t>more </a:t>
            </a:r>
            <a:r>
              <a:rPr sz="3200" spc="-5" dirty="0">
                <a:latin typeface="Times New Roman"/>
                <a:cs typeface="Times New Roman"/>
              </a:rPr>
              <a:t>stable </a:t>
            </a:r>
            <a:r>
              <a:rPr sz="3200" spc="-10" dirty="0">
                <a:latin typeface="Times New Roman"/>
                <a:cs typeface="Times New Roman"/>
              </a:rPr>
              <a:t>com-pounds.  </a:t>
            </a:r>
            <a:r>
              <a:rPr sz="3200" spc="-5" dirty="0">
                <a:latin typeface="Times New Roman"/>
                <a:cs typeface="Times New Roman"/>
              </a:rPr>
              <a:t>Most	</a:t>
            </a:r>
            <a:r>
              <a:rPr sz="3200" dirty="0">
                <a:latin typeface="Times New Roman"/>
                <a:cs typeface="Times New Roman"/>
              </a:rPr>
              <a:t>organic </a:t>
            </a:r>
            <a:r>
              <a:rPr sz="3200" spc="-5" dirty="0">
                <a:latin typeface="Times New Roman"/>
                <a:cs typeface="Times New Roman"/>
              </a:rPr>
              <a:t>wastes </a:t>
            </a:r>
            <a:r>
              <a:rPr sz="3200" dirty="0">
                <a:latin typeface="Times New Roman"/>
                <a:cs typeface="Times New Roman"/>
              </a:rPr>
              <a:t>(e.g., food,  paper) </a:t>
            </a:r>
            <a:r>
              <a:rPr sz="3200" spc="-10" dirty="0">
                <a:latin typeface="Times New Roman"/>
                <a:cs typeface="Times New Roman"/>
              </a:rPr>
              <a:t>are	</a:t>
            </a:r>
            <a:r>
              <a:rPr sz="3200" dirty="0">
                <a:latin typeface="Times New Roman"/>
                <a:cs typeface="Times New Roman"/>
              </a:rPr>
              <a:t>biodegradable.</a:t>
            </a:r>
            <a:endParaRPr sz="3200">
              <a:latin typeface="Times New Roman"/>
              <a:cs typeface="Times New Roman"/>
            </a:endParaRPr>
          </a:p>
          <a:p>
            <a:pPr marL="412115" marR="411480" indent="-400050">
              <a:lnSpc>
                <a:spcPct val="99400"/>
              </a:lnSpc>
              <a:spcBef>
                <a:spcPts val="675"/>
              </a:spcBef>
              <a:buClr>
                <a:srgbClr val="00AE4F"/>
              </a:buClr>
              <a:buSzPct val="56250"/>
              <a:buFont typeface="Times New Roman"/>
              <a:buAutoNum type="arabicPeriod" startAt="4"/>
              <a:tabLst>
                <a:tab pos="513715" algn="l"/>
                <a:tab pos="514350" algn="l"/>
                <a:tab pos="1202055" algn="l"/>
                <a:tab pos="2080260" algn="l"/>
              </a:tabLst>
            </a:pPr>
            <a:r>
              <a:rPr dirty="0"/>
              <a:t>	</a:t>
            </a: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Compost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the material </a:t>
            </a:r>
            <a:r>
              <a:rPr sz="3200" dirty="0">
                <a:latin typeface="Times New Roman"/>
                <a:cs typeface="Times New Roman"/>
              </a:rPr>
              <a:t>resulting from  </a:t>
            </a:r>
            <a:r>
              <a:rPr sz="3200" spc="-10" dirty="0">
                <a:latin typeface="Times New Roman"/>
                <a:cs typeface="Times New Roman"/>
              </a:rPr>
              <a:t>com </a:t>
            </a:r>
            <a:r>
              <a:rPr sz="3200" dirty="0">
                <a:latin typeface="Times New Roman"/>
                <a:cs typeface="Times New Roman"/>
              </a:rPr>
              <a:t>posting. </a:t>
            </a:r>
            <a:r>
              <a:rPr sz="3200" spc="-10" dirty="0">
                <a:latin typeface="Times New Roman"/>
                <a:cs typeface="Times New Roman"/>
              </a:rPr>
              <a:t>Compost, also called </a:t>
            </a:r>
            <a:r>
              <a:rPr sz="3200" dirty="0">
                <a:latin typeface="Times New Roman"/>
                <a:cs typeface="Times New Roman"/>
              </a:rPr>
              <a:t>humus, 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soil	</a:t>
            </a:r>
            <a:r>
              <a:rPr sz="3200" spc="-10" dirty="0">
                <a:latin typeface="Times New Roman"/>
                <a:cs typeface="Times New Roman"/>
              </a:rPr>
              <a:t>conditioner and </a:t>
            </a:r>
            <a:r>
              <a:rPr sz="3200" spc="-5" dirty="0">
                <a:latin typeface="Times New Roman"/>
                <a:cs typeface="Times New Roman"/>
              </a:rPr>
              <a:t>in some  </a:t>
            </a:r>
            <a:r>
              <a:rPr sz="3200" spc="-10" dirty="0">
                <a:latin typeface="Times New Roman"/>
                <a:cs typeface="Times New Roman"/>
              </a:rPr>
              <a:t>instances is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a	fertilizer.</a:t>
            </a:r>
            <a:endParaRPr sz="3200">
              <a:latin typeface="Times New Roman"/>
              <a:cs typeface="Times New Roman"/>
            </a:endParaRPr>
          </a:p>
          <a:p>
            <a:pPr marL="412115" marR="5080" indent="-400050">
              <a:lnSpc>
                <a:spcPct val="100299"/>
              </a:lnSpc>
              <a:spcBef>
                <a:spcPts val="750"/>
              </a:spcBef>
              <a:buClr>
                <a:srgbClr val="00AE4F"/>
              </a:buClr>
              <a:buSzPct val="56250"/>
              <a:buFont typeface="Times New Roman"/>
              <a:buAutoNum type="arabicPeriod" startAt="4"/>
              <a:tabLst>
                <a:tab pos="513715" algn="l"/>
                <a:tab pos="514350" algn="l"/>
                <a:tab pos="1405255" algn="l"/>
                <a:tab pos="1450340" algn="l"/>
              </a:tabLst>
            </a:pPr>
            <a:r>
              <a:rPr dirty="0"/>
              <a:t>	</a:t>
            </a: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Composting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dirty="0">
                <a:latin typeface="Times New Roman"/>
                <a:cs typeface="Times New Roman"/>
              </a:rPr>
              <a:t>biological  decomposition 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solid	</a:t>
            </a:r>
            <a:r>
              <a:rPr sz="3200" dirty="0">
                <a:latin typeface="Times New Roman"/>
                <a:cs typeface="Times New Roman"/>
              </a:rPr>
              <a:t>organic </a:t>
            </a:r>
            <a:r>
              <a:rPr sz="3200" spc="-10" dirty="0">
                <a:latin typeface="Times New Roman"/>
                <a:cs typeface="Times New Roman"/>
              </a:rPr>
              <a:t>materials </a:t>
            </a:r>
            <a:r>
              <a:rPr sz="3200" dirty="0">
                <a:latin typeface="Times New Roman"/>
                <a:cs typeface="Times New Roman"/>
              </a:rPr>
              <a:t>by bacteria, fungi, </a:t>
            </a:r>
            <a:r>
              <a:rPr sz="3200" spc="-10" dirty="0">
                <a:latin typeface="Times New Roman"/>
                <a:cs typeface="Times New Roman"/>
              </a:rPr>
              <a:t>and  </a:t>
            </a:r>
            <a:r>
              <a:rPr sz="3200" dirty="0">
                <a:latin typeface="Times New Roman"/>
                <a:cs typeface="Times New Roman"/>
              </a:rPr>
              <a:t>other		organisms </a:t>
            </a:r>
            <a:r>
              <a:rPr sz="3200" spc="-10" dirty="0">
                <a:latin typeface="Times New Roman"/>
                <a:cs typeface="Times New Roman"/>
              </a:rPr>
              <a:t>into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soil-like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product.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789" y="532000"/>
            <a:ext cx="7936230" cy="54660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12115" marR="283845" indent="-400050">
              <a:lnSpc>
                <a:spcPts val="3820"/>
              </a:lnSpc>
              <a:spcBef>
                <a:spcPts val="240"/>
              </a:spcBef>
              <a:buClr>
                <a:srgbClr val="00AE4F"/>
              </a:buClr>
              <a:buSzPct val="56250"/>
              <a:buFont typeface="Times New Roman"/>
              <a:buAutoNum type="arabicPeriod" startAt="7"/>
              <a:tabLst>
                <a:tab pos="513715" algn="l"/>
                <a:tab pos="514350" algn="l"/>
                <a:tab pos="2649220" algn="l"/>
                <a:tab pos="3909695" algn="l"/>
              </a:tabLst>
            </a:pPr>
            <a:r>
              <a:rPr dirty="0"/>
              <a:t>	</a:t>
            </a: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Disposal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final handling  of </a:t>
            </a:r>
            <a:r>
              <a:rPr sz="3200" spc="-5" dirty="0">
                <a:latin typeface="Times New Roman"/>
                <a:cs typeface="Times New Roman"/>
              </a:rPr>
              <a:t>solid waste, </a:t>
            </a:r>
            <a:r>
              <a:rPr sz="3200" dirty="0">
                <a:latin typeface="Times New Roman"/>
                <a:cs typeface="Times New Roman"/>
              </a:rPr>
              <a:t>following </a:t>
            </a:r>
            <a:r>
              <a:rPr sz="3200" spc="-10" dirty="0">
                <a:latin typeface="Times New Roman"/>
                <a:cs typeface="Times New Roman"/>
              </a:rPr>
              <a:t>collection,  </a:t>
            </a:r>
            <a:r>
              <a:rPr sz="3200" dirty="0">
                <a:latin typeface="Times New Roman"/>
                <a:cs typeface="Times New Roman"/>
              </a:rPr>
              <a:t>processing,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incineration.	</a:t>
            </a:r>
            <a:r>
              <a:rPr sz="3200" spc="-5" dirty="0">
                <a:latin typeface="Times New Roman"/>
                <a:cs typeface="Times New Roman"/>
              </a:rPr>
              <a:t>Disposal </a:t>
            </a:r>
            <a:r>
              <a:rPr sz="3200" spc="-10" dirty="0">
                <a:latin typeface="Times New Roman"/>
                <a:cs typeface="Times New Roman"/>
              </a:rPr>
              <a:t>most </a:t>
            </a:r>
            <a:r>
              <a:rPr sz="3200" dirty="0">
                <a:latin typeface="Times New Roman"/>
                <a:cs typeface="Times New Roman"/>
              </a:rPr>
              <a:t>often </a:t>
            </a:r>
            <a:r>
              <a:rPr sz="3200" spc="-10" dirty="0">
                <a:latin typeface="Times New Roman"/>
                <a:cs typeface="Times New Roman"/>
              </a:rPr>
              <a:t>means </a:t>
            </a:r>
            <a:r>
              <a:rPr sz="3200" dirty="0">
                <a:latin typeface="Times New Roman"/>
                <a:cs typeface="Times New Roman"/>
              </a:rPr>
              <a:t>placement of  </a:t>
            </a:r>
            <a:r>
              <a:rPr sz="3200" spc="-5" dirty="0">
                <a:latin typeface="Times New Roman"/>
                <a:cs typeface="Times New Roman"/>
              </a:rPr>
              <a:t>wastes	in </a:t>
            </a:r>
            <a:r>
              <a:rPr sz="3200" dirty="0">
                <a:latin typeface="Times New Roman"/>
                <a:cs typeface="Times New Roman"/>
              </a:rPr>
              <a:t>a dump or 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landfill.</a:t>
            </a:r>
            <a:endParaRPr sz="3200">
              <a:latin typeface="Times New Roman"/>
              <a:cs typeface="Times New Roman"/>
            </a:endParaRPr>
          </a:p>
          <a:p>
            <a:pPr marL="412115" marR="5080" indent="-400050">
              <a:lnSpc>
                <a:spcPct val="99400"/>
              </a:lnSpc>
              <a:spcBef>
                <a:spcPts val="670"/>
              </a:spcBef>
              <a:buClr>
                <a:srgbClr val="00AE4F"/>
              </a:buClr>
              <a:buSzPct val="56250"/>
              <a:buFont typeface="Times New Roman"/>
              <a:buAutoNum type="arabicPeriod" startAt="7"/>
              <a:tabLst>
                <a:tab pos="513715" algn="l"/>
                <a:tab pos="514350" algn="l"/>
                <a:tab pos="997585" algn="l"/>
                <a:tab pos="1109980" algn="l"/>
              </a:tabLst>
            </a:pPr>
            <a:r>
              <a:rPr dirty="0"/>
              <a:t>	</a:t>
            </a: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Environmental impact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assessment  (EIA) :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	</a:t>
            </a:r>
            <a:r>
              <a:rPr sz="3200" spc="-10" dirty="0">
                <a:latin typeface="Times New Roman"/>
                <a:cs typeface="Times New Roman"/>
              </a:rPr>
              <a:t>evaluation </a:t>
            </a:r>
            <a:r>
              <a:rPr sz="3200" dirty="0">
                <a:latin typeface="Times New Roman"/>
                <a:cs typeface="Times New Roman"/>
              </a:rPr>
              <a:t>designed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identify and </a:t>
            </a:r>
            <a:r>
              <a:rPr sz="3200" dirty="0">
                <a:latin typeface="Times New Roman"/>
                <a:cs typeface="Times New Roman"/>
              </a:rPr>
              <a:t>predict  </a:t>
            </a:r>
            <a:r>
              <a:rPr sz="3200" spc="-10" dirty="0">
                <a:latin typeface="Times New Roman"/>
                <a:cs typeface="Times New Roman"/>
              </a:rPr>
              <a:t>the		impact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an </a:t>
            </a:r>
            <a:r>
              <a:rPr sz="3200" spc="-10" dirty="0">
                <a:latin typeface="Times New Roman"/>
                <a:cs typeface="Times New Roman"/>
              </a:rPr>
              <a:t>action </a:t>
            </a:r>
            <a:r>
              <a:rPr sz="3200" dirty="0">
                <a:latin typeface="Times New Roman"/>
                <a:cs typeface="Times New Roman"/>
              </a:rPr>
              <a:t>or a project on </a:t>
            </a:r>
            <a:r>
              <a:rPr sz="3200" spc="-10" dirty="0">
                <a:latin typeface="Times New Roman"/>
                <a:cs typeface="Times New Roman"/>
              </a:rPr>
              <a:t>the  environment and </a:t>
            </a:r>
            <a:r>
              <a:rPr sz="3200" dirty="0">
                <a:latin typeface="Times New Roman"/>
                <a:cs typeface="Times New Roman"/>
              </a:rPr>
              <a:t>human health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  <a:p>
            <a:pPr marL="412115" marR="196215">
              <a:lnSpc>
                <a:spcPts val="3820"/>
              </a:lnSpc>
              <a:spcBef>
                <a:spcPts val="130"/>
              </a:spcBef>
              <a:tabLst>
                <a:tab pos="2453640" algn="l"/>
                <a:tab pos="2515870" algn="l"/>
              </a:tabLst>
            </a:pPr>
            <a:r>
              <a:rPr sz="3200" spc="-5" dirty="0">
                <a:latin typeface="Times New Roman"/>
                <a:cs typeface="Times New Roman"/>
              </a:rPr>
              <a:t>well-being.	</a:t>
            </a:r>
            <a:r>
              <a:rPr sz="3200" spc="-10" dirty="0">
                <a:latin typeface="Times New Roman"/>
                <a:cs typeface="Times New Roman"/>
              </a:rPr>
              <a:t>Can include </a:t>
            </a:r>
            <a:r>
              <a:rPr sz="3200" dirty="0">
                <a:latin typeface="Times New Roman"/>
                <a:cs typeface="Times New Roman"/>
              </a:rPr>
              <a:t>risk </a:t>
            </a:r>
            <a:r>
              <a:rPr sz="3200" spc="-10" dirty="0">
                <a:latin typeface="Times New Roman"/>
                <a:cs typeface="Times New Roman"/>
              </a:rPr>
              <a:t>assessment </a:t>
            </a:r>
            <a:r>
              <a:rPr sz="3200" spc="-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a  </a:t>
            </a:r>
            <a:r>
              <a:rPr sz="3200" spc="-10" dirty="0">
                <a:latin typeface="Times New Roman"/>
                <a:cs typeface="Times New Roman"/>
              </a:rPr>
              <a:t>component,		along 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spc="-10" dirty="0">
                <a:latin typeface="Times New Roman"/>
                <a:cs typeface="Times New Roman"/>
              </a:rPr>
              <a:t>economic and land 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5" dirty="0">
                <a:latin typeface="Times New Roman"/>
                <a:cs typeface="Times New Roman"/>
              </a:rPr>
              <a:t> assessment.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459560"/>
            <a:ext cx="8003540" cy="391350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4965" marR="5080" indent="-342900">
              <a:lnSpc>
                <a:spcPts val="3820"/>
              </a:lnSpc>
              <a:spcBef>
                <a:spcPts val="240"/>
              </a:spcBef>
              <a:tabLst>
                <a:tab pos="1924050" algn="l"/>
                <a:tab pos="2104390" algn="l"/>
                <a:tab pos="2932430" algn="l"/>
                <a:tab pos="4973320" algn="l"/>
              </a:tabLst>
            </a:pP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9. </a:t>
            </a: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Environmental risk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assessment (EnRA) : </a:t>
            </a:r>
            <a:r>
              <a:rPr sz="3200" spc="-10" dirty="0">
                <a:latin typeface="Times New Roman"/>
                <a:cs typeface="Times New Roman"/>
              </a:rPr>
              <a:t>an  evaluation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the interactions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agents,  </a:t>
            </a:r>
            <a:r>
              <a:rPr sz="3200" dirty="0">
                <a:latin typeface="Times New Roman"/>
                <a:cs typeface="Times New Roman"/>
              </a:rPr>
              <a:t>humans,	</a:t>
            </a:r>
            <a:r>
              <a:rPr sz="3200" spc="-10" dirty="0">
                <a:latin typeface="Times New Roman"/>
                <a:cs typeface="Times New Roman"/>
              </a:rPr>
              <a:t>and ecological </a:t>
            </a:r>
            <a:r>
              <a:rPr sz="3200" dirty="0">
                <a:latin typeface="Times New Roman"/>
                <a:cs typeface="Times New Roman"/>
              </a:rPr>
              <a:t>resources. </a:t>
            </a:r>
            <a:r>
              <a:rPr sz="3200" spc="-10" dirty="0">
                <a:latin typeface="Times New Roman"/>
                <a:cs typeface="Times New Roman"/>
              </a:rPr>
              <a:t>Comprised  </a:t>
            </a:r>
            <a:r>
              <a:rPr sz="3200" dirty="0">
                <a:latin typeface="Times New Roman"/>
                <a:cs typeface="Times New Roman"/>
              </a:rPr>
              <a:t>of human		health risk </a:t>
            </a:r>
            <a:r>
              <a:rPr sz="3200" spc="-10" dirty="0">
                <a:latin typeface="Times New Roman"/>
                <a:cs typeface="Times New Roman"/>
              </a:rPr>
              <a:t>assessment and  ecological </a:t>
            </a:r>
            <a:r>
              <a:rPr sz="3200" dirty="0">
                <a:latin typeface="Times New Roman"/>
                <a:cs typeface="Times New Roman"/>
              </a:rPr>
              <a:t>risk	</a:t>
            </a:r>
            <a:r>
              <a:rPr sz="3200" spc="-10" dirty="0">
                <a:latin typeface="Times New Roman"/>
                <a:cs typeface="Times New Roman"/>
              </a:rPr>
              <a:t>assessment, typically  evaluating 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probabilities	</a:t>
            </a:r>
            <a:r>
              <a:rPr sz="3200" spc="-10" dirty="0">
                <a:latin typeface="Times New Roman"/>
                <a:cs typeface="Times New Roman"/>
              </a:rPr>
              <a:t>and magnitudes </a:t>
            </a:r>
            <a:r>
              <a:rPr sz="3200" dirty="0">
                <a:latin typeface="Times New Roman"/>
                <a:cs typeface="Times New Roman"/>
              </a:rPr>
              <a:t>of  harm </a:t>
            </a:r>
            <a:r>
              <a:rPr sz="3200" spc="-10" dirty="0">
                <a:latin typeface="Times New Roman"/>
                <a:cs typeface="Times New Roman"/>
              </a:rPr>
              <a:t>that could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	</a:t>
            </a:r>
            <a:r>
              <a:rPr sz="3200" spc="-10" dirty="0">
                <a:latin typeface="Times New Roman"/>
                <a:cs typeface="Times New Roman"/>
              </a:rPr>
              <a:t>environmental  </a:t>
            </a:r>
            <a:r>
              <a:rPr sz="3200" spc="-5" dirty="0">
                <a:latin typeface="Times New Roman"/>
                <a:cs typeface="Times New Roman"/>
              </a:rPr>
              <a:t>contaminants.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64" y="532000"/>
            <a:ext cx="8134350" cy="511365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59765" marR="5080" indent="-647700">
              <a:lnSpc>
                <a:spcPts val="3820"/>
              </a:lnSpc>
              <a:spcBef>
                <a:spcPts val="240"/>
              </a:spcBef>
              <a:buAutoNum type="arabicPeriod" startAt="10"/>
              <a:tabLst>
                <a:tab pos="660400" algn="l"/>
                <a:tab pos="1382395" algn="l"/>
                <a:tab pos="2157095" algn="l"/>
              </a:tabLst>
            </a:pP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Garbage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spc="-10" dirty="0">
                <a:latin typeface="Times New Roman"/>
                <a:cs typeface="Times New Roman"/>
              </a:rPr>
              <a:t>everyday </a:t>
            </a:r>
            <a:r>
              <a:rPr sz="3200" dirty="0">
                <a:latin typeface="Times New Roman"/>
                <a:cs typeface="Times New Roman"/>
              </a:rPr>
              <a:t>usage, refuse </a:t>
            </a:r>
            <a:r>
              <a:rPr sz="3200" spc="-10" dirty="0">
                <a:latin typeface="Times New Roman"/>
                <a:cs typeface="Times New Roman"/>
              </a:rPr>
              <a:t>in  </a:t>
            </a:r>
            <a:r>
              <a:rPr sz="3200" dirty="0">
                <a:latin typeface="Times New Roman"/>
                <a:cs typeface="Times New Roman"/>
              </a:rPr>
              <a:t>general.	</a:t>
            </a:r>
            <a:r>
              <a:rPr sz="3200" spc="-5" dirty="0">
                <a:latin typeface="Times New Roman"/>
                <a:cs typeface="Times New Roman"/>
              </a:rPr>
              <a:t>Some MSWM </a:t>
            </a:r>
            <a:r>
              <a:rPr sz="3200" spc="-10" dirty="0">
                <a:latin typeface="Times New Roman"/>
                <a:cs typeface="Times New Roman"/>
              </a:rPr>
              <a:t>manuals </a:t>
            </a:r>
            <a:r>
              <a:rPr sz="3200" dirty="0">
                <a:latin typeface="Times New Roman"/>
                <a:cs typeface="Times New Roman"/>
              </a:rPr>
              <a:t>use garbage 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mean	</a:t>
            </a:r>
            <a:r>
              <a:rPr sz="3200" spc="-5" dirty="0">
                <a:latin typeface="Times New Roman"/>
                <a:cs typeface="Times New Roman"/>
              </a:rPr>
              <a:t>"food wastes," </a:t>
            </a:r>
            <a:r>
              <a:rPr sz="3200" spc="-10" dirty="0">
                <a:latin typeface="Times New Roman"/>
                <a:cs typeface="Times New Roman"/>
              </a:rPr>
              <a:t>although this </a:t>
            </a:r>
            <a:r>
              <a:rPr sz="3200" dirty="0">
                <a:latin typeface="Times New Roman"/>
                <a:cs typeface="Times New Roman"/>
              </a:rPr>
              <a:t>usage </a:t>
            </a:r>
            <a:r>
              <a:rPr sz="3200" spc="-10" dirty="0">
                <a:latin typeface="Times New Roman"/>
                <a:cs typeface="Times New Roman"/>
              </a:rPr>
              <a:t>is  </a:t>
            </a:r>
            <a:r>
              <a:rPr sz="3200" dirty="0">
                <a:latin typeface="Times New Roman"/>
                <a:cs typeface="Times New Roman"/>
              </a:rPr>
              <a:t>not	</a:t>
            </a:r>
            <a:r>
              <a:rPr sz="3200" spc="-5" dirty="0">
                <a:latin typeface="Times New Roman"/>
                <a:cs typeface="Times New Roman"/>
              </a:rPr>
              <a:t>common.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AE4F"/>
              </a:buClr>
              <a:buFont typeface="Times New Roman"/>
              <a:buAutoNum type="arabicPeriod" startAt="10"/>
            </a:pPr>
            <a:endParaRPr sz="4900">
              <a:latin typeface="Times New Roman"/>
              <a:cs typeface="Times New Roman"/>
            </a:endParaRPr>
          </a:p>
          <a:p>
            <a:pPr marL="659765" marR="198120" indent="-647700" algn="just">
              <a:lnSpc>
                <a:spcPts val="3820"/>
              </a:lnSpc>
              <a:spcBef>
                <a:spcPts val="5"/>
              </a:spcBef>
              <a:buAutoNum type="arabicPeriod" startAt="10"/>
              <a:tabLst>
                <a:tab pos="660400" algn="l"/>
              </a:tabLst>
            </a:pP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Landfilling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final disposal of </a:t>
            </a:r>
            <a:r>
              <a:rPr sz="3200" spc="-5" dirty="0">
                <a:latin typeface="Times New Roman"/>
                <a:cs typeface="Times New Roman"/>
              </a:rPr>
              <a:t>solid  waste </a:t>
            </a:r>
            <a:r>
              <a:rPr sz="3200" dirty="0">
                <a:latin typeface="Times New Roman"/>
                <a:cs typeface="Times New Roman"/>
              </a:rPr>
              <a:t>by placing </a:t>
            </a:r>
            <a:r>
              <a:rPr sz="3200" spc="-5" dirty="0">
                <a:latin typeface="Times New Roman"/>
                <a:cs typeface="Times New Roman"/>
              </a:rPr>
              <a:t>it in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10" dirty="0">
                <a:latin typeface="Times New Roman"/>
                <a:cs typeface="Times New Roman"/>
              </a:rPr>
              <a:t>controlled </a:t>
            </a:r>
            <a:r>
              <a:rPr sz="3200" dirty="0">
                <a:latin typeface="Times New Roman"/>
                <a:cs typeface="Times New Roman"/>
              </a:rPr>
              <a:t>fashion 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a place </a:t>
            </a:r>
            <a:r>
              <a:rPr sz="3200" spc="-10" dirty="0">
                <a:latin typeface="Times New Roman"/>
                <a:cs typeface="Times New Roman"/>
              </a:rPr>
              <a:t>intended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be permanent. </a:t>
            </a:r>
            <a:r>
              <a:rPr sz="3200" spc="-10" dirty="0">
                <a:latin typeface="Times New Roman"/>
                <a:cs typeface="Times New Roman"/>
              </a:rPr>
              <a:t>The  </a:t>
            </a:r>
            <a:r>
              <a:rPr sz="3200" spc="-5" dirty="0">
                <a:latin typeface="Times New Roman"/>
                <a:cs typeface="Times New Roman"/>
              </a:rPr>
              <a:t>Source </a:t>
            </a:r>
            <a:r>
              <a:rPr sz="3200" spc="-10" dirty="0">
                <a:latin typeface="Times New Roman"/>
                <a:cs typeface="Times New Roman"/>
              </a:rPr>
              <a:t>Book </a:t>
            </a:r>
            <a:r>
              <a:rPr sz="3200" dirty="0">
                <a:latin typeface="Times New Roman"/>
                <a:cs typeface="Times New Roman"/>
              </a:rPr>
              <a:t>uses </a:t>
            </a:r>
            <a:r>
              <a:rPr sz="3200" spc="-10" dirty="0">
                <a:latin typeface="Times New Roman"/>
                <a:cs typeface="Times New Roman"/>
              </a:rPr>
              <a:t>this term </a:t>
            </a:r>
            <a:r>
              <a:rPr sz="3200" dirty="0">
                <a:latin typeface="Times New Roman"/>
                <a:cs typeface="Times New Roman"/>
              </a:rPr>
              <a:t>for both  </a:t>
            </a:r>
            <a:r>
              <a:rPr sz="3200" spc="-10" dirty="0">
                <a:latin typeface="Times New Roman"/>
                <a:cs typeface="Times New Roman"/>
              </a:rPr>
              <a:t>controlled </a:t>
            </a:r>
            <a:r>
              <a:rPr sz="3200" dirty="0">
                <a:latin typeface="Times New Roman"/>
                <a:cs typeface="Times New Roman"/>
              </a:rPr>
              <a:t>dumps </a:t>
            </a:r>
            <a:r>
              <a:rPr sz="3200" spc="-10" dirty="0">
                <a:latin typeface="Times New Roman"/>
                <a:cs typeface="Times New Roman"/>
              </a:rPr>
              <a:t>and </a:t>
            </a:r>
            <a:r>
              <a:rPr sz="3200" spc="-5" dirty="0">
                <a:latin typeface="Times New Roman"/>
                <a:cs typeface="Times New Roman"/>
              </a:rPr>
              <a:t>sanitary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landfills.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628" y="604010"/>
            <a:ext cx="8225790" cy="48564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60400" marR="5080" indent="-647700">
              <a:lnSpc>
                <a:spcPts val="3820"/>
              </a:lnSpc>
              <a:spcBef>
                <a:spcPts val="240"/>
              </a:spcBef>
              <a:buAutoNum type="arabicPeriod" startAt="12"/>
              <a:tabLst>
                <a:tab pos="661035" algn="l"/>
                <a:tab pos="1202055" algn="l"/>
              </a:tabLst>
            </a:pP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Leachate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liquid that </a:t>
            </a:r>
            <a:r>
              <a:rPr sz="3200" dirty="0">
                <a:latin typeface="Times New Roman"/>
                <a:cs typeface="Times New Roman"/>
              </a:rPr>
              <a:t>has </a:t>
            </a:r>
            <a:r>
              <a:rPr sz="3200" spc="-5" dirty="0">
                <a:latin typeface="Times New Roman"/>
                <a:cs typeface="Times New Roman"/>
              </a:rPr>
              <a:t>seeped </a:t>
            </a:r>
            <a:r>
              <a:rPr sz="3200" spc="-10" dirty="0">
                <a:latin typeface="Times New Roman"/>
                <a:cs typeface="Times New Roman"/>
              </a:rPr>
              <a:t>through </a:t>
            </a:r>
            <a:r>
              <a:rPr sz="3200" dirty="0">
                <a:latin typeface="Times New Roman"/>
                <a:cs typeface="Times New Roman"/>
              </a:rPr>
              <a:t>a  </a:t>
            </a:r>
            <a:r>
              <a:rPr sz="3200" spc="-10" dirty="0">
                <a:latin typeface="Times New Roman"/>
                <a:cs typeface="Times New Roman"/>
              </a:rPr>
              <a:t>landfill </a:t>
            </a:r>
            <a:r>
              <a:rPr sz="3200" dirty="0">
                <a:latin typeface="Times New Roman"/>
                <a:cs typeface="Times New Roman"/>
              </a:rPr>
              <a:t>or a </a:t>
            </a:r>
            <a:r>
              <a:rPr sz="3200" spc="-10" dirty="0">
                <a:latin typeface="Times New Roman"/>
                <a:cs typeface="Times New Roman"/>
              </a:rPr>
              <a:t>compost </a:t>
            </a:r>
            <a:r>
              <a:rPr sz="3200" dirty="0">
                <a:latin typeface="Times New Roman"/>
                <a:cs typeface="Times New Roman"/>
              </a:rPr>
              <a:t>pile </a:t>
            </a:r>
            <a:r>
              <a:rPr sz="3200" spc="-10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has </a:t>
            </a:r>
            <a:r>
              <a:rPr sz="3200" spc="-10" dirty="0">
                <a:latin typeface="Times New Roman"/>
                <a:cs typeface="Times New Roman"/>
              </a:rPr>
              <a:t>accumulated  </a:t>
            </a:r>
            <a:r>
              <a:rPr sz="3200" dirty="0">
                <a:latin typeface="Times New Roman"/>
                <a:cs typeface="Times New Roman"/>
              </a:rPr>
              <a:t>bacteria </a:t>
            </a:r>
            <a:r>
              <a:rPr sz="3200" spc="-10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other possibly harmful dissolved  or	</a:t>
            </a:r>
            <a:r>
              <a:rPr sz="3200" spc="-5" dirty="0">
                <a:latin typeface="Times New Roman"/>
                <a:cs typeface="Times New Roman"/>
              </a:rPr>
              <a:t>suspended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materials.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AE4F"/>
              </a:buClr>
              <a:buFont typeface="Times New Roman"/>
              <a:buAutoNum type="arabicPeriod" startAt="12"/>
            </a:pPr>
            <a:endParaRPr sz="4750">
              <a:latin typeface="Times New Roman"/>
              <a:cs typeface="Times New Roman"/>
            </a:endParaRPr>
          </a:p>
          <a:p>
            <a:pPr marL="916940" indent="-904875">
              <a:lnSpc>
                <a:spcPct val="100000"/>
              </a:lnSpc>
              <a:buAutoNum type="arabicPeriod" startAt="12"/>
              <a:tabLst>
                <a:tab pos="916940" algn="l"/>
                <a:tab pos="917575" algn="l"/>
              </a:tabLst>
            </a:pP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MSW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municipal </a:t>
            </a:r>
            <a:r>
              <a:rPr sz="3200" spc="-5" dirty="0">
                <a:latin typeface="Times New Roman"/>
                <a:cs typeface="Times New Roman"/>
              </a:rPr>
              <a:t>solid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waste.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AE4F"/>
              </a:buClr>
              <a:buFont typeface="Times New Roman"/>
              <a:buAutoNum type="arabicPeriod" startAt="12"/>
            </a:pPr>
            <a:endParaRPr sz="5000">
              <a:latin typeface="Times New Roman"/>
              <a:cs typeface="Times New Roman"/>
            </a:endParaRPr>
          </a:p>
          <a:p>
            <a:pPr marL="916940" marR="2025650" indent="-904875">
              <a:lnSpc>
                <a:spcPts val="3820"/>
              </a:lnSpc>
              <a:buAutoNum type="arabicPeriod" startAt="12"/>
              <a:tabLst>
                <a:tab pos="916940" algn="l"/>
                <a:tab pos="917575" algn="l"/>
              </a:tabLst>
            </a:pP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MSWM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municipal </a:t>
            </a:r>
            <a:r>
              <a:rPr sz="3200" spc="-5" dirty="0">
                <a:latin typeface="Times New Roman"/>
                <a:cs typeface="Times New Roman"/>
              </a:rPr>
              <a:t>solid waste  management.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64" y="532000"/>
            <a:ext cx="7742555" cy="414210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59765" marR="5080" indent="-647700">
              <a:lnSpc>
                <a:spcPts val="3820"/>
              </a:lnSpc>
              <a:spcBef>
                <a:spcPts val="240"/>
              </a:spcBef>
              <a:buAutoNum type="arabicPeriod" startAt="15"/>
              <a:tabLst>
                <a:tab pos="660400" algn="l"/>
                <a:tab pos="1945639" algn="l"/>
              </a:tabLst>
            </a:pPr>
            <a:r>
              <a:rPr sz="3200" b="1" spc="-10" dirty="0">
                <a:solidFill>
                  <a:srgbClr val="00AE4F"/>
                </a:solidFill>
                <a:latin typeface="Times New Roman"/>
                <a:cs typeface="Times New Roman"/>
              </a:rPr>
              <a:t>Putrescible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5" dirty="0">
                <a:latin typeface="Times New Roman"/>
                <a:cs typeface="Times New Roman"/>
              </a:rPr>
              <a:t>subject to </a:t>
            </a:r>
            <a:r>
              <a:rPr sz="3200" dirty="0">
                <a:latin typeface="Times New Roman"/>
                <a:cs typeface="Times New Roman"/>
              </a:rPr>
              <a:t>decomposition or  decay. </a:t>
            </a:r>
            <a:r>
              <a:rPr sz="3200" spc="-5" dirty="0">
                <a:latin typeface="Times New Roman"/>
                <a:cs typeface="Times New Roman"/>
              </a:rPr>
              <a:t>Usually </a:t>
            </a:r>
            <a:r>
              <a:rPr sz="3200" dirty="0">
                <a:latin typeface="Times New Roman"/>
                <a:cs typeface="Times New Roman"/>
              </a:rPr>
              <a:t>used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reference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food  </a:t>
            </a:r>
            <a:r>
              <a:rPr sz="3200" spc="-5" dirty="0">
                <a:latin typeface="Times New Roman"/>
                <a:cs typeface="Times New Roman"/>
              </a:rPr>
              <a:t>wastes	</a:t>
            </a:r>
            <a:r>
              <a:rPr sz="3200" spc="-10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other organic </a:t>
            </a:r>
            <a:r>
              <a:rPr sz="3200" spc="-5" dirty="0">
                <a:latin typeface="Times New Roman"/>
                <a:cs typeface="Times New Roman"/>
              </a:rPr>
              <a:t>wastes </a:t>
            </a:r>
            <a:r>
              <a:rPr sz="3200" spc="-10" dirty="0">
                <a:latin typeface="Times New Roman"/>
                <a:cs typeface="Times New Roman"/>
              </a:rPr>
              <a:t>that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decay  quickly.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AE4F"/>
              </a:buClr>
              <a:buFont typeface="Times New Roman"/>
              <a:buAutoNum type="arabicPeriod" startAt="15"/>
            </a:pPr>
            <a:endParaRPr sz="4900">
              <a:latin typeface="Times New Roman"/>
              <a:cs typeface="Times New Roman"/>
            </a:endParaRPr>
          </a:p>
          <a:p>
            <a:pPr marL="659765" marR="420370" indent="-647700">
              <a:lnSpc>
                <a:spcPts val="3820"/>
              </a:lnSpc>
              <a:spcBef>
                <a:spcPts val="5"/>
              </a:spcBef>
              <a:buAutoNum type="arabicPeriod" startAt="15"/>
              <a:tabLst>
                <a:tab pos="660400" algn="l"/>
                <a:tab pos="2774315" algn="l"/>
              </a:tabLst>
            </a:pP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Refuse </a:t>
            </a:r>
            <a:r>
              <a:rPr sz="3200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spc="-10" dirty="0">
                <a:latin typeface="Times New Roman"/>
                <a:cs typeface="Times New Roman"/>
              </a:rPr>
              <a:t>all </a:t>
            </a:r>
            <a:r>
              <a:rPr sz="3200" dirty="0">
                <a:latin typeface="Times New Roman"/>
                <a:cs typeface="Times New Roman"/>
              </a:rPr>
              <a:t>kinds of </a:t>
            </a:r>
            <a:r>
              <a:rPr sz="3200" spc="-5" dirty="0">
                <a:latin typeface="Times New Roman"/>
                <a:cs typeface="Times New Roman"/>
              </a:rPr>
              <a:t>wastes in solid state  </a:t>
            </a:r>
            <a:r>
              <a:rPr sz="3200" spc="-10" dirty="0">
                <a:latin typeface="Times New Roman"/>
                <a:cs typeface="Times New Roman"/>
              </a:rPr>
              <a:t>excepting excreta </a:t>
            </a:r>
            <a:r>
              <a:rPr sz="3200" dirty="0">
                <a:latin typeface="Times New Roman"/>
                <a:cs typeface="Times New Roman"/>
              </a:rPr>
              <a:t>from residential,  </a:t>
            </a:r>
            <a:r>
              <a:rPr sz="3200" spc="-10" dirty="0">
                <a:latin typeface="Times New Roman"/>
                <a:cs typeface="Times New Roman"/>
              </a:rPr>
              <a:t>commercial	and industrial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area.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64" y="532000"/>
            <a:ext cx="7838440" cy="46278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59765" marR="5080" indent="-647700">
              <a:lnSpc>
                <a:spcPts val="3820"/>
              </a:lnSpc>
              <a:spcBef>
                <a:spcPts val="240"/>
              </a:spcBef>
              <a:buAutoNum type="arabicPeriod" startAt="17"/>
              <a:tabLst>
                <a:tab pos="660400" algn="l"/>
                <a:tab pos="2690495" algn="l"/>
                <a:tab pos="3298825" algn="l"/>
              </a:tabLst>
            </a:pP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Refuse-derived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fuel (RDF) : </a:t>
            </a:r>
            <a:r>
              <a:rPr sz="3200" dirty="0">
                <a:latin typeface="Times New Roman"/>
                <a:cs typeface="Times New Roman"/>
              </a:rPr>
              <a:t>fuel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produced  from </a:t>
            </a:r>
            <a:r>
              <a:rPr sz="3200" spc="-5" dirty="0">
                <a:latin typeface="Times New Roman"/>
                <a:cs typeface="Times New Roman"/>
              </a:rPr>
              <a:t>MSW </a:t>
            </a:r>
            <a:r>
              <a:rPr sz="3200" spc="-10" dirty="0">
                <a:latin typeface="Times New Roman"/>
                <a:cs typeface="Times New Roman"/>
              </a:rPr>
              <a:t>that </a:t>
            </a:r>
            <a:r>
              <a:rPr sz="3200" dirty="0">
                <a:latin typeface="Times New Roman"/>
                <a:cs typeface="Times New Roman"/>
              </a:rPr>
              <a:t>has undergone processing.  </a:t>
            </a:r>
            <a:r>
              <a:rPr sz="3200" spc="-5" dirty="0">
                <a:latin typeface="Times New Roman"/>
                <a:cs typeface="Times New Roman"/>
              </a:rPr>
              <a:t>Processing </a:t>
            </a:r>
            <a:r>
              <a:rPr sz="3200" spc="-10" dirty="0">
                <a:latin typeface="Times New Roman"/>
                <a:cs typeface="Times New Roman"/>
              </a:rPr>
              <a:t>can include </a:t>
            </a:r>
            <a:r>
              <a:rPr sz="3200" spc="-5" dirty="0">
                <a:latin typeface="Times New Roman"/>
                <a:cs typeface="Times New Roman"/>
              </a:rPr>
              <a:t>separation </a:t>
            </a:r>
            <a:r>
              <a:rPr sz="3200" dirty="0">
                <a:latin typeface="Times New Roman"/>
                <a:cs typeface="Times New Roman"/>
              </a:rPr>
              <a:t>of  recyclables	</a:t>
            </a:r>
            <a:r>
              <a:rPr sz="3200" spc="-10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non-combustible </a:t>
            </a:r>
            <a:r>
              <a:rPr sz="3200" spc="-10" dirty="0">
                <a:latin typeface="Times New Roman"/>
                <a:cs typeface="Times New Roman"/>
              </a:rPr>
              <a:t>materials,  </a:t>
            </a:r>
            <a:r>
              <a:rPr sz="3200" spc="-5" dirty="0">
                <a:latin typeface="Times New Roman"/>
                <a:cs typeface="Times New Roman"/>
              </a:rPr>
              <a:t>shredding, size	</a:t>
            </a:r>
            <a:r>
              <a:rPr sz="3200" dirty="0">
                <a:latin typeface="Times New Roman"/>
                <a:cs typeface="Times New Roman"/>
              </a:rPr>
              <a:t>reduction, </a:t>
            </a:r>
            <a:r>
              <a:rPr sz="3200" spc="-10" dirty="0">
                <a:latin typeface="Times New Roman"/>
                <a:cs typeface="Times New Roman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pelletizing.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E4F"/>
              </a:buClr>
              <a:buFont typeface="Times New Roman"/>
              <a:buAutoNum type="arabicPeriod" startAt="17"/>
            </a:pPr>
            <a:endParaRPr sz="4900">
              <a:latin typeface="Times New Roman"/>
              <a:cs typeface="Times New Roman"/>
            </a:endParaRPr>
          </a:p>
          <a:p>
            <a:pPr marL="659765" marR="447675" indent="-647700">
              <a:lnSpc>
                <a:spcPts val="3820"/>
              </a:lnSpc>
              <a:spcBef>
                <a:spcPts val="5"/>
              </a:spcBef>
              <a:buAutoNum type="arabicPeriod" startAt="17"/>
              <a:tabLst>
                <a:tab pos="660400" algn="l"/>
                <a:tab pos="1447800" algn="l"/>
              </a:tabLst>
            </a:pP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Rubbish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dirty="0">
                <a:latin typeface="Times New Roman"/>
                <a:cs typeface="Times New Roman"/>
              </a:rPr>
              <a:t>a general </a:t>
            </a:r>
            <a:r>
              <a:rPr sz="3200" spc="-10" dirty="0">
                <a:latin typeface="Times New Roman"/>
                <a:cs typeface="Times New Roman"/>
              </a:rPr>
              <a:t>term </a:t>
            </a:r>
            <a:r>
              <a:rPr sz="3200" dirty="0">
                <a:latin typeface="Times New Roman"/>
                <a:cs typeface="Times New Roman"/>
              </a:rPr>
              <a:t>for </a:t>
            </a:r>
            <a:r>
              <a:rPr sz="3200" spc="-5" dirty="0">
                <a:latin typeface="Times New Roman"/>
                <a:cs typeface="Times New Roman"/>
              </a:rPr>
              <a:t>solid waste.  Sometimes </a:t>
            </a:r>
            <a:r>
              <a:rPr sz="3200" dirty="0">
                <a:latin typeface="Times New Roman"/>
                <a:cs typeface="Times New Roman"/>
              </a:rPr>
              <a:t>used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exclude </a:t>
            </a:r>
            <a:r>
              <a:rPr sz="3200" dirty="0">
                <a:latin typeface="Times New Roman"/>
                <a:cs typeface="Times New Roman"/>
              </a:rPr>
              <a:t>food </a:t>
            </a:r>
            <a:r>
              <a:rPr sz="3200" spc="-5" dirty="0">
                <a:latin typeface="Times New Roman"/>
                <a:cs typeface="Times New Roman"/>
              </a:rPr>
              <a:t>wastes  </a:t>
            </a:r>
            <a:r>
              <a:rPr sz="3200" spc="-10" dirty="0">
                <a:latin typeface="Times New Roman"/>
                <a:cs typeface="Times New Roman"/>
              </a:rPr>
              <a:t>and	</a:t>
            </a:r>
            <a:r>
              <a:rPr sz="3200" spc="-5" dirty="0">
                <a:latin typeface="Times New Roman"/>
                <a:cs typeface="Times New Roman"/>
              </a:rPr>
              <a:t>ashes.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459560"/>
            <a:ext cx="7690484" cy="342772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4965" marR="5080" indent="-342900">
              <a:lnSpc>
                <a:spcPts val="3820"/>
              </a:lnSpc>
              <a:spcBef>
                <a:spcPts val="240"/>
              </a:spcBef>
              <a:tabLst>
                <a:tab pos="1165225" algn="l"/>
                <a:tab pos="1719580" algn="l"/>
              </a:tabLst>
            </a:pP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19. Waste-to-energy (WTE) </a:t>
            </a:r>
            <a:r>
              <a:rPr sz="3200" b="1" spc="-5" dirty="0">
                <a:solidFill>
                  <a:srgbClr val="00AE4F"/>
                </a:solidFill>
                <a:latin typeface="Times New Roman"/>
                <a:cs typeface="Times New Roman"/>
              </a:rPr>
              <a:t>plant </a:t>
            </a:r>
            <a:r>
              <a:rPr sz="3200" b="1" dirty="0">
                <a:solidFill>
                  <a:srgbClr val="00AE4F"/>
                </a:solidFill>
                <a:latin typeface="Times New Roman"/>
                <a:cs typeface="Times New Roman"/>
              </a:rPr>
              <a:t>: </a:t>
            </a:r>
            <a:r>
              <a:rPr sz="3200" dirty="0">
                <a:latin typeface="Times New Roman"/>
                <a:cs typeface="Times New Roman"/>
              </a:rPr>
              <a:t>a facility  </a:t>
            </a:r>
            <a:r>
              <a:rPr sz="3200" spc="-10" dirty="0">
                <a:latin typeface="Times New Roman"/>
                <a:cs typeface="Times New Roman"/>
              </a:rPr>
              <a:t>that	</a:t>
            </a:r>
            <a:r>
              <a:rPr sz="3200" dirty="0">
                <a:latin typeface="Times New Roman"/>
                <a:cs typeface="Times New Roman"/>
              </a:rPr>
              <a:t>uses </a:t>
            </a:r>
            <a:r>
              <a:rPr sz="3200" spc="-5" dirty="0">
                <a:latin typeface="Times New Roman"/>
                <a:cs typeface="Times New Roman"/>
              </a:rPr>
              <a:t>solid waste </a:t>
            </a:r>
            <a:r>
              <a:rPr sz="3200" spc="-10" dirty="0">
                <a:latin typeface="Times New Roman"/>
                <a:cs typeface="Times New Roman"/>
              </a:rPr>
              <a:t>materials </a:t>
            </a:r>
            <a:r>
              <a:rPr sz="3200" dirty="0">
                <a:latin typeface="Times New Roman"/>
                <a:cs typeface="Times New Roman"/>
              </a:rPr>
              <a:t>(processed or  raw) </a:t>
            </a:r>
            <a:r>
              <a:rPr sz="3200" spc="-5" dirty="0">
                <a:latin typeface="Times New Roman"/>
                <a:cs typeface="Times New Roman"/>
              </a:rPr>
              <a:t>to	</a:t>
            </a:r>
            <a:r>
              <a:rPr sz="3200" dirty="0">
                <a:latin typeface="Times New Roman"/>
                <a:cs typeface="Times New Roman"/>
              </a:rPr>
              <a:t>produce </a:t>
            </a:r>
            <a:r>
              <a:rPr sz="3200" spc="-10" dirty="0">
                <a:latin typeface="Times New Roman"/>
                <a:cs typeface="Times New Roman"/>
              </a:rPr>
              <a:t>energy. WTE </a:t>
            </a:r>
            <a:r>
              <a:rPr sz="3200" dirty="0">
                <a:latin typeface="Times New Roman"/>
                <a:cs typeface="Times New Roman"/>
              </a:rPr>
              <a:t>plants </a:t>
            </a:r>
            <a:r>
              <a:rPr sz="3200" spc="-10" dirty="0">
                <a:latin typeface="Times New Roman"/>
                <a:cs typeface="Times New Roman"/>
              </a:rPr>
              <a:t>include  incinerators that </a:t>
            </a:r>
            <a:r>
              <a:rPr sz="3200" dirty="0">
                <a:latin typeface="Times New Roman"/>
                <a:cs typeface="Times New Roman"/>
              </a:rPr>
              <a:t>produce </a:t>
            </a:r>
            <a:r>
              <a:rPr sz="3200" spc="-5" dirty="0">
                <a:latin typeface="Times New Roman"/>
                <a:cs typeface="Times New Roman"/>
              </a:rPr>
              <a:t>steam </a:t>
            </a:r>
            <a:r>
              <a:rPr sz="3200" dirty="0">
                <a:latin typeface="Times New Roman"/>
                <a:cs typeface="Times New Roman"/>
              </a:rPr>
              <a:t>for district  heating or </a:t>
            </a:r>
            <a:r>
              <a:rPr sz="3200" spc="-10" dirty="0">
                <a:latin typeface="Times New Roman"/>
                <a:cs typeface="Times New Roman"/>
              </a:rPr>
              <a:t>industrial </a:t>
            </a:r>
            <a:r>
              <a:rPr sz="3200" dirty="0">
                <a:latin typeface="Times New Roman"/>
                <a:cs typeface="Times New Roman"/>
              </a:rPr>
              <a:t>use, or </a:t>
            </a:r>
            <a:r>
              <a:rPr sz="3200" spc="-10" dirty="0">
                <a:latin typeface="Times New Roman"/>
                <a:cs typeface="Times New Roman"/>
              </a:rPr>
              <a:t>that </a:t>
            </a:r>
            <a:r>
              <a:rPr sz="3200" dirty="0">
                <a:latin typeface="Times New Roman"/>
                <a:cs typeface="Times New Roman"/>
              </a:rPr>
              <a:t>generate  </a:t>
            </a:r>
            <a:r>
              <a:rPr sz="3200" spc="-10" dirty="0">
                <a:latin typeface="Times New Roman"/>
                <a:cs typeface="Times New Roman"/>
              </a:rPr>
              <a:t>electricity; they also include </a:t>
            </a:r>
            <a:r>
              <a:rPr sz="3200" dirty="0">
                <a:latin typeface="Times New Roman"/>
                <a:cs typeface="Times New Roman"/>
              </a:rPr>
              <a:t>facilities </a:t>
            </a:r>
            <a:r>
              <a:rPr sz="3200" spc="-10" dirty="0">
                <a:latin typeface="Times New Roman"/>
                <a:cs typeface="Times New Roman"/>
              </a:rPr>
              <a:t>that  convert landfill </a:t>
            </a:r>
            <a:r>
              <a:rPr sz="3200" dirty="0">
                <a:latin typeface="Times New Roman"/>
                <a:cs typeface="Times New Roman"/>
              </a:rPr>
              <a:t>gas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electricity.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454277"/>
            <a:ext cx="36874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Kinds </a:t>
            </a:r>
            <a:r>
              <a:rPr sz="4000" spc="-5" dirty="0"/>
              <a:t>of</a:t>
            </a:r>
            <a:r>
              <a:rPr sz="4000" spc="-95" dirty="0"/>
              <a:t> </a:t>
            </a:r>
            <a:r>
              <a:rPr sz="4000" spc="-5" dirty="0"/>
              <a:t>Wastes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90869" y="1196606"/>
            <a:ext cx="7158355" cy="400240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00050" marR="474980" indent="-387350">
              <a:lnSpc>
                <a:spcPct val="92200"/>
              </a:lnSpc>
              <a:spcBef>
                <a:spcPts val="434"/>
              </a:spcBef>
              <a:buSzPct val="97222"/>
              <a:buFont typeface="Noto Sans Symbols"/>
              <a:buChar char="□"/>
              <a:tabLst>
                <a:tab pos="400685" algn="l"/>
                <a:tab pos="1915160" algn="l"/>
                <a:tab pos="3244850" algn="l"/>
              </a:tabLst>
            </a:pPr>
            <a:r>
              <a:rPr sz="3600" spc="-5" dirty="0">
                <a:solidFill>
                  <a:srgbClr val="00AE4F"/>
                </a:solidFill>
                <a:latin typeface="Times New Roman"/>
                <a:cs typeface="Times New Roman"/>
              </a:rPr>
              <a:t>Solid wastes: </a:t>
            </a:r>
            <a:r>
              <a:rPr sz="2800" dirty="0">
                <a:latin typeface="Times New Roman"/>
                <a:cs typeface="Times New Roman"/>
              </a:rPr>
              <a:t>domestic, </a:t>
            </a:r>
            <a:r>
              <a:rPr sz="2800" spc="-5" dirty="0">
                <a:latin typeface="Times New Roman"/>
                <a:cs typeface="Times New Roman"/>
              </a:rPr>
              <a:t>commercial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 industrial	wastes	especially common as  co-disposal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wastes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AE4F"/>
              </a:buClr>
              <a:buFont typeface="Noto Sans Symbols"/>
              <a:buChar char="□"/>
            </a:pPr>
            <a:endParaRPr sz="3450">
              <a:latin typeface="Times New Roman"/>
              <a:cs typeface="Times New Roman"/>
            </a:endParaRPr>
          </a:p>
          <a:p>
            <a:pPr marL="40005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Examples: </a:t>
            </a:r>
            <a:r>
              <a:rPr sz="2950" i="1" dirty="0">
                <a:latin typeface="Times New Roman"/>
                <a:cs typeface="Times New Roman"/>
              </a:rPr>
              <a:t>plastics, </a:t>
            </a:r>
            <a:r>
              <a:rPr sz="2950" i="1" spc="-5" dirty="0">
                <a:latin typeface="Times New Roman"/>
                <a:cs typeface="Times New Roman"/>
              </a:rPr>
              <a:t>containers,</a:t>
            </a:r>
            <a:r>
              <a:rPr sz="2950" i="1" spc="15" dirty="0">
                <a:latin typeface="Times New Roman"/>
                <a:cs typeface="Times New Roman"/>
              </a:rPr>
              <a:t> </a:t>
            </a:r>
            <a:r>
              <a:rPr sz="2950" i="1" dirty="0">
                <a:latin typeface="Times New Roman"/>
                <a:cs typeface="Times New Roman"/>
              </a:rPr>
              <a:t>bottles,</a:t>
            </a:r>
            <a:endParaRPr sz="2950">
              <a:latin typeface="Times New Roman"/>
              <a:cs typeface="Times New Roman"/>
            </a:endParaRPr>
          </a:p>
          <a:p>
            <a:pPr marL="1885950" marR="5080">
              <a:lnSpc>
                <a:spcPct val="110200"/>
              </a:lnSpc>
              <a:spcBef>
                <a:spcPts val="70"/>
              </a:spcBef>
            </a:pPr>
            <a:r>
              <a:rPr sz="2950" i="1" spc="-5" dirty="0">
                <a:latin typeface="Times New Roman"/>
                <a:cs typeface="Times New Roman"/>
              </a:rPr>
              <a:t>cans, </a:t>
            </a:r>
            <a:r>
              <a:rPr sz="2950" i="1" dirty="0">
                <a:latin typeface="Times New Roman"/>
                <a:cs typeface="Times New Roman"/>
              </a:rPr>
              <a:t>papers, </a:t>
            </a:r>
            <a:r>
              <a:rPr sz="2950" i="1" spc="-5" dirty="0">
                <a:latin typeface="Times New Roman"/>
                <a:cs typeface="Times New Roman"/>
              </a:rPr>
              <a:t>scrap iron, </a:t>
            </a:r>
            <a:r>
              <a:rPr sz="2950" i="1" dirty="0">
                <a:latin typeface="Times New Roman"/>
                <a:cs typeface="Times New Roman"/>
              </a:rPr>
              <a:t>and</a:t>
            </a:r>
            <a:r>
              <a:rPr sz="2950" i="1" spc="-85" dirty="0">
                <a:latin typeface="Times New Roman"/>
                <a:cs typeface="Times New Roman"/>
              </a:rPr>
              <a:t> </a:t>
            </a:r>
            <a:r>
              <a:rPr sz="2950" i="1" dirty="0">
                <a:latin typeface="Times New Roman"/>
                <a:cs typeface="Times New Roman"/>
              </a:rPr>
              <a:t>other  </a:t>
            </a:r>
            <a:r>
              <a:rPr sz="2950" i="1" spc="-5" dirty="0">
                <a:latin typeface="Times New Roman"/>
                <a:cs typeface="Times New Roman"/>
              </a:rPr>
              <a:t>trash</a:t>
            </a:r>
            <a:endParaRPr sz="2950">
              <a:latin typeface="Times New Roman"/>
              <a:cs typeface="Times New Roman"/>
            </a:endParaRPr>
          </a:p>
          <a:p>
            <a:pPr marL="421005" indent="-408940">
              <a:lnSpc>
                <a:spcPct val="100000"/>
              </a:lnSpc>
              <a:spcBef>
                <a:spcPts val="1100"/>
              </a:spcBef>
              <a:buSzPct val="97222"/>
              <a:buFont typeface="Noto Sans Symbols"/>
              <a:buChar char="□"/>
              <a:tabLst>
                <a:tab pos="421640" algn="l"/>
              </a:tabLst>
            </a:pPr>
            <a:r>
              <a:rPr sz="3600" spc="-10" dirty="0">
                <a:solidFill>
                  <a:srgbClr val="00AE4F"/>
                </a:solidFill>
                <a:latin typeface="Times New Roman"/>
                <a:cs typeface="Times New Roman"/>
              </a:rPr>
              <a:t>Liquid Wastes: </a:t>
            </a:r>
            <a:r>
              <a:rPr sz="2800" spc="-5" dirty="0">
                <a:latin typeface="Times New Roman"/>
                <a:cs typeface="Times New Roman"/>
              </a:rPr>
              <a:t>wastes in liquid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2503" y="5807012"/>
            <a:ext cx="1524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Examples: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9234" y="5787962"/>
            <a:ext cx="5340350" cy="47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i="1" dirty="0">
                <a:latin typeface="Times New Roman"/>
                <a:cs typeface="Times New Roman"/>
              </a:rPr>
              <a:t>domestic </a:t>
            </a:r>
            <a:r>
              <a:rPr sz="2950" i="1" spc="-10" dirty="0">
                <a:latin typeface="Times New Roman"/>
                <a:cs typeface="Times New Roman"/>
              </a:rPr>
              <a:t>washings, </a:t>
            </a:r>
            <a:r>
              <a:rPr sz="2950" i="1" spc="-5" dirty="0">
                <a:latin typeface="Times New Roman"/>
                <a:cs typeface="Times New Roman"/>
              </a:rPr>
              <a:t>chemicals,</a:t>
            </a:r>
            <a:r>
              <a:rPr sz="2950" i="1" spc="-85" dirty="0">
                <a:latin typeface="Times New Roman"/>
                <a:cs typeface="Times New Roman"/>
              </a:rPr>
              <a:t> </a:t>
            </a:r>
            <a:r>
              <a:rPr sz="2950" i="1" dirty="0">
                <a:latin typeface="Times New Roman"/>
                <a:cs typeface="Times New Roman"/>
              </a:rPr>
              <a:t>oils,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9522" y="6245161"/>
            <a:ext cx="6092190" cy="47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9020" algn="l"/>
              </a:tabLst>
            </a:pPr>
            <a:r>
              <a:rPr sz="2950" i="1" spc="-10" dirty="0">
                <a:latin typeface="Times New Roman"/>
                <a:cs typeface="Times New Roman"/>
              </a:rPr>
              <a:t>waste	water </a:t>
            </a:r>
            <a:r>
              <a:rPr sz="2950" i="1" spc="-5" dirty="0">
                <a:latin typeface="Times New Roman"/>
                <a:cs typeface="Times New Roman"/>
              </a:rPr>
              <a:t>from </a:t>
            </a:r>
            <a:r>
              <a:rPr sz="2950" i="1" dirty="0">
                <a:latin typeface="Times New Roman"/>
                <a:cs typeface="Times New Roman"/>
              </a:rPr>
              <a:t>ponds,</a:t>
            </a:r>
            <a:r>
              <a:rPr sz="2950" i="1" spc="-80" dirty="0">
                <a:latin typeface="Times New Roman"/>
                <a:cs typeface="Times New Roman"/>
              </a:rPr>
              <a:t> </a:t>
            </a:r>
            <a:r>
              <a:rPr sz="2950" i="1" spc="-5" dirty="0">
                <a:latin typeface="Times New Roman"/>
                <a:cs typeface="Times New Roman"/>
              </a:rPr>
              <a:t>manufacturing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199" y="318897"/>
            <a:ext cx="8330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Classification of Wastes according to their</a:t>
            </a:r>
            <a:r>
              <a:rPr sz="2800" spc="-90" dirty="0"/>
              <a:t> </a:t>
            </a:r>
            <a:r>
              <a:rPr sz="2800" spc="-5" dirty="0"/>
              <a:t>Properties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95319" y="1041433"/>
            <a:ext cx="7858759" cy="3759200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395605" indent="-383540">
              <a:lnSpc>
                <a:spcPct val="100000"/>
              </a:lnSpc>
              <a:spcBef>
                <a:spcPts val="197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solidFill>
                  <a:srgbClr val="00AE4F"/>
                </a:solidFill>
                <a:latin typeface="Times New Roman"/>
                <a:cs typeface="Times New Roman"/>
              </a:rPr>
              <a:t>Bio-degradable</a:t>
            </a:r>
            <a:endParaRPr sz="3200">
              <a:latin typeface="Times New Roman"/>
              <a:cs typeface="Times New Roman"/>
            </a:endParaRPr>
          </a:p>
          <a:p>
            <a:pPr marL="967105">
              <a:lnSpc>
                <a:spcPct val="100000"/>
              </a:lnSpc>
              <a:spcBef>
                <a:spcPts val="1635"/>
              </a:spcBef>
            </a:pPr>
            <a:r>
              <a:rPr sz="2800" spc="-5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degraded (paper, </a:t>
            </a:r>
            <a:r>
              <a:rPr sz="2800" spc="-5" dirty="0">
                <a:latin typeface="Times New Roman"/>
                <a:cs typeface="Times New Roman"/>
              </a:rPr>
              <a:t>wood, </a:t>
            </a:r>
            <a:r>
              <a:rPr sz="2800" dirty="0">
                <a:latin typeface="Times New Roman"/>
                <a:cs typeface="Times New Roman"/>
              </a:rPr>
              <a:t>fruits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others)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solidFill>
                  <a:srgbClr val="00AE4F"/>
                </a:solidFill>
                <a:latin typeface="Times New Roman"/>
                <a:cs typeface="Times New Roman"/>
              </a:rPr>
              <a:t>Non-biodegradable</a:t>
            </a:r>
            <a:endParaRPr sz="3200">
              <a:latin typeface="Times New Roman"/>
              <a:cs typeface="Times New Roman"/>
            </a:endParaRPr>
          </a:p>
          <a:p>
            <a:pPr marL="967105" marR="1339850" indent="-572135">
              <a:lnSpc>
                <a:spcPts val="4280"/>
              </a:lnSpc>
              <a:spcBef>
                <a:spcPts val="120"/>
              </a:spcBef>
              <a:tabLst>
                <a:tab pos="2571750" algn="l"/>
              </a:tabLst>
            </a:pPr>
            <a:r>
              <a:rPr sz="2800" spc="-5" dirty="0">
                <a:latin typeface="Times New Roman"/>
                <a:cs typeface="Times New Roman"/>
              </a:rPr>
              <a:t>cannot </a:t>
            </a:r>
            <a:r>
              <a:rPr sz="2800" dirty="0">
                <a:latin typeface="Times New Roman"/>
                <a:cs typeface="Times New Roman"/>
              </a:rPr>
              <a:t>be degraded (plastics, bottles, old  </a:t>
            </a:r>
            <a:r>
              <a:rPr sz="2800" spc="-5" dirty="0">
                <a:latin typeface="Times New Roman"/>
                <a:cs typeface="Times New Roman"/>
              </a:rPr>
              <a:t>machines,	cans, containers 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others)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961" y="404189"/>
            <a:ext cx="813244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Classification of Wastes according</a:t>
            </a:r>
            <a:r>
              <a:rPr sz="2800" spc="-35" dirty="0"/>
              <a:t> </a:t>
            </a:r>
            <a:r>
              <a:rPr sz="2800" spc="-5" dirty="0"/>
              <a:t>to</a:t>
            </a:r>
            <a:endParaRPr sz="2800"/>
          </a:p>
          <a:p>
            <a:pPr algn="ctr">
              <a:lnSpc>
                <a:spcPct val="100000"/>
              </a:lnSpc>
            </a:pPr>
            <a:r>
              <a:rPr sz="2800" spc="-5" dirty="0"/>
              <a:t>their </a:t>
            </a:r>
            <a:r>
              <a:rPr sz="2800" spc="-10" dirty="0"/>
              <a:t>Effects </a:t>
            </a:r>
            <a:r>
              <a:rPr sz="2800" spc="-5" dirty="0"/>
              <a:t>on Human Health and the</a:t>
            </a:r>
            <a:r>
              <a:rPr sz="2800" spc="-75" dirty="0"/>
              <a:t> </a:t>
            </a:r>
            <a:r>
              <a:rPr sz="2800" spc="-5" dirty="0"/>
              <a:t>Environment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83821" y="1620874"/>
            <a:ext cx="7943215" cy="42919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29565" indent="-317500" algn="just">
              <a:lnSpc>
                <a:spcPct val="100000"/>
              </a:lnSpc>
              <a:spcBef>
                <a:spcPts val="480"/>
              </a:spcBef>
              <a:buSzPct val="96428"/>
              <a:buFont typeface="Noto Sans Symbols"/>
              <a:buChar char="□"/>
              <a:tabLst>
                <a:tab pos="330200" algn="l"/>
              </a:tabLst>
            </a:pPr>
            <a:r>
              <a:rPr sz="2800" spc="-5" dirty="0">
                <a:solidFill>
                  <a:srgbClr val="00AE4F"/>
                </a:solidFill>
                <a:latin typeface="Times New Roman"/>
                <a:cs typeface="Times New Roman"/>
              </a:rPr>
              <a:t>Hazardous</a:t>
            </a:r>
            <a:r>
              <a:rPr sz="2800" spc="-10" dirty="0">
                <a:solidFill>
                  <a:srgbClr val="00AE4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AE4F"/>
                </a:solidFill>
                <a:latin typeface="Times New Roman"/>
                <a:cs typeface="Times New Roman"/>
              </a:rPr>
              <a:t>wastes</a:t>
            </a:r>
            <a:endParaRPr sz="2800">
              <a:latin typeface="Times New Roman"/>
              <a:cs typeface="Times New Roman"/>
            </a:endParaRPr>
          </a:p>
          <a:p>
            <a:pPr marL="46355" marR="5080" algn="just">
              <a:lnSpc>
                <a:spcPct val="89900"/>
              </a:lnSpc>
              <a:spcBef>
                <a:spcPts val="825"/>
              </a:spcBef>
            </a:pP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spc="-10" dirty="0">
                <a:latin typeface="Times New Roman"/>
                <a:cs typeface="Times New Roman"/>
              </a:rPr>
              <a:t>that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reactive, </a:t>
            </a:r>
            <a:r>
              <a:rPr sz="3200" spc="-10" dirty="0">
                <a:latin typeface="Times New Roman"/>
                <a:cs typeface="Times New Roman"/>
              </a:rPr>
              <a:t>toxic, corrosive, </a:t>
            </a:r>
            <a:r>
              <a:rPr sz="3200" dirty="0">
                <a:latin typeface="Times New Roman"/>
                <a:cs typeface="Times New Roman"/>
              </a:rPr>
              <a:t>or  otherwise dangerous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living things and/or the  environment. </a:t>
            </a:r>
            <a:r>
              <a:rPr sz="3200" spc="-5" dirty="0">
                <a:latin typeface="Times New Roman"/>
                <a:cs typeface="Times New Roman"/>
              </a:rPr>
              <a:t>Many </a:t>
            </a:r>
            <a:r>
              <a:rPr sz="3200" spc="-10" dirty="0">
                <a:latin typeface="Times New Roman"/>
                <a:cs typeface="Times New Roman"/>
              </a:rPr>
              <a:t>industrial </a:t>
            </a:r>
            <a:r>
              <a:rPr sz="3200" dirty="0">
                <a:latin typeface="Times New Roman"/>
                <a:cs typeface="Times New Roman"/>
              </a:rPr>
              <a:t>by-products </a:t>
            </a:r>
            <a:r>
              <a:rPr sz="3200" spc="-10" dirty="0">
                <a:latin typeface="Times New Roman"/>
                <a:cs typeface="Times New Roman"/>
              </a:rPr>
              <a:t>are  </a:t>
            </a:r>
            <a:r>
              <a:rPr sz="3200" dirty="0">
                <a:latin typeface="Times New Roman"/>
                <a:cs typeface="Times New Roman"/>
              </a:rPr>
              <a:t>hazardous.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50">
              <a:latin typeface="Times New Roman"/>
              <a:cs typeface="Times New Roman"/>
            </a:endParaRPr>
          </a:p>
          <a:p>
            <a:pPr marL="329565" indent="-317500" algn="just">
              <a:lnSpc>
                <a:spcPct val="100000"/>
              </a:lnSpc>
              <a:buSzPct val="96428"/>
              <a:buFont typeface="Noto Sans Symbols"/>
              <a:buChar char="□"/>
              <a:tabLst>
                <a:tab pos="330200" algn="l"/>
              </a:tabLst>
            </a:pPr>
            <a:r>
              <a:rPr sz="2800" spc="-5" dirty="0">
                <a:solidFill>
                  <a:srgbClr val="00AE4F"/>
                </a:solidFill>
                <a:latin typeface="Times New Roman"/>
                <a:cs typeface="Times New Roman"/>
              </a:rPr>
              <a:t>Non-hazardous</a:t>
            </a:r>
            <a:endParaRPr sz="2800">
              <a:latin typeface="Times New Roman"/>
              <a:cs typeface="Times New Roman"/>
            </a:endParaRPr>
          </a:p>
          <a:p>
            <a:pPr marL="46355" marR="1539240">
              <a:lnSpc>
                <a:spcPct val="108300"/>
              </a:lnSpc>
              <a:spcBef>
                <a:spcPts val="445"/>
              </a:spcBef>
              <a:tabLst>
                <a:tab pos="1925320" algn="l"/>
                <a:tab pos="2651760" algn="l"/>
                <a:tab pos="3108960" algn="l"/>
                <a:tab pos="4023360" algn="l"/>
              </a:tabLst>
            </a:pPr>
            <a:r>
              <a:rPr sz="2800" spc="-5" dirty="0">
                <a:latin typeface="Times New Roman"/>
                <a:cs typeface="Times New Roman"/>
              </a:rPr>
              <a:t>Substances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safe	to	</a:t>
            </a:r>
            <a:r>
              <a:rPr sz="2800" dirty="0">
                <a:latin typeface="Times New Roman"/>
                <a:cs typeface="Times New Roman"/>
              </a:rPr>
              <a:t>use	</a:t>
            </a:r>
            <a:r>
              <a:rPr sz="2800" spc="-5" dirty="0">
                <a:latin typeface="Times New Roman"/>
                <a:cs typeface="Times New Roman"/>
              </a:rPr>
              <a:t>commercially,  industrially,	agriculturally,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economically.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454277"/>
            <a:ext cx="65944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From </a:t>
            </a:r>
            <a:r>
              <a:rPr sz="4000" spc="-5" dirty="0"/>
              <a:t>where </a:t>
            </a:r>
            <a:r>
              <a:rPr sz="4000" spc="-10" dirty="0"/>
              <a:t>these</a:t>
            </a:r>
            <a:r>
              <a:rPr sz="4000" spc="-85" dirty="0"/>
              <a:t> </a:t>
            </a:r>
            <a:r>
              <a:rPr sz="4000" dirty="0"/>
              <a:t>comes???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83563" y="1268822"/>
            <a:ext cx="7793267" cy="5040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373709"/>
            <a:ext cx="7765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Effects </a:t>
            </a:r>
            <a:r>
              <a:rPr sz="3600" spc="-5" dirty="0"/>
              <a:t>of waste if not managed</a:t>
            </a:r>
            <a:r>
              <a:rPr sz="3600" spc="-75" dirty="0"/>
              <a:t> </a:t>
            </a:r>
            <a:r>
              <a:rPr sz="3600" spc="-5" dirty="0"/>
              <a:t>wisely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77918" y="1859476"/>
            <a:ext cx="6711950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 indent="-383540">
              <a:lnSpc>
                <a:spcPct val="100000"/>
              </a:lnSpc>
              <a:spcBef>
                <a:spcPts val="10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Affects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health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Noto Sans Symbols"/>
              <a:buChar char="□"/>
            </a:pPr>
            <a:endParaRPr sz="485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Affects </a:t>
            </a:r>
            <a:r>
              <a:rPr sz="3200" dirty="0">
                <a:latin typeface="Times New Roman"/>
                <a:cs typeface="Times New Roman"/>
              </a:rPr>
              <a:t>our </a:t>
            </a:r>
            <a:r>
              <a:rPr sz="3200" spc="-5" dirty="0">
                <a:latin typeface="Times New Roman"/>
                <a:cs typeface="Times New Roman"/>
              </a:rPr>
              <a:t>socio-economic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conditions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Noto Sans Symbols"/>
              <a:buChar char="□"/>
            </a:pPr>
            <a:endParaRPr sz="5000">
              <a:latin typeface="Times New Roman"/>
              <a:cs typeface="Times New Roman"/>
            </a:endParaRPr>
          </a:p>
          <a:p>
            <a:pPr marL="395605" marR="1331595" indent="-383540">
              <a:lnSpc>
                <a:spcPts val="3820"/>
              </a:lnSpc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Affects </a:t>
            </a:r>
            <a:r>
              <a:rPr sz="3200" dirty="0">
                <a:latin typeface="Times New Roman"/>
                <a:cs typeface="Times New Roman"/>
              </a:rPr>
              <a:t>our </a:t>
            </a:r>
            <a:r>
              <a:rPr sz="3200" spc="-10" dirty="0">
                <a:latin typeface="Times New Roman"/>
                <a:cs typeface="Times New Roman"/>
              </a:rPr>
              <a:t>coastal and marine  </a:t>
            </a:r>
            <a:r>
              <a:rPr sz="3200" spc="-5" dirty="0">
                <a:latin typeface="Times New Roman"/>
                <a:cs typeface="Times New Roman"/>
              </a:rPr>
              <a:t>environment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Noto Sans Symbols"/>
              <a:buChar char="□"/>
            </a:pPr>
            <a:endParaRPr sz="475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Affects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climate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539" y="404624"/>
            <a:ext cx="3888467" cy="3024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1990" y="3645042"/>
            <a:ext cx="4104516" cy="2773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99990" y="404624"/>
            <a:ext cx="4176491" cy="30243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536" y="3645067"/>
            <a:ext cx="3888467" cy="27149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536" y="404624"/>
            <a:ext cx="3831704" cy="2952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83966" y="3404993"/>
            <a:ext cx="4385666" cy="29237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553" y="692783"/>
            <a:ext cx="7325460" cy="46084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995" y="457705"/>
            <a:ext cx="81483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0040" algn="l"/>
              </a:tabLst>
            </a:pPr>
            <a:r>
              <a:rPr spc="-10" dirty="0"/>
              <a:t>SOLI</a:t>
            </a:r>
            <a:r>
              <a:rPr dirty="0"/>
              <a:t>D</a:t>
            </a:r>
            <a:r>
              <a:rPr spc="-15" dirty="0"/>
              <a:t> </a:t>
            </a:r>
            <a:r>
              <a:rPr spc="-10" dirty="0"/>
              <a:t>WAST</a:t>
            </a:r>
            <a:r>
              <a:rPr dirty="0"/>
              <a:t>E	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8" y="1603368"/>
            <a:ext cx="8069580" cy="290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 marR="165100" indent="-190500" algn="just">
              <a:lnSpc>
                <a:spcPct val="100000"/>
              </a:lnSpc>
              <a:spcBef>
                <a:spcPts val="100"/>
              </a:spcBef>
              <a:buClr>
                <a:srgbClr val="0A5293"/>
              </a:buClr>
              <a:buFont typeface="Arial"/>
              <a:buChar char="•"/>
              <a:tabLst>
                <a:tab pos="20320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Solid </a:t>
            </a:r>
            <a:r>
              <a:rPr sz="2000" b="1" dirty="0">
                <a:latin typeface="Times New Roman"/>
                <a:cs typeface="Times New Roman"/>
              </a:rPr>
              <a:t>Waste </a:t>
            </a:r>
            <a:r>
              <a:rPr sz="2000" b="1" spc="-5" dirty="0">
                <a:latin typeface="Times New Roman"/>
                <a:cs typeface="Times New Roman"/>
              </a:rPr>
              <a:t>Management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defined </a:t>
            </a:r>
            <a:r>
              <a:rPr sz="2000" spc="-5" dirty="0">
                <a:latin typeface="Times New Roman"/>
                <a:cs typeface="Times New Roman"/>
              </a:rPr>
              <a:t>as the </a:t>
            </a:r>
            <a:r>
              <a:rPr sz="2000" dirty="0">
                <a:latin typeface="Times New Roman"/>
                <a:cs typeface="Times New Roman"/>
              </a:rPr>
              <a:t>discipline </a:t>
            </a:r>
            <a:r>
              <a:rPr sz="2000" spc="-5" dirty="0">
                <a:latin typeface="Times New Roman"/>
                <a:cs typeface="Times New Roman"/>
              </a:rPr>
              <a:t>associated with  control </a:t>
            </a:r>
            <a:r>
              <a:rPr sz="2000" dirty="0">
                <a:latin typeface="Times New Roman"/>
                <a:cs typeface="Times New Roman"/>
              </a:rPr>
              <a:t>of generation, </a:t>
            </a:r>
            <a:r>
              <a:rPr sz="2000" spc="-5" dirty="0">
                <a:latin typeface="Times New Roman"/>
                <a:cs typeface="Times New Roman"/>
              </a:rPr>
              <a:t>storage, collection, transport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transfer, </a:t>
            </a:r>
            <a:r>
              <a:rPr sz="2000" dirty="0">
                <a:latin typeface="Times New Roman"/>
                <a:cs typeface="Times New Roman"/>
              </a:rPr>
              <a:t>processing  </a:t>
            </a:r>
            <a:r>
              <a:rPr sz="2000" spc="-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disposal of </a:t>
            </a:r>
            <a:r>
              <a:rPr sz="2000" spc="-5" dirty="0">
                <a:latin typeface="Times New Roman"/>
                <a:cs typeface="Times New Roman"/>
              </a:rPr>
              <a:t>solid waste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materials.</a:t>
            </a:r>
            <a:endParaRPr sz="2000">
              <a:latin typeface="Times New Roman"/>
              <a:cs typeface="Times New Roman"/>
            </a:endParaRPr>
          </a:p>
          <a:p>
            <a:pPr marL="202565" marR="179705" indent="-190500" algn="just">
              <a:lnSpc>
                <a:spcPct val="100000"/>
              </a:lnSpc>
              <a:spcBef>
                <a:spcPts val="530"/>
              </a:spcBef>
              <a:buClr>
                <a:srgbClr val="0A5293"/>
              </a:buClr>
              <a:buFont typeface="Arial"/>
              <a:buChar char="•"/>
              <a:tabLst>
                <a:tab pos="203200" algn="l"/>
              </a:tabLst>
            </a:pPr>
            <a:r>
              <a:rPr sz="2000" spc="-5" dirty="0">
                <a:latin typeface="Times New Roman"/>
                <a:cs typeface="Times New Roman"/>
              </a:rPr>
              <a:t>Solid waste management includes </a:t>
            </a:r>
            <a:r>
              <a:rPr sz="2000" dirty="0">
                <a:latin typeface="Times New Roman"/>
                <a:cs typeface="Times New Roman"/>
              </a:rPr>
              <a:t>planning, </a:t>
            </a:r>
            <a:r>
              <a:rPr sz="2000" spc="-5" dirty="0">
                <a:latin typeface="Times New Roman"/>
                <a:cs typeface="Times New Roman"/>
              </a:rPr>
              <a:t>administrative, </a:t>
            </a:r>
            <a:r>
              <a:rPr sz="2000" dirty="0">
                <a:latin typeface="Times New Roman"/>
                <a:cs typeface="Times New Roman"/>
              </a:rPr>
              <a:t>financial,  </a:t>
            </a:r>
            <a:r>
              <a:rPr sz="2000" spc="-5" dirty="0">
                <a:latin typeface="Times New Roman"/>
                <a:cs typeface="Times New Roman"/>
              </a:rPr>
              <a:t>engineering and legal </a:t>
            </a:r>
            <a:r>
              <a:rPr sz="2000" dirty="0">
                <a:latin typeface="Times New Roman"/>
                <a:cs typeface="Times New Roman"/>
              </a:rPr>
              <a:t>functions </a:t>
            </a:r>
            <a:r>
              <a:rPr sz="2000" spc="-5" dirty="0">
                <a:latin typeface="Times New Roman"/>
                <a:cs typeface="Times New Roman"/>
              </a:rPr>
              <a:t>in the </a:t>
            </a:r>
            <a:r>
              <a:rPr sz="2000" dirty="0">
                <a:latin typeface="Times New Roman"/>
                <a:cs typeface="Times New Roman"/>
              </a:rPr>
              <a:t>process of </a:t>
            </a:r>
            <a:r>
              <a:rPr sz="2000" spc="-5" dirty="0">
                <a:latin typeface="Times New Roman"/>
                <a:cs typeface="Times New Roman"/>
              </a:rPr>
              <a:t>solving </a:t>
            </a:r>
            <a:r>
              <a:rPr sz="2000" dirty="0">
                <a:latin typeface="Times New Roman"/>
                <a:cs typeface="Times New Roman"/>
              </a:rPr>
              <a:t>problems </a:t>
            </a:r>
            <a:r>
              <a:rPr sz="2000" spc="-5" dirty="0">
                <a:latin typeface="Times New Roman"/>
                <a:cs typeface="Times New Roman"/>
              </a:rPr>
              <a:t>arising 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5" dirty="0">
                <a:latin typeface="Times New Roman"/>
                <a:cs typeface="Times New Roman"/>
              </a:rPr>
              <a:t>waste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materials.</a:t>
            </a:r>
            <a:endParaRPr sz="2000">
              <a:latin typeface="Times New Roman"/>
              <a:cs typeface="Times New Roman"/>
            </a:endParaRPr>
          </a:p>
          <a:p>
            <a:pPr marL="202565" marR="5080" indent="-190500" algn="just">
              <a:lnSpc>
                <a:spcPct val="100000"/>
              </a:lnSpc>
              <a:spcBef>
                <a:spcPts val="525"/>
              </a:spcBef>
              <a:buClr>
                <a:srgbClr val="0A5293"/>
              </a:buClr>
              <a:buFont typeface="Arial"/>
              <a:buChar char="•"/>
              <a:tabLst>
                <a:tab pos="2032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primary goal of </a:t>
            </a:r>
            <a:r>
              <a:rPr sz="2000" spc="-5" dirty="0">
                <a:latin typeface="Times New Roman"/>
                <a:cs typeface="Times New Roman"/>
              </a:rPr>
              <a:t>solid waste management is </a:t>
            </a:r>
            <a:r>
              <a:rPr sz="2000" dirty="0">
                <a:latin typeface="Times New Roman"/>
                <a:cs typeface="Times New Roman"/>
              </a:rPr>
              <a:t>reducing </a:t>
            </a:r>
            <a:r>
              <a:rPr sz="2000" spc="-5" dirty="0">
                <a:latin typeface="Times New Roman"/>
                <a:cs typeface="Times New Roman"/>
              </a:rPr>
              <a:t>and eliminating  adverse impacts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waste materials </a:t>
            </a:r>
            <a:r>
              <a:rPr sz="2000" dirty="0">
                <a:latin typeface="Times New Roman"/>
                <a:cs typeface="Times New Roman"/>
              </a:rPr>
              <a:t>on human health </a:t>
            </a:r>
            <a:r>
              <a:rPr sz="2000" spc="-5" dirty="0">
                <a:latin typeface="Times New Roman"/>
                <a:cs typeface="Times New Roman"/>
              </a:rPr>
              <a:t>and environment to   support economic </a:t>
            </a:r>
            <a:r>
              <a:rPr sz="2000" dirty="0">
                <a:latin typeface="Times New Roman"/>
                <a:cs typeface="Times New Roman"/>
              </a:rPr>
              <a:t>development </a:t>
            </a:r>
            <a:r>
              <a:rPr sz="2000" spc="-5" dirty="0">
                <a:latin typeface="Times New Roman"/>
                <a:cs typeface="Times New Roman"/>
              </a:rPr>
              <a:t>and superior </a:t>
            </a:r>
            <a:r>
              <a:rPr sz="2000" dirty="0">
                <a:latin typeface="Times New Roman"/>
                <a:cs typeface="Times New Roman"/>
              </a:rPr>
              <a:t>quality 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life.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454277"/>
            <a:ext cx="80054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Solid </a:t>
            </a:r>
            <a:r>
              <a:rPr sz="4000" spc="-5" dirty="0"/>
              <a:t>waste </a:t>
            </a:r>
            <a:r>
              <a:rPr sz="4000" dirty="0"/>
              <a:t>collection </a:t>
            </a:r>
            <a:r>
              <a:rPr sz="4000" spc="-5" dirty="0"/>
              <a:t>and</a:t>
            </a:r>
            <a:r>
              <a:rPr sz="4000" spc="-95" dirty="0"/>
              <a:t> </a:t>
            </a:r>
            <a:r>
              <a:rPr sz="4000" spc="-5" dirty="0"/>
              <a:t>transport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90954" y="1129853"/>
            <a:ext cx="7186930" cy="48234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480"/>
              </a:spcBef>
            </a:pPr>
            <a:r>
              <a:rPr sz="3200" spc="-5" dirty="0">
                <a:solidFill>
                  <a:srgbClr val="BF0000"/>
                </a:solidFill>
                <a:latin typeface="Times New Roman"/>
                <a:cs typeface="Times New Roman"/>
              </a:rPr>
              <a:t>Factors</a:t>
            </a:r>
            <a:r>
              <a:rPr sz="32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BF0000"/>
                </a:solidFill>
                <a:latin typeface="Times New Roman"/>
                <a:cs typeface="Times New Roman"/>
              </a:rPr>
              <a:t>considered:</a:t>
            </a:r>
            <a:endParaRPr sz="3200">
              <a:latin typeface="Times New Roman"/>
              <a:cs typeface="Times New Roman"/>
            </a:endParaRPr>
          </a:p>
          <a:p>
            <a:pPr marL="400050" indent="-387985">
              <a:lnSpc>
                <a:spcPct val="100000"/>
              </a:lnSpc>
              <a:spcBef>
                <a:spcPts val="380"/>
              </a:spcBef>
              <a:buAutoNum type="romanLcParenR"/>
              <a:tabLst>
                <a:tab pos="400685" algn="l"/>
              </a:tabLst>
            </a:pPr>
            <a:r>
              <a:rPr sz="3200" spc="-10" dirty="0">
                <a:latin typeface="Times New Roman"/>
                <a:cs typeface="Times New Roman"/>
              </a:rPr>
              <a:t>Types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Containers:</a:t>
            </a:r>
            <a:endParaRPr sz="3200">
              <a:latin typeface="Times New Roman"/>
              <a:cs typeface="Times New Roman"/>
            </a:endParaRPr>
          </a:p>
          <a:p>
            <a:pPr marL="800735" lvl="1" indent="-227965">
              <a:lnSpc>
                <a:spcPct val="100000"/>
              </a:lnSpc>
              <a:spcBef>
                <a:spcPts val="345"/>
              </a:spcBef>
              <a:buChar char="-"/>
              <a:tabLst>
                <a:tab pos="801370" algn="l"/>
              </a:tabLst>
            </a:pPr>
            <a:r>
              <a:rPr sz="2800" spc="-5" dirty="0">
                <a:latin typeface="Times New Roman"/>
                <a:cs typeface="Times New Roman"/>
              </a:rPr>
              <a:t>Depend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on:</a:t>
            </a:r>
            <a:endParaRPr sz="2800">
              <a:latin typeface="Times New Roman"/>
              <a:cs typeface="Times New Roman"/>
            </a:endParaRPr>
          </a:p>
          <a:p>
            <a:pPr marL="1200150" lvl="2" indent="-179070">
              <a:lnSpc>
                <a:spcPct val="100000"/>
              </a:lnSpc>
              <a:spcBef>
                <a:spcPts val="355"/>
              </a:spcBef>
              <a:buChar char="-"/>
              <a:tabLst>
                <a:tab pos="1200785" algn="l"/>
              </a:tabLst>
            </a:pPr>
            <a:r>
              <a:rPr sz="2400" spc="-5" dirty="0">
                <a:latin typeface="Times New Roman"/>
                <a:cs typeface="Times New Roman"/>
              </a:rPr>
              <a:t>characteristics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collected</a:t>
            </a:r>
            <a:endParaRPr sz="2400">
              <a:latin typeface="Times New Roman"/>
              <a:cs typeface="Times New Roman"/>
            </a:endParaRPr>
          </a:p>
          <a:p>
            <a:pPr marL="1657350" marR="5080" lvl="3" indent="-229235">
              <a:lnSpc>
                <a:spcPts val="3310"/>
              </a:lnSpc>
              <a:spcBef>
                <a:spcPts val="75"/>
              </a:spcBef>
              <a:buChar char="–"/>
              <a:tabLst>
                <a:tab pos="1657985" algn="l"/>
              </a:tabLst>
            </a:pPr>
            <a:r>
              <a:rPr sz="2400" spc="-5" dirty="0">
                <a:latin typeface="Times New Roman"/>
                <a:cs typeface="Times New Roman"/>
              </a:rPr>
              <a:t>E.g. Large storage containers </a:t>
            </a:r>
            <a:r>
              <a:rPr sz="2400" dirty="0">
                <a:latin typeface="Times New Roman"/>
                <a:cs typeface="Times New Roman"/>
              </a:rPr>
              <a:t>(Domestic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SW:  </a:t>
            </a:r>
            <a:r>
              <a:rPr sz="2400" dirty="0">
                <a:latin typeface="Times New Roman"/>
                <a:cs typeface="Times New Roman"/>
              </a:rPr>
              <a:t>flats/apartment)</a:t>
            </a:r>
            <a:endParaRPr sz="2400">
              <a:latin typeface="Times New Roman"/>
              <a:cs typeface="Times New Roman"/>
            </a:endParaRPr>
          </a:p>
          <a:p>
            <a:pPr marL="1657350" lvl="3" indent="-229870">
              <a:lnSpc>
                <a:spcPct val="100000"/>
              </a:lnSpc>
              <a:spcBef>
                <a:spcPts val="525"/>
              </a:spcBef>
              <a:buChar char="–"/>
              <a:tabLst>
                <a:tab pos="1657985" algn="l"/>
              </a:tabLst>
            </a:pPr>
            <a:r>
              <a:rPr sz="2400" spc="-5" dirty="0">
                <a:latin typeface="Times New Roman"/>
                <a:cs typeface="Times New Roman"/>
              </a:rPr>
              <a:t>Containers 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curbs</a:t>
            </a:r>
            <a:endParaRPr sz="2400">
              <a:latin typeface="Times New Roman"/>
              <a:cs typeface="Times New Roman"/>
            </a:endParaRPr>
          </a:p>
          <a:p>
            <a:pPr marL="1657350" marR="2160905" lvl="3" indent="-229235">
              <a:lnSpc>
                <a:spcPts val="2860"/>
              </a:lnSpc>
              <a:spcBef>
                <a:spcPts val="380"/>
              </a:spcBef>
              <a:buChar char="–"/>
              <a:tabLst>
                <a:tab pos="1657985" algn="l"/>
              </a:tabLst>
            </a:pPr>
            <a:r>
              <a:rPr sz="2400" spc="-5" dirty="0">
                <a:latin typeface="Times New Roman"/>
                <a:cs typeface="Times New Roman"/>
              </a:rPr>
              <a:t>Large containers </a:t>
            </a:r>
            <a:r>
              <a:rPr sz="2400" dirty="0">
                <a:latin typeface="Times New Roman"/>
                <a:cs typeface="Times New Roman"/>
              </a:rPr>
              <a:t>on 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roller  (Commercial/Industrial)</a:t>
            </a:r>
            <a:endParaRPr sz="2400">
              <a:latin typeface="Times New Roman"/>
              <a:cs typeface="Times New Roman"/>
            </a:endParaRPr>
          </a:p>
          <a:p>
            <a:pPr marL="1200150" indent="-184150">
              <a:lnSpc>
                <a:spcPct val="100000"/>
              </a:lnSpc>
              <a:spcBef>
                <a:spcPts val="170"/>
              </a:spcBef>
              <a:buChar char="•"/>
              <a:tabLst>
                <a:tab pos="1200785" algn="l"/>
              </a:tabLst>
            </a:pPr>
            <a:r>
              <a:rPr sz="2400" spc="-5" dirty="0">
                <a:latin typeface="Times New Roman"/>
                <a:cs typeface="Times New Roman"/>
              </a:rPr>
              <a:t>Collection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</a:t>
            </a:r>
            <a:endParaRPr sz="2400">
              <a:latin typeface="Times New Roman"/>
              <a:cs typeface="Times New Roman"/>
            </a:endParaRPr>
          </a:p>
          <a:p>
            <a:pPr marL="1200150" indent="-184150">
              <a:lnSpc>
                <a:spcPct val="100000"/>
              </a:lnSpc>
              <a:spcBef>
                <a:spcPts val="265"/>
              </a:spcBef>
              <a:buChar char="•"/>
              <a:tabLst>
                <a:tab pos="1200785" algn="l"/>
              </a:tabLst>
            </a:pPr>
            <a:r>
              <a:rPr sz="2400" spc="-5" dirty="0">
                <a:latin typeface="Times New Roman"/>
                <a:cs typeface="Times New Roman"/>
              </a:rPr>
              <a:t>Space available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placement 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containers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841" y="303681"/>
            <a:ext cx="6254115" cy="28778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417830" indent="-405765">
              <a:lnSpc>
                <a:spcPct val="100000"/>
              </a:lnSpc>
              <a:spcBef>
                <a:spcPts val="450"/>
              </a:spcBef>
              <a:buSzPct val="85714"/>
              <a:buAutoNum type="romanLcParenR" startAt="2"/>
              <a:tabLst>
                <a:tab pos="417830" algn="l"/>
                <a:tab pos="41846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Container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Locations:</a:t>
            </a:r>
            <a:endParaRPr sz="2800">
              <a:latin typeface="Times New Roman"/>
              <a:cs typeface="Times New Roman"/>
            </a:endParaRPr>
          </a:p>
          <a:p>
            <a:pPr marL="817244" lvl="1" indent="-170815">
              <a:lnSpc>
                <a:spcPct val="100000"/>
              </a:lnSpc>
              <a:spcBef>
                <a:spcPts val="350"/>
              </a:spcBef>
              <a:buChar char="-"/>
              <a:tabLst>
                <a:tab pos="817880" algn="l"/>
              </a:tabLst>
            </a:pPr>
            <a:r>
              <a:rPr sz="2800" spc="-5" dirty="0">
                <a:latin typeface="Times New Roman"/>
                <a:cs typeface="Times New Roman"/>
              </a:rPr>
              <a:t>side/rear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house</a:t>
            </a:r>
            <a:endParaRPr sz="2800">
              <a:latin typeface="Times New Roman"/>
              <a:cs typeface="Times New Roman"/>
            </a:endParaRPr>
          </a:p>
          <a:p>
            <a:pPr marL="817244" lvl="1" indent="-170815">
              <a:lnSpc>
                <a:spcPct val="100000"/>
              </a:lnSpc>
              <a:spcBef>
                <a:spcPts val="320"/>
              </a:spcBef>
              <a:buChar char="-"/>
              <a:tabLst>
                <a:tab pos="817880" algn="l"/>
              </a:tabLst>
            </a:pPr>
            <a:r>
              <a:rPr sz="2800" spc="-5" dirty="0">
                <a:latin typeface="Times New Roman"/>
                <a:cs typeface="Times New Roman"/>
              </a:rPr>
              <a:t>alleys</a:t>
            </a:r>
            <a:endParaRPr sz="2800">
              <a:latin typeface="Times New Roman"/>
              <a:cs typeface="Times New Roman"/>
            </a:endParaRPr>
          </a:p>
          <a:p>
            <a:pPr marL="817244" lvl="1" indent="-170815">
              <a:lnSpc>
                <a:spcPct val="100000"/>
              </a:lnSpc>
              <a:spcBef>
                <a:spcPts val="309"/>
              </a:spcBef>
              <a:buChar char="-"/>
              <a:tabLst>
                <a:tab pos="817880" algn="l"/>
              </a:tabLst>
            </a:pPr>
            <a:r>
              <a:rPr sz="2800" spc="-5" dirty="0">
                <a:latin typeface="Times New Roman"/>
                <a:cs typeface="Times New Roman"/>
              </a:rPr>
              <a:t>special enclosures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(apartment/condos)</a:t>
            </a:r>
            <a:endParaRPr sz="2800">
              <a:latin typeface="Times New Roman"/>
              <a:cs typeface="Times New Roman"/>
            </a:endParaRPr>
          </a:p>
          <a:p>
            <a:pPr marL="817244" marR="80010" lvl="1" indent="-169545">
              <a:lnSpc>
                <a:spcPct val="108200"/>
              </a:lnSpc>
              <a:spcBef>
                <a:spcPts val="420"/>
              </a:spcBef>
              <a:buChar char="-"/>
              <a:tabLst>
                <a:tab pos="817880" algn="l"/>
                <a:tab pos="1863725" algn="l"/>
              </a:tabLst>
            </a:pPr>
            <a:r>
              <a:rPr sz="2800" spc="-10" dirty="0">
                <a:latin typeface="Times New Roman"/>
                <a:cs typeface="Times New Roman"/>
              </a:rPr>
              <a:t>Basement </a:t>
            </a:r>
            <a:r>
              <a:rPr sz="2800" dirty="0">
                <a:latin typeface="Times New Roman"/>
                <a:cs typeface="Times New Roman"/>
              </a:rPr>
              <a:t>(apts.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foreign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countries)/  </a:t>
            </a:r>
            <a:r>
              <a:rPr sz="2800" dirty="0">
                <a:latin typeface="Times New Roman"/>
                <a:cs typeface="Times New Roman"/>
              </a:rPr>
              <a:t>newer	</a:t>
            </a:r>
            <a:r>
              <a:rPr sz="2800" spc="-5" dirty="0">
                <a:latin typeface="Times New Roman"/>
                <a:cs typeface="Times New Roman"/>
              </a:rPr>
              <a:t>complexes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227" y="3222771"/>
            <a:ext cx="439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iii)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713" y="3127521"/>
            <a:ext cx="6936740" cy="34639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850"/>
              </a:spcBef>
            </a:pPr>
            <a:r>
              <a:rPr sz="2800" spc="-5" dirty="0">
                <a:latin typeface="Times New Roman"/>
                <a:cs typeface="Times New Roman"/>
              </a:rPr>
              <a:t>Public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Health:</a:t>
            </a:r>
            <a:endParaRPr sz="2800">
              <a:latin typeface="Times New Roman"/>
              <a:cs typeface="Times New Roman"/>
            </a:endParaRPr>
          </a:p>
          <a:p>
            <a:pPr marL="942975" marR="250825" indent="-169545">
              <a:lnSpc>
                <a:spcPct val="108000"/>
              </a:lnSpc>
              <a:spcBef>
                <a:spcPts val="480"/>
              </a:spcBef>
              <a:tabLst>
                <a:tab pos="2048510" algn="l"/>
              </a:tabLst>
            </a:pPr>
            <a:r>
              <a:rPr sz="2800" dirty="0">
                <a:latin typeface="Times New Roman"/>
                <a:cs typeface="Times New Roman"/>
              </a:rPr>
              <a:t>- relates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dirty="0">
                <a:latin typeface="Times New Roman"/>
                <a:cs typeface="Times New Roman"/>
              </a:rPr>
              <a:t>on-time </a:t>
            </a:r>
            <a:r>
              <a:rPr sz="2800" spc="-5" dirty="0">
                <a:latin typeface="Times New Roman"/>
                <a:cs typeface="Times New Roman"/>
              </a:rPr>
              <a:t>collection to avoid</a:t>
            </a:r>
            <a:r>
              <a:rPr sz="2800" spc="-3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 spread	</a:t>
            </a:r>
            <a:r>
              <a:rPr sz="2800" dirty="0">
                <a:latin typeface="Times New Roman"/>
                <a:cs typeface="Times New Roman"/>
              </a:rPr>
              <a:t>of diseases by vectors,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746125" algn="l"/>
              </a:tabLst>
            </a:pPr>
            <a:r>
              <a:rPr sz="2800" spc="-5" dirty="0">
                <a:latin typeface="Times New Roman"/>
                <a:cs typeface="Times New Roman"/>
              </a:rPr>
              <a:t>iv)	Aesthetics:</a:t>
            </a:r>
            <a:endParaRPr sz="2800">
              <a:latin typeface="Times New Roman"/>
              <a:cs typeface="Times New Roman"/>
            </a:endParaRPr>
          </a:p>
          <a:p>
            <a:pPr marL="1400175" marR="5080" indent="-169545">
              <a:lnSpc>
                <a:spcPct val="107600"/>
              </a:lnSpc>
              <a:spcBef>
                <a:spcPts val="484"/>
              </a:spcBef>
              <a:tabLst>
                <a:tab pos="2267585" algn="l"/>
              </a:tabLst>
            </a:pPr>
            <a:r>
              <a:rPr sz="2800" dirty="0">
                <a:latin typeface="Times New Roman"/>
                <a:cs typeface="Times New Roman"/>
              </a:rPr>
              <a:t>- </a:t>
            </a:r>
            <a:r>
              <a:rPr sz="2800" spc="-5" dirty="0">
                <a:latin typeface="Times New Roman"/>
                <a:cs typeface="Times New Roman"/>
              </a:rPr>
              <a:t>must </a:t>
            </a:r>
            <a:r>
              <a:rPr sz="2800" dirty="0">
                <a:latin typeface="Times New Roman"/>
                <a:cs typeface="Times New Roman"/>
              </a:rPr>
              <a:t>be pleasing </a:t>
            </a:r>
            <a:r>
              <a:rPr sz="2800" spc="-5" dirty="0">
                <a:latin typeface="Times New Roman"/>
                <a:cs typeface="Times New Roman"/>
              </a:rPr>
              <a:t>to the eye</a:t>
            </a:r>
            <a:r>
              <a:rPr sz="2800" spc="-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(containers  </a:t>
            </a:r>
            <a:r>
              <a:rPr sz="2800" spc="-5" dirty="0">
                <a:latin typeface="Times New Roman"/>
                <a:cs typeface="Times New Roman"/>
              </a:rPr>
              <a:t>must	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clean, shielded </a:t>
            </a:r>
            <a:r>
              <a:rPr sz="2800" dirty="0">
                <a:latin typeface="Times New Roman"/>
                <a:cs typeface="Times New Roman"/>
              </a:rPr>
              <a:t>from public’s  view).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3996" y="441831"/>
            <a:ext cx="5053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765" algn="l"/>
              </a:tabLst>
            </a:pPr>
            <a:r>
              <a:rPr dirty="0"/>
              <a:t>v)	</a:t>
            </a:r>
            <a:r>
              <a:rPr spc="-5" dirty="0"/>
              <a:t>Collection of</a:t>
            </a:r>
            <a:r>
              <a:rPr spc="-95" dirty="0"/>
              <a:t> </a:t>
            </a:r>
            <a:r>
              <a:rPr spc="-5" dirty="0"/>
              <a:t>SW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2844" y="974751"/>
            <a:ext cx="6767830" cy="58547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790"/>
              </a:spcBef>
              <a:buChar char="-"/>
              <a:tabLst>
                <a:tab pos="182245" algn="l"/>
              </a:tabLst>
            </a:pPr>
            <a:r>
              <a:rPr sz="2800" dirty="0">
                <a:latin typeface="Times New Roman"/>
                <a:cs typeface="Times New Roman"/>
              </a:rPr>
              <a:t>60-80 percent of </a:t>
            </a:r>
            <a:r>
              <a:rPr sz="2800" spc="-5" dirty="0">
                <a:latin typeface="Times New Roman"/>
                <a:cs typeface="Times New Roman"/>
              </a:rPr>
              <a:t>total SWM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costs.</a:t>
            </a:r>
            <a:endParaRPr sz="2800">
              <a:latin typeface="Times New Roman"/>
              <a:cs typeface="Times New Roman"/>
            </a:endParaRPr>
          </a:p>
          <a:p>
            <a:pPr marL="181610" marR="213360" indent="-169545">
              <a:lnSpc>
                <a:spcPct val="100400"/>
              </a:lnSpc>
              <a:spcBef>
                <a:spcPts val="675"/>
              </a:spcBef>
              <a:buChar char="-"/>
              <a:tabLst>
                <a:tab pos="182245" algn="l"/>
                <a:tab pos="871219" algn="l"/>
                <a:tab pos="1769110" algn="l"/>
              </a:tabLst>
            </a:pPr>
            <a:r>
              <a:rPr sz="2800" spc="-5" dirty="0">
                <a:latin typeface="Times New Roman"/>
                <a:cs typeface="Times New Roman"/>
              </a:rPr>
              <a:t>Malaysia	</a:t>
            </a:r>
            <a:r>
              <a:rPr sz="2800" dirty="0">
                <a:latin typeface="Times New Roman"/>
                <a:cs typeface="Times New Roman"/>
              </a:rPr>
              <a:t>(other developing nations) -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labor  and	capital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intensive.</a:t>
            </a:r>
            <a:endParaRPr sz="2800">
              <a:latin typeface="Times New Roman"/>
              <a:cs typeface="Times New Roman"/>
            </a:endParaRPr>
          </a:p>
          <a:p>
            <a:pPr marL="181610" indent="-169545">
              <a:lnSpc>
                <a:spcPct val="100000"/>
              </a:lnSpc>
              <a:spcBef>
                <a:spcPts val="685"/>
              </a:spcBef>
              <a:buChar char="-"/>
              <a:tabLst>
                <a:tab pos="182245" algn="l"/>
              </a:tabLst>
            </a:pPr>
            <a:r>
              <a:rPr sz="2800" spc="-5" dirty="0">
                <a:latin typeface="Times New Roman"/>
                <a:cs typeface="Times New Roman"/>
              </a:rPr>
              <a:t>Major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problems:</a:t>
            </a:r>
            <a:endParaRPr sz="2800">
              <a:latin typeface="Times New Roman"/>
              <a:cs typeface="Times New Roman"/>
            </a:endParaRPr>
          </a:p>
          <a:p>
            <a:pPr marL="638175" lvl="1" indent="-229870">
              <a:lnSpc>
                <a:spcPct val="100000"/>
              </a:lnSpc>
              <a:spcBef>
                <a:spcPts val="695"/>
              </a:spcBef>
              <a:buChar char="–"/>
              <a:tabLst>
                <a:tab pos="638810" algn="l"/>
              </a:tabLst>
            </a:pPr>
            <a:r>
              <a:rPr sz="2800" spc="-5" dirty="0">
                <a:latin typeface="Times New Roman"/>
                <a:cs typeface="Times New Roman"/>
              </a:rPr>
              <a:t>Poor </a:t>
            </a:r>
            <a:r>
              <a:rPr sz="2800" dirty="0">
                <a:latin typeface="Times New Roman"/>
                <a:cs typeface="Times New Roman"/>
              </a:rPr>
              <a:t>building </a:t>
            </a:r>
            <a:r>
              <a:rPr sz="2800" spc="-5" dirty="0">
                <a:latin typeface="Times New Roman"/>
                <a:cs typeface="Times New Roman"/>
              </a:rPr>
              <a:t>layouts </a:t>
            </a:r>
            <a:r>
              <a:rPr sz="2800" dirty="0">
                <a:latin typeface="Times New Roman"/>
                <a:cs typeface="Times New Roman"/>
              </a:rPr>
              <a:t>- </a:t>
            </a:r>
            <a:r>
              <a:rPr sz="2800" spc="-5" dirty="0">
                <a:latin typeface="Times New Roman"/>
                <a:cs typeface="Times New Roman"/>
              </a:rPr>
              <a:t>e.g.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squatters</a:t>
            </a:r>
            <a:endParaRPr sz="2800">
              <a:latin typeface="Times New Roman"/>
              <a:cs typeface="Times New Roman"/>
            </a:endParaRPr>
          </a:p>
          <a:p>
            <a:pPr marL="638175" marR="739140" lvl="1" indent="-228600">
              <a:lnSpc>
                <a:spcPct val="100600"/>
              </a:lnSpc>
              <a:spcBef>
                <a:spcPts val="665"/>
              </a:spcBef>
              <a:buChar char="–"/>
              <a:tabLst>
                <a:tab pos="638810" algn="l"/>
                <a:tab pos="2074545" algn="l"/>
              </a:tabLst>
            </a:pPr>
            <a:r>
              <a:rPr sz="2800" spc="-10" dirty="0">
                <a:latin typeface="Times New Roman"/>
                <a:cs typeface="Times New Roman"/>
              </a:rPr>
              <a:t>Road </a:t>
            </a:r>
            <a:r>
              <a:rPr sz="2800" spc="-5" dirty="0">
                <a:latin typeface="Times New Roman"/>
                <a:cs typeface="Times New Roman"/>
              </a:rPr>
              <a:t>congestion </a:t>
            </a:r>
            <a:r>
              <a:rPr sz="2800" dirty="0">
                <a:latin typeface="Times New Roman"/>
                <a:cs typeface="Times New Roman"/>
              </a:rPr>
              <a:t>- </a:t>
            </a:r>
            <a:r>
              <a:rPr sz="2800" spc="-5" dirty="0">
                <a:latin typeface="Times New Roman"/>
                <a:cs typeface="Times New Roman"/>
              </a:rPr>
              <a:t>time cost,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leachate,  transport	costs.</a:t>
            </a:r>
            <a:endParaRPr sz="2800">
              <a:latin typeface="Times New Roman"/>
              <a:cs typeface="Times New Roman"/>
            </a:endParaRPr>
          </a:p>
          <a:p>
            <a:pPr marL="638175" lvl="1" indent="-229870">
              <a:lnSpc>
                <a:spcPct val="100000"/>
              </a:lnSpc>
              <a:spcBef>
                <a:spcPts val="690"/>
              </a:spcBef>
              <a:buChar char="–"/>
              <a:tabLst>
                <a:tab pos="638810" algn="l"/>
              </a:tabLst>
            </a:pPr>
            <a:r>
              <a:rPr sz="2800" spc="-5" dirty="0">
                <a:latin typeface="Times New Roman"/>
                <a:cs typeface="Times New Roman"/>
              </a:rPr>
              <a:t>Physical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infrastructure</a:t>
            </a:r>
            <a:endParaRPr sz="2800">
              <a:latin typeface="Times New Roman"/>
              <a:cs typeface="Times New Roman"/>
            </a:endParaRPr>
          </a:p>
          <a:p>
            <a:pPr marL="638175" lvl="1" indent="-229870">
              <a:lnSpc>
                <a:spcPct val="100000"/>
              </a:lnSpc>
              <a:spcBef>
                <a:spcPts val="690"/>
              </a:spcBef>
              <a:buChar char="–"/>
              <a:tabLst>
                <a:tab pos="638810" algn="l"/>
              </a:tabLst>
            </a:pPr>
            <a:r>
              <a:rPr sz="2800" spc="-5" dirty="0">
                <a:latin typeface="Times New Roman"/>
                <a:cs typeface="Times New Roman"/>
              </a:rPr>
              <a:t>Old containers </a:t>
            </a:r>
            <a:r>
              <a:rPr sz="2800" dirty="0">
                <a:latin typeface="Times New Roman"/>
                <a:cs typeface="Times New Roman"/>
              </a:rPr>
              <a:t>used (leaky/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damaged)</a:t>
            </a:r>
            <a:endParaRPr sz="2800">
              <a:latin typeface="Times New Roman"/>
              <a:cs typeface="Times New Roman"/>
            </a:endParaRPr>
          </a:p>
          <a:p>
            <a:pPr marL="638175" marR="5080" lvl="1" indent="-228600">
              <a:lnSpc>
                <a:spcPct val="100400"/>
              </a:lnSpc>
              <a:spcBef>
                <a:spcPts val="675"/>
              </a:spcBef>
              <a:buChar char="–"/>
              <a:tabLst>
                <a:tab pos="638810" algn="l"/>
                <a:tab pos="1071245" algn="l"/>
              </a:tabLst>
            </a:pPr>
            <a:r>
              <a:rPr sz="2800" spc="-5" dirty="0">
                <a:latin typeface="Times New Roman"/>
                <a:cs typeface="Times New Roman"/>
              </a:rPr>
              <a:t>Absence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systematic methods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(especially  </a:t>
            </a:r>
            <a:r>
              <a:rPr sz="2800" spc="-5" dirty="0">
                <a:latin typeface="Times New Roman"/>
                <a:cs typeface="Times New Roman"/>
              </a:rPr>
              <a:t>at	apartments, markets with large wst.  </a:t>
            </a:r>
            <a:r>
              <a:rPr sz="2800" dirty="0">
                <a:latin typeface="Times New Roman"/>
                <a:cs typeface="Times New Roman"/>
              </a:rPr>
              <a:t>volume).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593" y="315974"/>
            <a:ext cx="5625465" cy="508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Times New Roman"/>
                <a:cs typeface="Times New Roman"/>
              </a:rPr>
              <a:t>Collections </a:t>
            </a:r>
            <a:r>
              <a:rPr sz="3200" spc="-5" dirty="0">
                <a:latin typeface="Times New Roman"/>
                <a:cs typeface="Times New Roman"/>
              </a:rPr>
              <a:t>were </a:t>
            </a:r>
            <a:r>
              <a:rPr sz="3200" spc="-10" dirty="0">
                <a:latin typeface="Times New Roman"/>
                <a:cs typeface="Times New Roman"/>
              </a:rPr>
              <a:t>made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850">
              <a:latin typeface="Times New Roman"/>
              <a:cs typeface="Times New Roman"/>
            </a:endParaRPr>
          </a:p>
          <a:p>
            <a:pPr marL="812800" indent="-445134">
              <a:lnSpc>
                <a:spcPct val="100000"/>
              </a:lnSpc>
              <a:buAutoNum type="arabicPeriod"/>
              <a:tabLst>
                <a:tab pos="812800" algn="l"/>
              </a:tabLst>
            </a:pPr>
            <a:r>
              <a:rPr sz="3200" spc="-5" dirty="0">
                <a:latin typeface="Times New Roman"/>
                <a:cs typeface="Times New Roman"/>
              </a:rPr>
              <a:t>Municipal/ District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Council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</a:pPr>
            <a:endParaRPr sz="5000">
              <a:latin typeface="Times New Roman"/>
              <a:cs typeface="Times New Roman"/>
            </a:endParaRPr>
          </a:p>
          <a:p>
            <a:pPr marL="812165" marR="5080" indent="-445134">
              <a:lnSpc>
                <a:spcPts val="3820"/>
              </a:lnSpc>
              <a:buAutoNum type="arabicPeriod"/>
              <a:tabLst>
                <a:tab pos="8128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Private </a:t>
            </a:r>
            <a:r>
              <a:rPr sz="3200" dirty="0">
                <a:latin typeface="Times New Roman"/>
                <a:cs typeface="Times New Roman"/>
              </a:rPr>
              <a:t>firm under </a:t>
            </a:r>
            <a:r>
              <a:rPr sz="3200" spc="-10" dirty="0">
                <a:latin typeface="Times New Roman"/>
                <a:cs typeface="Times New Roman"/>
              </a:rPr>
              <a:t>contract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to  </a:t>
            </a:r>
            <a:r>
              <a:rPr sz="3200" spc="-5" dirty="0">
                <a:latin typeface="Times New Roman"/>
                <a:cs typeface="Times New Roman"/>
              </a:rPr>
              <a:t>municipal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4900">
              <a:latin typeface="Times New Roman"/>
              <a:cs typeface="Times New Roman"/>
            </a:endParaRPr>
          </a:p>
          <a:p>
            <a:pPr marL="812165" marR="624205" indent="-445134">
              <a:lnSpc>
                <a:spcPts val="3820"/>
              </a:lnSpc>
              <a:buAutoNum type="arabicPeriod"/>
              <a:tabLst>
                <a:tab pos="812800" algn="l"/>
                <a:tab pos="2143760" algn="l"/>
              </a:tabLst>
            </a:pPr>
            <a:r>
              <a:rPr sz="3200" spc="-5" dirty="0">
                <a:latin typeface="Times New Roman"/>
                <a:cs typeface="Times New Roman"/>
              </a:rPr>
              <a:t>Private </a:t>
            </a:r>
            <a:r>
              <a:rPr sz="3200" dirty="0">
                <a:latin typeface="Times New Roman"/>
                <a:cs typeface="Times New Roman"/>
              </a:rPr>
              <a:t>firm </a:t>
            </a:r>
            <a:r>
              <a:rPr sz="3200" spc="-10" dirty="0">
                <a:latin typeface="Times New Roman"/>
                <a:cs typeface="Times New Roman"/>
              </a:rPr>
              <a:t>contract </a:t>
            </a:r>
            <a:r>
              <a:rPr sz="3200" spc="-5" dirty="0">
                <a:latin typeface="Times New Roman"/>
                <a:cs typeface="Times New Roman"/>
              </a:rPr>
              <a:t>with  </a:t>
            </a:r>
            <a:r>
              <a:rPr sz="3200" dirty="0">
                <a:latin typeface="Times New Roman"/>
                <a:cs typeface="Times New Roman"/>
              </a:rPr>
              <a:t>private	residents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570" y="980780"/>
            <a:ext cx="7890946" cy="5054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38" y="297000"/>
            <a:ext cx="4647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Types </a:t>
            </a:r>
            <a:r>
              <a:rPr spc="-5" dirty="0"/>
              <a:t>of</a:t>
            </a:r>
            <a:r>
              <a:rPr spc="-95" dirty="0"/>
              <a:t> </a:t>
            </a:r>
            <a:r>
              <a:rPr dirty="0"/>
              <a:t>collection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39" y="1268286"/>
            <a:ext cx="4300220" cy="531431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391160">
              <a:lnSpc>
                <a:spcPct val="100699"/>
              </a:lnSpc>
              <a:spcBef>
                <a:spcPts val="70"/>
              </a:spcBef>
            </a:pPr>
            <a:r>
              <a:rPr sz="3600" spc="-5" dirty="0">
                <a:solidFill>
                  <a:srgbClr val="BF0000"/>
                </a:solidFill>
                <a:latin typeface="Times New Roman"/>
                <a:cs typeface="Times New Roman"/>
              </a:rPr>
              <a:t>Municipal</a:t>
            </a:r>
            <a:r>
              <a:rPr sz="3600" spc="-9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BF0000"/>
                </a:solidFill>
                <a:latin typeface="Times New Roman"/>
                <a:cs typeface="Times New Roman"/>
              </a:rPr>
              <a:t>Collection  </a:t>
            </a:r>
            <a:r>
              <a:rPr sz="3600" spc="-5" dirty="0">
                <a:solidFill>
                  <a:srgbClr val="BF0000"/>
                </a:solidFill>
                <a:latin typeface="Times New Roman"/>
                <a:cs typeface="Times New Roman"/>
              </a:rPr>
              <a:t>Services:</a:t>
            </a:r>
            <a:endParaRPr sz="3600">
              <a:latin typeface="Times New Roman"/>
              <a:cs typeface="Times New Roman"/>
            </a:endParaRPr>
          </a:p>
          <a:p>
            <a:pPr marL="1047750" indent="-647065">
              <a:lnSpc>
                <a:spcPct val="100000"/>
              </a:lnSpc>
              <a:spcBef>
                <a:spcPts val="790"/>
              </a:spcBef>
              <a:buAutoNum type="alphaLcPeriod"/>
              <a:tabLst>
                <a:tab pos="1047115" algn="l"/>
                <a:tab pos="1047750" algn="l"/>
              </a:tabLst>
            </a:pPr>
            <a:r>
              <a:rPr sz="2800" spc="-5" dirty="0">
                <a:latin typeface="Times New Roman"/>
                <a:cs typeface="Times New Roman"/>
              </a:rPr>
              <a:t>Residential:</a:t>
            </a:r>
            <a:endParaRPr sz="2800">
              <a:latin typeface="Times New Roman"/>
              <a:cs typeface="Times New Roman"/>
            </a:endParaRPr>
          </a:p>
          <a:p>
            <a:pPr marL="1442085" lvl="1" indent="-604520">
              <a:lnSpc>
                <a:spcPct val="100000"/>
              </a:lnSpc>
              <a:spcBef>
                <a:spcPts val="555"/>
              </a:spcBef>
              <a:buClr>
                <a:srgbClr val="99CC00"/>
              </a:buClr>
              <a:buAutoNum type="arabicPeriod"/>
              <a:tabLst>
                <a:tab pos="1441450" algn="l"/>
                <a:tab pos="1442085" algn="l"/>
              </a:tabLst>
            </a:pPr>
            <a:r>
              <a:rPr sz="2800" spc="-10" dirty="0">
                <a:latin typeface="Times New Roman"/>
                <a:cs typeface="Times New Roman"/>
              </a:rPr>
              <a:t>Curb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950" i="1" dirty="0">
                <a:latin typeface="Times New Roman"/>
                <a:cs typeface="Times New Roman"/>
              </a:rPr>
              <a:t>Kerb-side</a:t>
            </a:r>
            <a:r>
              <a:rPr sz="280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99CC00"/>
              </a:buClr>
              <a:buFont typeface="Times New Roman"/>
              <a:buAutoNum type="arabicPeriod"/>
            </a:pPr>
            <a:endParaRPr sz="4200">
              <a:latin typeface="Times New Roman"/>
              <a:cs typeface="Times New Roman"/>
            </a:endParaRPr>
          </a:p>
          <a:p>
            <a:pPr marL="1442085" lvl="1" indent="-604520">
              <a:lnSpc>
                <a:spcPct val="100000"/>
              </a:lnSpc>
              <a:buClr>
                <a:srgbClr val="99CC00"/>
              </a:buClr>
              <a:buAutoNum type="arabicPeriod"/>
              <a:tabLst>
                <a:tab pos="1441450" algn="l"/>
                <a:tab pos="1442085" algn="l"/>
              </a:tabLst>
            </a:pPr>
            <a:r>
              <a:rPr sz="2800" spc="-5" dirty="0">
                <a:latin typeface="Times New Roman"/>
                <a:cs typeface="Times New Roman"/>
              </a:rPr>
              <a:t>Alley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99CC00"/>
              </a:buClr>
              <a:buFont typeface="Times New Roman"/>
              <a:buAutoNum type="arabicPeriod"/>
            </a:pPr>
            <a:endParaRPr sz="4250">
              <a:latin typeface="Times New Roman"/>
              <a:cs typeface="Times New Roman"/>
            </a:endParaRPr>
          </a:p>
          <a:p>
            <a:pPr marL="1442085" lvl="1" indent="-604520">
              <a:lnSpc>
                <a:spcPct val="100000"/>
              </a:lnSpc>
              <a:buClr>
                <a:srgbClr val="99CC00"/>
              </a:buClr>
              <a:buAutoNum type="arabicPeriod"/>
              <a:tabLst>
                <a:tab pos="1441450" algn="l"/>
                <a:tab pos="1442085" algn="l"/>
              </a:tabLst>
            </a:pPr>
            <a:r>
              <a:rPr sz="2800" spc="-5" dirty="0">
                <a:latin typeface="Times New Roman"/>
                <a:cs typeface="Times New Roman"/>
              </a:rPr>
              <a:t>Set </a:t>
            </a:r>
            <a:r>
              <a:rPr sz="2800" dirty="0">
                <a:latin typeface="Times New Roman"/>
                <a:cs typeface="Times New Roman"/>
              </a:rPr>
              <a:t>out </a:t>
            </a:r>
            <a:r>
              <a:rPr sz="2800" spc="-5" dirty="0">
                <a:latin typeface="Times New Roman"/>
                <a:cs typeface="Times New Roman"/>
              </a:rPr>
              <a:t>and set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back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99CC00"/>
              </a:buClr>
              <a:buFont typeface="Times New Roman"/>
              <a:buAutoNum type="arabicPeriod"/>
            </a:pPr>
            <a:endParaRPr sz="4250">
              <a:latin typeface="Times New Roman"/>
              <a:cs typeface="Times New Roman"/>
            </a:endParaRPr>
          </a:p>
          <a:p>
            <a:pPr marL="1442085" lvl="1" indent="-604520">
              <a:lnSpc>
                <a:spcPct val="100000"/>
              </a:lnSpc>
              <a:buClr>
                <a:srgbClr val="99CC00"/>
              </a:buClr>
              <a:buAutoNum type="arabicPeriod"/>
              <a:tabLst>
                <a:tab pos="1441450" algn="l"/>
                <a:tab pos="1442085" algn="l"/>
              </a:tabLst>
            </a:pPr>
            <a:r>
              <a:rPr sz="2800" spc="-10" dirty="0">
                <a:latin typeface="Times New Roman"/>
                <a:cs typeface="Times New Roman"/>
              </a:rPr>
              <a:t>Backyard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collection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284809"/>
            <a:ext cx="3779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Curb</a:t>
            </a:r>
            <a:r>
              <a:rPr sz="4000" spc="-95" dirty="0"/>
              <a:t> </a:t>
            </a:r>
            <a:r>
              <a:rPr sz="4000" dirty="0"/>
              <a:t>(Kerb-side)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57624" y="1482976"/>
            <a:ext cx="7146290" cy="43097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1645" marR="5080" indent="-448945">
              <a:lnSpc>
                <a:spcPct val="100400"/>
              </a:lnSpc>
              <a:spcBef>
                <a:spcPts val="85"/>
              </a:spcBef>
              <a:buFont typeface="Noto Sans Symbols"/>
              <a:buChar char="□"/>
              <a:tabLst>
                <a:tab pos="461009" algn="l"/>
                <a:tab pos="461645" algn="l"/>
                <a:tab pos="1448435" algn="l"/>
              </a:tabLst>
            </a:pPr>
            <a:r>
              <a:rPr sz="2800" spc="-5" dirty="0">
                <a:latin typeface="Times New Roman"/>
                <a:cs typeface="Times New Roman"/>
              </a:rPr>
              <a:t>House </a:t>
            </a:r>
            <a:r>
              <a:rPr sz="2800" dirty="0">
                <a:latin typeface="Times New Roman"/>
                <a:cs typeface="Times New Roman"/>
              </a:rPr>
              <a:t>owner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responsible for placing </a:t>
            </a:r>
            <a:r>
              <a:rPr sz="2800" spc="-5" dirty="0">
                <a:latin typeface="Times New Roman"/>
                <a:cs typeface="Times New Roman"/>
              </a:rPr>
              <a:t>solid  waste	containers at the curb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scheduled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day.</a:t>
            </a:r>
            <a:endParaRPr sz="2800">
              <a:latin typeface="Times New Roman"/>
              <a:cs typeface="Times New Roman"/>
            </a:endParaRPr>
          </a:p>
          <a:p>
            <a:pPr marL="461645" marR="1054735" indent="-448945">
              <a:lnSpc>
                <a:spcPct val="100600"/>
              </a:lnSpc>
              <a:spcBef>
                <a:spcPts val="665"/>
              </a:spcBef>
              <a:buFont typeface="Noto Sans Symbols"/>
              <a:buChar char="□"/>
              <a:tabLst>
                <a:tab pos="461009" algn="l"/>
                <a:tab pos="461645" algn="l"/>
                <a:tab pos="107188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work man come, collect 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empty  the	container and </a:t>
            </a:r>
            <a:r>
              <a:rPr sz="2800" dirty="0">
                <a:latin typeface="Times New Roman"/>
                <a:cs typeface="Times New Roman"/>
              </a:rPr>
              <a:t>put back </a:t>
            </a:r>
            <a:r>
              <a:rPr sz="2800" spc="-5" dirty="0">
                <a:latin typeface="Times New Roman"/>
                <a:cs typeface="Times New Roman"/>
              </a:rPr>
              <a:t>at 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curb.</a:t>
            </a:r>
            <a:endParaRPr sz="2800">
              <a:latin typeface="Times New Roman"/>
              <a:cs typeface="Times New Roman"/>
            </a:endParaRPr>
          </a:p>
          <a:p>
            <a:pPr marL="461645" marR="262255" indent="-448945">
              <a:lnSpc>
                <a:spcPct val="100400"/>
              </a:lnSpc>
              <a:spcBef>
                <a:spcPts val="675"/>
              </a:spcBef>
              <a:buFont typeface="Noto Sans Symbols"/>
              <a:buChar char="□"/>
              <a:tabLst>
                <a:tab pos="461009" algn="l"/>
                <a:tab pos="461645" algn="l"/>
                <a:tab pos="1524635" algn="l"/>
              </a:tabLst>
            </a:pPr>
            <a:r>
              <a:rPr sz="2800" spc="-5" dirty="0">
                <a:latin typeface="Times New Roman"/>
                <a:cs typeface="Times New Roman"/>
              </a:rPr>
              <a:t>House </a:t>
            </a:r>
            <a:r>
              <a:rPr sz="2800" dirty="0">
                <a:latin typeface="Times New Roman"/>
                <a:cs typeface="Times New Roman"/>
              </a:rPr>
              <a:t>owner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required </a:t>
            </a:r>
            <a:r>
              <a:rPr sz="2800" spc="-5" dirty="0">
                <a:latin typeface="Times New Roman"/>
                <a:cs typeface="Times New Roman"/>
              </a:rPr>
              <a:t>to take </a:t>
            </a:r>
            <a:r>
              <a:rPr sz="2800" dirty="0">
                <a:latin typeface="Times New Roman"/>
                <a:cs typeface="Times New Roman"/>
              </a:rPr>
              <a:t>back </a:t>
            </a:r>
            <a:r>
              <a:rPr sz="2800" spc="-5" dirty="0">
                <a:latin typeface="Times New Roman"/>
                <a:cs typeface="Times New Roman"/>
              </a:rPr>
              <a:t>the  empty	containers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-5" dirty="0">
                <a:latin typeface="Times New Roman"/>
                <a:cs typeface="Times New Roman"/>
              </a:rPr>
              <a:t>the curb to </a:t>
            </a:r>
            <a:r>
              <a:rPr sz="2800" dirty="0">
                <a:latin typeface="Times New Roman"/>
                <a:cs typeface="Times New Roman"/>
              </a:rPr>
              <a:t>his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house.</a:t>
            </a:r>
            <a:endParaRPr sz="2800">
              <a:latin typeface="Times New Roman"/>
              <a:cs typeface="Times New Roman"/>
            </a:endParaRPr>
          </a:p>
          <a:p>
            <a:pPr marL="461645" indent="-448945">
              <a:lnSpc>
                <a:spcPct val="100000"/>
              </a:lnSpc>
              <a:spcBef>
                <a:spcPts val="690"/>
              </a:spcBef>
              <a:buFont typeface="Noto Sans Symbols"/>
              <a:buChar char="□"/>
              <a:tabLst>
                <a:tab pos="461009" algn="l"/>
                <a:tab pos="461645" algn="l"/>
              </a:tabLst>
            </a:pPr>
            <a:r>
              <a:rPr sz="2800" spc="-5" dirty="0">
                <a:latin typeface="Times New Roman"/>
                <a:cs typeface="Times New Roman"/>
              </a:rPr>
              <a:t>Quickest/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economical</a:t>
            </a:r>
            <a:endParaRPr sz="2800">
              <a:latin typeface="Times New Roman"/>
              <a:cs typeface="Times New Roman"/>
            </a:endParaRPr>
          </a:p>
          <a:p>
            <a:pPr marL="461645" indent="-448945">
              <a:lnSpc>
                <a:spcPct val="100000"/>
              </a:lnSpc>
              <a:spcBef>
                <a:spcPts val="685"/>
              </a:spcBef>
              <a:buFont typeface="Noto Sans Symbols"/>
              <a:buChar char="□"/>
              <a:tabLst>
                <a:tab pos="461009" algn="l"/>
                <a:tab pos="461645" algn="l"/>
              </a:tabLst>
            </a:pPr>
            <a:r>
              <a:rPr sz="2800" spc="-10" dirty="0">
                <a:latin typeface="Times New Roman"/>
                <a:cs typeface="Times New Roman"/>
              </a:rPr>
              <a:t>Crew: </a:t>
            </a:r>
            <a:r>
              <a:rPr sz="2800" dirty="0">
                <a:latin typeface="Times New Roman"/>
                <a:cs typeface="Times New Roman"/>
              </a:rPr>
              <a:t>1 driver + 1 or 2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collectors</a:t>
            </a:r>
            <a:endParaRPr sz="2800">
              <a:latin typeface="Times New Roman"/>
              <a:cs typeface="Times New Roman"/>
            </a:endParaRPr>
          </a:p>
          <a:p>
            <a:pPr marL="548640" indent="-535940">
              <a:lnSpc>
                <a:spcPct val="100000"/>
              </a:lnSpc>
              <a:spcBef>
                <a:spcPts val="695"/>
              </a:spcBef>
              <a:buFont typeface="Noto Sans Symbols"/>
              <a:buChar char="□"/>
              <a:tabLst>
                <a:tab pos="548005" algn="l"/>
                <a:tab pos="548640" algn="l"/>
              </a:tabLst>
            </a:pPr>
            <a:r>
              <a:rPr sz="2800" spc="-5" dirty="0">
                <a:latin typeface="Times New Roman"/>
                <a:cs typeface="Times New Roman"/>
              </a:rPr>
              <a:t>No </a:t>
            </a:r>
            <a:r>
              <a:rPr sz="2800" dirty="0">
                <a:latin typeface="Times New Roman"/>
                <a:cs typeface="Times New Roman"/>
              </a:rPr>
              <a:t>need </a:t>
            </a:r>
            <a:r>
              <a:rPr sz="2800" spc="-5" dirty="0">
                <a:latin typeface="Times New Roman"/>
                <a:cs typeface="Times New Roman"/>
              </a:rPr>
              <a:t>to enter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property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685" y="1534379"/>
            <a:ext cx="7092315" cy="429514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48640" indent="-536575">
              <a:lnSpc>
                <a:spcPct val="100000"/>
              </a:lnSpc>
              <a:spcBef>
                <a:spcPts val="855"/>
              </a:spcBef>
              <a:buFont typeface="Noto Sans Symbols"/>
              <a:buChar char="□"/>
              <a:tabLst>
                <a:tab pos="548640" algn="l"/>
                <a:tab pos="549275" algn="l"/>
              </a:tabLst>
            </a:pPr>
            <a:r>
              <a:rPr sz="3200" spc="-10" dirty="0">
                <a:latin typeface="Times New Roman"/>
                <a:cs typeface="Times New Roman"/>
              </a:rPr>
              <a:t>Collectors </a:t>
            </a:r>
            <a:r>
              <a:rPr sz="3200" dirty="0">
                <a:latin typeface="Times New Roman"/>
                <a:cs typeface="Times New Roman"/>
              </a:rPr>
              <a:t>have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enter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property</a:t>
            </a:r>
            <a:endParaRPr sz="3200">
              <a:latin typeface="Times New Roman"/>
              <a:cs typeface="Times New Roman"/>
            </a:endParaRPr>
          </a:p>
          <a:p>
            <a:pPr marL="548640" marR="5080" indent="-536575">
              <a:lnSpc>
                <a:spcPct val="99300"/>
              </a:lnSpc>
              <a:spcBef>
                <a:spcPts val="780"/>
              </a:spcBef>
              <a:buFont typeface="Noto Sans Symbols"/>
              <a:buChar char="□"/>
              <a:tabLst>
                <a:tab pos="548640" algn="l"/>
                <a:tab pos="549275" algn="l"/>
                <a:tab pos="1790064" algn="l"/>
              </a:tabLst>
            </a:pPr>
            <a:r>
              <a:rPr sz="3200" spc="-5" dirty="0">
                <a:latin typeface="Times New Roman"/>
                <a:cs typeface="Times New Roman"/>
              </a:rPr>
              <a:t>Set </a:t>
            </a:r>
            <a:r>
              <a:rPr sz="3200" dirty="0">
                <a:latin typeface="Times New Roman"/>
                <a:cs typeface="Times New Roman"/>
              </a:rPr>
              <a:t>out </a:t>
            </a:r>
            <a:r>
              <a:rPr sz="3200" spc="-10" dirty="0">
                <a:latin typeface="Times New Roman"/>
                <a:cs typeface="Times New Roman"/>
              </a:rPr>
              <a:t>crew carries </a:t>
            </a:r>
            <a:r>
              <a:rPr sz="3200" dirty="0">
                <a:latin typeface="Times New Roman"/>
                <a:cs typeface="Times New Roman"/>
              </a:rPr>
              <a:t>full </a:t>
            </a:r>
            <a:r>
              <a:rPr sz="3200" spc="-10" dirty="0">
                <a:latin typeface="Times New Roman"/>
                <a:cs typeface="Times New Roman"/>
              </a:rPr>
              <a:t>containers </a:t>
            </a:r>
            <a:r>
              <a:rPr sz="3200" dirty="0">
                <a:latin typeface="Times New Roman"/>
                <a:cs typeface="Times New Roman"/>
              </a:rPr>
              <a:t>from  resident </a:t>
            </a:r>
            <a:r>
              <a:rPr sz="3200" spc="-5" dirty="0">
                <a:latin typeface="Times New Roman"/>
                <a:cs typeface="Times New Roman"/>
              </a:rPr>
              <a:t>storage </a:t>
            </a:r>
            <a:r>
              <a:rPr sz="3200" spc="-10" dirty="0">
                <a:latin typeface="Times New Roman"/>
                <a:cs typeface="Times New Roman"/>
              </a:rPr>
              <a:t>location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curb/ alley  </a:t>
            </a:r>
            <a:r>
              <a:rPr sz="3200" dirty="0">
                <a:latin typeface="Times New Roman"/>
                <a:cs typeface="Times New Roman"/>
              </a:rPr>
              <a:t>before	</a:t>
            </a:r>
            <a:r>
              <a:rPr sz="3200" spc="-10" dirty="0">
                <a:latin typeface="Times New Roman"/>
                <a:cs typeface="Times New Roman"/>
              </a:rPr>
              <a:t>collection </a:t>
            </a:r>
            <a:r>
              <a:rPr sz="3200" dirty="0">
                <a:latin typeface="Times New Roman"/>
                <a:cs typeface="Times New Roman"/>
              </a:rPr>
              <a:t>vehicle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arrives.</a:t>
            </a:r>
            <a:endParaRPr sz="3200">
              <a:latin typeface="Times New Roman"/>
              <a:cs typeface="Times New Roman"/>
            </a:endParaRPr>
          </a:p>
          <a:p>
            <a:pPr marL="548640" marR="494665" indent="-536575">
              <a:lnSpc>
                <a:spcPts val="3800"/>
              </a:lnSpc>
              <a:spcBef>
                <a:spcPts val="915"/>
              </a:spcBef>
              <a:buFont typeface="Noto Sans Symbols"/>
              <a:buChar char="□"/>
              <a:tabLst>
                <a:tab pos="548640" algn="l"/>
                <a:tab pos="549275" algn="l"/>
              </a:tabLst>
            </a:pPr>
            <a:r>
              <a:rPr sz="3200" spc="-10" dirty="0">
                <a:latin typeface="Times New Roman"/>
                <a:cs typeface="Times New Roman"/>
              </a:rPr>
              <a:t>Collection crew load their </a:t>
            </a:r>
            <a:r>
              <a:rPr sz="3200" dirty="0">
                <a:latin typeface="Times New Roman"/>
                <a:cs typeface="Times New Roman"/>
              </a:rPr>
              <a:t>refuse </a:t>
            </a:r>
            <a:r>
              <a:rPr sz="3200" spc="-10" dirty="0">
                <a:latin typeface="Times New Roman"/>
                <a:cs typeface="Times New Roman"/>
              </a:rPr>
              <a:t>into  </a:t>
            </a:r>
            <a:r>
              <a:rPr sz="3200" dirty="0">
                <a:latin typeface="Times New Roman"/>
                <a:cs typeface="Times New Roman"/>
              </a:rPr>
              <a:t>vehicle</a:t>
            </a:r>
            <a:endParaRPr sz="3200">
              <a:latin typeface="Times New Roman"/>
              <a:cs typeface="Times New Roman"/>
            </a:endParaRPr>
          </a:p>
          <a:p>
            <a:pPr marL="548640" marR="534035" indent="-536575">
              <a:lnSpc>
                <a:spcPts val="3800"/>
              </a:lnSpc>
              <a:spcBef>
                <a:spcPts val="800"/>
              </a:spcBef>
              <a:buFont typeface="Noto Sans Symbols"/>
              <a:buChar char="□"/>
              <a:tabLst>
                <a:tab pos="548640" algn="l"/>
                <a:tab pos="549275" algn="l"/>
                <a:tab pos="1924685" algn="l"/>
              </a:tabLst>
            </a:pPr>
            <a:r>
              <a:rPr sz="3200" spc="-5" dirty="0">
                <a:latin typeface="Times New Roman"/>
                <a:cs typeface="Times New Roman"/>
              </a:rPr>
              <a:t>Set-back </a:t>
            </a:r>
            <a:r>
              <a:rPr sz="3200" spc="-10" dirty="0">
                <a:latin typeface="Times New Roman"/>
                <a:cs typeface="Times New Roman"/>
              </a:rPr>
              <a:t>crew </a:t>
            </a:r>
            <a:r>
              <a:rPr sz="3200" dirty="0">
                <a:latin typeface="Times New Roman"/>
                <a:cs typeface="Times New Roman"/>
              </a:rPr>
              <a:t>return </a:t>
            </a:r>
            <a:r>
              <a:rPr sz="3200" spc="-10" dirty="0">
                <a:latin typeface="Times New Roman"/>
                <a:cs typeface="Times New Roman"/>
              </a:rPr>
              <a:t>the container to  </a:t>
            </a:r>
            <a:r>
              <a:rPr sz="3200" spc="-5" dirty="0">
                <a:latin typeface="Times New Roman"/>
                <a:cs typeface="Times New Roman"/>
              </a:rPr>
              <a:t>storage	area.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301" y="419937"/>
            <a:ext cx="42087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Set-out, </a:t>
            </a:r>
            <a:r>
              <a:rPr dirty="0"/>
              <a:t>set</a:t>
            </a:r>
            <a:r>
              <a:rPr spc="-100" dirty="0"/>
              <a:t> </a:t>
            </a:r>
            <a:r>
              <a:rPr spc="-5" dirty="0"/>
              <a:t>back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9" y="289684"/>
            <a:ext cx="31559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Alley</a:t>
            </a:r>
            <a:r>
              <a:rPr spc="-100" dirty="0"/>
              <a:t> </a:t>
            </a:r>
            <a:r>
              <a:rPr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319" y="2168847"/>
            <a:ext cx="7625080" cy="19704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5605" marR="5080" indent="-383540">
              <a:lnSpc>
                <a:spcPts val="3820"/>
              </a:lnSpc>
              <a:spcBef>
                <a:spcPts val="240"/>
              </a:spcBef>
              <a:tabLst>
                <a:tab pos="1388745" algn="l"/>
                <a:tab pos="1611630" algn="l"/>
              </a:tabLst>
            </a:pPr>
            <a:r>
              <a:rPr sz="3200" spc="-480" dirty="0">
                <a:latin typeface="Noto Sans Symbols"/>
                <a:cs typeface="Noto Sans Symbols"/>
              </a:rPr>
              <a:t>□ </a:t>
            </a:r>
            <a:r>
              <a:rPr sz="3200" spc="-10" dirty="0">
                <a:latin typeface="Times New Roman"/>
                <a:cs typeface="Times New Roman"/>
              </a:rPr>
              <a:t>The containers are </a:t>
            </a:r>
            <a:r>
              <a:rPr sz="3200" dirty="0">
                <a:latin typeface="Times New Roman"/>
                <a:cs typeface="Times New Roman"/>
              </a:rPr>
              <a:t>placed </a:t>
            </a:r>
            <a:r>
              <a:rPr sz="3200" spc="-5" dirty="0">
                <a:latin typeface="Times New Roman"/>
                <a:cs typeface="Times New Roman"/>
              </a:rPr>
              <a:t>at </a:t>
            </a:r>
            <a:r>
              <a:rPr sz="3200" spc="-10" dirty="0">
                <a:latin typeface="Times New Roman"/>
                <a:cs typeface="Times New Roman"/>
              </a:rPr>
              <a:t>the alley line  </a:t>
            </a:r>
            <a:r>
              <a:rPr sz="3200" dirty="0">
                <a:latin typeface="Times New Roman"/>
                <a:cs typeface="Times New Roman"/>
              </a:rPr>
              <a:t>from	</a:t>
            </a:r>
            <a:r>
              <a:rPr sz="3200" spc="-5" dirty="0">
                <a:latin typeface="Times New Roman"/>
                <a:cs typeface="Times New Roman"/>
              </a:rPr>
              <a:t>where </a:t>
            </a:r>
            <a:r>
              <a:rPr sz="3200" spc="-10" dirty="0">
                <a:latin typeface="Times New Roman"/>
                <a:cs typeface="Times New Roman"/>
              </a:rPr>
              <a:t>they are </a:t>
            </a:r>
            <a:r>
              <a:rPr sz="3200" dirty="0">
                <a:latin typeface="Times New Roman"/>
                <a:cs typeface="Times New Roman"/>
              </a:rPr>
              <a:t>picked up by </a:t>
            </a:r>
            <a:r>
              <a:rPr sz="3200" spc="-5" dirty="0">
                <a:latin typeface="Times New Roman"/>
                <a:cs typeface="Times New Roman"/>
              </a:rPr>
              <a:t>workmen  </a:t>
            </a:r>
            <a:r>
              <a:rPr sz="3200" dirty="0">
                <a:latin typeface="Times New Roman"/>
                <a:cs typeface="Times New Roman"/>
              </a:rPr>
              <a:t>from	refuse vehicles </a:t>
            </a:r>
            <a:r>
              <a:rPr sz="3200" spc="-5" dirty="0">
                <a:latin typeface="Times New Roman"/>
                <a:cs typeface="Times New Roman"/>
              </a:rPr>
              <a:t>who </a:t>
            </a:r>
            <a:r>
              <a:rPr sz="3200" dirty="0">
                <a:latin typeface="Times New Roman"/>
                <a:cs typeface="Times New Roman"/>
              </a:rPr>
              <a:t>deposit back </a:t>
            </a:r>
            <a:r>
              <a:rPr sz="3200" spc="-10" dirty="0">
                <a:latin typeface="Times New Roman"/>
                <a:cs typeface="Times New Roman"/>
              </a:rPr>
              <a:t>the  empty	</a:t>
            </a:r>
            <a:r>
              <a:rPr sz="3200" spc="-5" dirty="0">
                <a:latin typeface="Times New Roman"/>
                <a:cs typeface="Times New Roman"/>
              </a:rPr>
              <a:t>container.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199" y="492123"/>
            <a:ext cx="42710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Backyard</a:t>
            </a:r>
            <a:r>
              <a:rPr spc="-100" dirty="0"/>
              <a:t> </a:t>
            </a:r>
            <a:r>
              <a:rPr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319" y="1583556"/>
            <a:ext cx="7870190" cy="365632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5605" marR="636905" indent="-383540">
              <a:lnSpc>
                <a:spcPts val="3820"/>
              </a:lnSpc>
              <a:spcBef>
                <a:spcPts val="24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workers with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vehicles </a:t>
            </a:r>
            <a:r>
              <a:rPr sz="3200" spc="-10" dirty="0">
                <a:latin typeface="Times New Roman"/>
                <a:cs typeface="Times New Roman"/>
              </a:rPr>
              <a:t>carry </a:t>
            </a:r>
            <a:r>
              <a:rPr sz="3200" dirty="0">
                <a:latin typeface="Times New Roman"/>
                <a:cs typeface="Times New Roman"/>
              </a:rPr>
              <a:t>a bin,  </a:t>
            </a:r>
            <a:r>
              <a:rPr sz="3200" spc="-5" dirty="0">
                <a:latin typeface="Times New Roman"/>
                <a:cs typeface="Times New Roman"/>
              </a:rPr>
              <a:t>wheel</a:t>
            </a:r>
            <a:endParaRPr sz="3200">
              <a:latin typeface="Times New Roman"/>
              <a:cs typeface="Times New Roman"/>
            </a:endParaRPr>
          </a:p>
          <a:p>
            <a:pPr marL="395605" marR="873125">
              <a:lnSpc>
                <a:spcPts val="3820"/>
              </a:lnSpc>
              <a:spcBef>
                <a:spcPts val="10"/>
              </a:spcBef>
              <a:tabLst>
                <a:tab pos="1611630" algn="l"/>
              </a:tabLst>
            </a:pPr>
            <a:r>
              <a:rPr sz="3200" dirty="0">
                <a:latin typeface="Times New Roman"/>
                <a:cs typeface="Times New Roman"/>
              </a:rPr>
              <a:t>– barrow or </a:t>
            </a:r>
            <a:r>
              <a:rPr sz="3200" spc="-5" dirty="0">
                <a:latin typeface="Times New Roman"/>
                <a:cs typeface="Times New Roman"/>
              </a:rPr>
              <a:t>sack </a:t>
            </a:r>
            <a:r>
              <a:rPr sz="3200" dirty="0">
                <a:latin typeface="Times New Roman"/>
                <a:cs typeface="Times New Roman"/>
              </a:rPr>
              <a:t>or </a:t>
            </a:r>
            <a:r>
              <a:rPr sz="3200" spc="-10" dirty="0">
                <a:latin typeface="Times New Roman"/>
                <a:cs typeface="Times New Roman"/>
              </a:rPr>
              <a:t>cloth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yard </a:t>
            </a:r>
            <a:r>
              <a:rPr sz="3200" spc="-10" dirty="0">
                <a:latin typeface="Times New Roman"/>
                <a:cs typeface="Times New Roman"/>
              </a:rPr>
              <a:t>and  empty	the </a:t>
            </a:r>
            <a:r>
              <a:rPr sz="3200" spc="-5" dirty="0">
                <a:latin typeface="Times New Roman"/>
                <a:cs typeface="Times New Roman"/>
              </a:rPr>
              <a:t>solid waste </a:t>
            </a:r>
            <a:r>
              <a:rPr sz="3200" spc="-10" dirty="0">
                <a:latin typeface="Times New Roman"/>
                <a:cs typeface="Times New Roman"/>
              </a:rPr>
              <a:t>container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900">
              <a:latin typeface="Times New Roman"/>
              <a:cs typeface="Times New Roman"/>
            </a:endParaRPr>
          </a:p>
          <a:p>
            <a:pPr marL="395605" marR="5080" indent="-383540">
              <a:lnSpc>
                <a:spcPts val="3820"/>
              </a:lnSpc>
              <a:spcBef>
                <a:spcPts val="5"/>
              </a:spcBef>
              <a:buFont typeface="Noto Sans Symbols"/>
              <a:buChar char="□"/>
              <a:tabLst>
                <a:tab pos="396240" algn="l"/>
                <a:tab pos="823594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bin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spc="-10" dirty="0">
                <a:latin typeface="Times New Roman"/>
                <a:cs typeface="Times New Roman"/>
              </a:rPr>
              <a:t>taken </a:t>
            </a:r>
            <a:r>
              <a:rPr sz="3200" spc="-5" dirty="0">
                <a:latin typeface="Times New Roman"/>
                <a:cs typeface="Times New Roman"/>
              </a:rPr>
              <a:t>to solid waste </a:t>
            </a:r>
            <a:r>
              <a:rPr sz="3200" dirty="0">
                <a:latin typeface="Times New Roman"/>
                <a:cs typeface="Times New Roman"/>
              </a:rPr>
              <a:t>vehicles </a:t>
            </a:r>
            <a:r>
              <a:rPr sz="3200" spc="-5" dirty="0">
                <a:latin typeface="Times New Roman"/>
                <a:cs typeface="Times New Roman"/>
              </a:rPr>
              <a:t>where  it	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emptied.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399" y="888870"/>
            <a:ext cx="8062595" cy="13627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300"/>
              </a:spcBef>
            </a:pPr>
            <a:r>
              <a:rPr spc="-5" dirty="0">
                <a:solidFill>
                  <a:srgbClr val="BF0000"/>
                </a:solidFill>
              </a:rPr>
              <a:t>Commercial-Industrial Collection  Services: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9155" y="3335394"/>
            <a:ext cx="6320790" cy="192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4670" indent="-424180">
              <a:lnSpc>
                <a:spcPct val="100000"/>
              </a:lnSpc>
              <a:spcBef>
                <a:spcPts val="100"/>
              </a:spcBef>
              <a:buAutoNum type="romanLcPeriod"/>
              <a:tabLst>
                <a:tab pos="534670" algn="l"/>
                <a:tab pos="535305" algn="l"/>
              </a:tabLst>
            </a:pPr>
            <a:r>
              <a:rPr sz="2800" spc="-5" dirty="0">
                <a:latin typeface="Times New Roman"/>
                <a:cs typeface="Times New Roman"/>
              </a:rPr>
              <a:t>Large movable and stationary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containers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romanLcPeriod"/>
            </a:pPr>
            <a:endParaRPr sz="4200">
              <a:latin typeface="Times New Roman"/>
              <a:cs typeface="Times New Roman"/>
            </a:endParaRPr>
          </a:p>
          <a:p>
            <a:pPr marL="534670" marR="475615" indent="-522605">
              <a:lnSpc>
                <a:spcPct val="100400"/>
              </a:lnSpc>
              <a:buAutoNum type="romanLcPeriod"/>
              <a:tabLst>
                <a:tab pos="534670" algn="l"/>
                <a:tab pos="535305" algn="l"/>
              </a:tabLst>
            </a:pPr>
            <a:r>
              <a:rPr sz="2800" spc="-5" dirty="0">
                <a:latin typeface="Times New Roman"/>
                <a:cs typeface="Times New Roman"/>
              </a:rPr>
              <a:t>Large stationary compactors </a:t>
            </a:r>
            <a:r>
              <a:rPr sz="2800" dirty="0">
                <a:latin typeface="Times New Roman"/>
                <a:cs typeface="Times New Roman"/>
              </a:rPr>
              <a:t>(to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  bales)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38" y="278637"/>
            <a:ext cx="49326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Collection</a:t>
            </a:r>
            <a:r>
              <a:rPr sz="4000" spc="-90" dirty="0"/>
              <a:t> </a:t>
            </a:r>
            <a:r>
              <a:rPr sz="4000" spc="-5" dirty="0"/>
              <a:t>Frequency: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95925" y="1036193"/>
            <a:ext cx="7468870" cy="538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 indent="-364490">
              <a:lnSpc>
                <a:spcPts val="3829"/>
              </a:lnSpc>
              <a:spcBef>
                <a:spcPts val="100"/>
              </a:spcBef>
              <a:buSzPct val="96875"/>
              <a:buFont typeface="Noto Sans Symbols"/>
              <a:buChar char="□"/>
              <a:tabLst>
                <a:tab pos="377190" algn="l"/>
              </a:tabLst>
            </a:pPr>
            <a:r>
              <a:rPr sz="3200" dirty="0">
                <a:latin typeface="Times New Roman"/>
                <a:cs typeface="Times New Roman"/>
              </a:rPr>
              <a:t>residential </a:t>
            </a:r>
            <a:r>
              <a:rPr sz="3200" spc="-10" dirty="0">
                <a:latin typeface="Times New Roman"/>
                <a:cs typeface="Times New Roman"/>
              </a:rPr>
              <a:t>areas </a:t>
            </a:r>
            <a:r>
              <a:rPr sz="3200" spc="10" dirty="0">
                <a:latin typeface="Times New Roman"/>
                <a:cs typeface="Times New Roman"/>
              </a:rPr>
              <a:t>:everyday/ </a:t>
            </a:r>
            <a:r>
              <a:rPr sz="3200" dirty="0">
                <a:latin typeface="Times New Roman"/>
                <a:cs typeface="Times New Roman"/>
              </a:rPr>
              <a:t>once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days</a:t>
            </a:r>
            <a:endParaRPr sz="3200">
              <a:latin typeface="Times New Roman"/>
              <a:cs typeface="Times New Roman"/>
            </a:endParaRPr>
          </a:p>
          <a:p>
            <a:pPr marL="376555" indent="-364490">
              <a:lnSpc>
                <a:spcPts val="3825"/>
              </a:lnSpc>
              <a:buSzPct val="96875"/>
              <a:buFont typeface="Noto Sans Symbols"/>
              <a:buChar char="□"/>
              <a:tabLst>
                <a:tab pos="377190" algn="l"/>
                <a:tab pos="4611370" algn="l"/>
              </a:tabLst>
            </a:pPr>
            <a:r>
              <a:rPr sz="3200" spc="-10" dirty="0">
                <a:latin typeface="Times New Roman"/>
                <a:cs typeface="Times New Roman"/>
              </a:rPr>
              <a:t>communal/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commercial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	daily</a:t>
            </a:r>
            <a:endParaRPr sz="3200">
              <a:latin typeface="Times New Roman"/>
              <a:cs typeface="Times New Roman"/>
            </a:endParaRPr>
          </a:p>
          <a:p>
            <a:pPr marL="376555" indent="-364490">
              <a:lnSpc>
                <a:spcPts val="3825"/>
              </a:lnSpc>
              <a:buSzPct val="96875"/>
              <a:buFont typeface="Noto Sans Symbols"/>
              <a:buChar char="□"/>
              <a:tabLst>
                <a:tab pos="377190" algn="l"/>
              </a:tabLst>
            </a:pPr>
            <a:r>
              <a:rPr sz="3200" dirty="0">
                <a:latin typeface="Times New Roman"/>
                <a:cs typeface="Times New Roman"/>
              </a:rPr>
              <a:t>food </a:t>
            </a: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dirty="0">
                <a:latin typeface="Times New Roman"/>
                <a:cs typeface="Times New Roman"/>
              </a:rPr>
              <a:t>- </a:t>
            </a:r>
            <a:r>
              <a:rPr sz="3200" spc="-10" dirty="0">
                <a:latin typeface="Times New Roman"/>
                <a:cs typeface="Times New Roman"/>
              </a:rPr>
              <a:t>max. </a:t>
            </a:r>
            <a:r>
              <a:rPr sz="3200" dirty="0">
                <a:latin typeface="Times New Roman"/>
                <a:cs typeface="Times New Roman"/>
              </a:rPr>
              <a:t>period </a:t>
            </a:r>
            <a:r>
              <a:rPr sz="3200" spc="-5" dirty="0">
                <a:latin typeface="Times New Roman"/>
                <a:cs typeface="Times New Roman"/>
              </a:rPr>
              <a:t>should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exceed</a:t>
            </a:r>
            <a:endParaRPr sz="3200">
              <a:latin typeface="Times New Roman"/>
              <a:cs typeface="Times New Roman"/>
            </a:endParaRPr>
          </a:p>
          <a:p>
            <a:pPr marL="376555">
              <a:lnSpc>
                <a:spcPts val="3829"/>
              </a:lnSpc>
            </a:pPr>
            <a:r>
              <a:rPr sz="320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550">
              <a:latin typeface="Times New Roman"/>
              <a:cs typeface="Times New Roman"/>
            </a:endParaRPr>
          </a:p>
          <a:p>
            <a:pPr marL="738505" marR="699770" lvl="1" indent="-170180">
              <a:lnSpc>
                <a:spcPts val="3820"/>
              </a:lnSpc>
              <a:buSzPct val="96875"/>
              <a:buChar char="•"/>
              <a:tabLst>
                <a:tab pos="739140" algn="l"/>
                <a:tab pos="128016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normal </a:t>
            </a:r>
            <a:r>
              <a:rPr sz="3200" spc="-10" dirty="0">
                <a:latin typeface="Times New Roman"/>
                <a:cs typeface="Times New Roman"/>
              </a:rPr>
              <a:t>time </a:t>
            </a:r>
            <a:r>
              <a:rPr sz="3200" dirty="0">
                <a:latin typeface="Times New Roman"/>
                <a:cs typeface="Times New Roman"/>
              </a:rPr>
              <a:t>for </a:t>
            </a:r>
            <a:r>
              <a:rPr sz="3200" spc="-10" dirty="0">
                <a:latin typeface="Times New Roman"/>
                <a:cs typeface="Times New Roman"/>
              </a:rPr>
              <a:t>the accumulation  </a:t>
            </a:r>
            <a:r>
              <a:rPr sz="3200" dirty="0">
                <a:latin typeface="Times New Roman"/>
                <a:cs typeface="Times New Roman"/>
              </a:rPr>
              <a:t>of	</a:t>
            </a:r>
            <a:r>
              <a:rPr sz="3200" spc="-5" dirty="0">
                <a:latin typeface="Times New Roman"/>
                <a:cs typeface="Times New Roman"/>
              </a:rPr>
              <a:t>waste to </a:t>
            </a:r>
            <a:r>
              <a:rPr sz="3200" dirty="0">
                <a:latin typeface="Times New Roman"/>
                <a:cs typeface="Times New Roman"/>
              </a:rPr>
              <a:t>fill a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container</a:t>
            </a:r>
            <a:endParaRPr sz="3200">
              <a:latin typeface="Times New Roman"/>
              <a:cs typeface="Times New Roman"/>
            </a:endParaRPr>
          </a:p>
          <a:p>
            <a:pPr marL="738505" marR="151130" lvl="1" indent="-170180">
              <a:lnSpc>
                <a:spcPts val="3820"/>
              </a:lnSpc>
              <a:spcBef>
                <a:spcPts val="15"/>
              </a:spcBef>
              <a:buSzPct val="96875"/>
              <a:buChar char="•"/>
              <a:tabLst>
                <a:tab pos="73914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time </a:t>
            </a:r>
            <a:r>
              <a:rPr sz="3200" dirty="0">
                <a:latin typeface="Times New Roman"/>
                <a:cs typeface="Times New Roman"/>
              </a:rPr>
              <a:t>for fresh garbage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putrefy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and  emit </a:t>
            </a:r>
            <a:r>
              <a:rPr sz="3200" dirty="0">
                <a:latin typeface="Times New Roman"/>
                <a:cs typeface="Times New Roman"/>
              </a:rPr>
              <a:t>fouls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odor</a:t>
            </a:r>
            <a:endParaRPr sz="3200">
              <a:latin typeface="Times New Roman"/>
              <a:cs typeface="Times New Roman"/>
            </a:endParaRPr>
          </a:p>
          <a:p>
            <a:pPr marL="882015" marR="593090" lvl="1" indent="-313690">
              <a:lnSpc>
                <a:spcPts val="3820"/>
              </a:lnSpc>
              <a:spcBef>
                <a:spcPts val="5"/>
              </a:spcBef>
              <a:buSzPct val="96875"/>
              <a:buChar char="•"/>
              <a:tabLst>
                <a:tab pos="881380" algn="l"/>
                <a:tab pos="88265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length </a:t>
            </a:r>
            <a:r>
              <a:rPr sz="3200" dirty="0">
                <a:latin typeface="Times New Roman"/>
                <a:cs typeface="Times New Roman"/>
              </a:rPr>
              <a:t>of fly-breeding </a:t>
            </a:r>
            <a:r>
              <a:rPr sz="3200" spc="-10" dirty="0">
                <a:latin typeface="Times New Roman"/>
                <a:cs typeface="Times New Roman"/>
              </a:rPr>
              <a:t>cycle </a:t>
            </a:r>
            <a:r>
              <a:rPr sz="3200" dirty="0">
                <a:latin typeface="Times New Roman"/>
                <a:cs typeface="Times New Roman"/>
              </a:rPr>
              <a:t>( &lt;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7  days).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543" y="476629"/>
            <a:ext cx="8136863" cy="25923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9543" y="3357018"/>
            <a:ext cx="8208883" cy="31992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536" y="404624"/>
            <a:ext cx="8208870" cy="60882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0554" y="404709"/>
            <a:ext cx="7999579" cy="5976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560195"/>
            <a:ext cx="7689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Treatment </a:t>
            </a:r>
            <a:r>
              <a:rPr sz="3600" spc="-5" dirty="0"/>
              <a:t>and disposal of </a:t>
            </a:r>
            <a:r>
              <a:rPr sz="3600" dirty="0"/>
              <a:t>solid</a:t>
            </a:r>
            <a:r>
              <a:rPr sz="3600" spc="-80" dirty="0"/>
              <a:t> </a:t>
            </a:r>
            <a:r>
              <a:rPr sz="3600" spc="-5" dirty="0"/>
              <a:t>waste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33778" y="1324229"/>
            <a:ext cx="6810375" cy="39065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7200" marR="5080">
              <a:lnSpc>
                <a:spcPts val="3820"/>
              </a:lnSpc>
              <a:spcBef>
                <a:spcPts val="240"/>
              </a:spcBef>
              <a:tabLst>
                <a:tab pos="1245235" algn="l"/>
              </a:tabLst>
            </a:pPr>
            <a:r>
              <a:rPr sz="3200" spc="-5" dirty="0">
                <a:latin typeface="Times New Roman"/>
                <a:cs typeface="Times New Roman"/>
              </a:rPr>
              <a:t>Several </a:t>
            </a:r>
            <a:r>
              <a:rPr sz="3200" spc="-10" dirty="0">
                <a:latin typeface="Times New Roman"/>
                <a:cs typeface="Times New Roman"/>
              </a:rPr>
              <a:t>methods are </a:t>
            </a:r>
            <a:r>
              <a:rPr sz="3200" dirty="0">
                <a:latin typeface="Times New Roman"/>
                <a:cs typeface="Times New Roman"/>
              </a:rPr>
              <a:t>used for </a:t>
            </a:r>
            <a:r>
              <a:rPr sz="3200" spc="-10" dirty="0">
                <a:latin typeface="Times New Roman"/>
                <a:cs typeface="Times New Roman"/>
              </a:rPr>
              <a:t>treatment  and	</a:t>
            </a:r>
            <a:r>
              <a:rPr sz="3200" dirty="0">
                <a:latin typeface="Times New Roman"/>
                <a:cs typeface="Times New Roman"/>
              </a:rPr>
              <a:t>disposal. </a:t>
            </a:r>
            <a:r>
              <a:rPr sz="3200" spc="-10" dirty="0">
                <a:latin typeface="Times New Roman"/>
                <a:cs typeface="Times New Roman"/>
              </a:rPr>
              <a:t>These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are:</a:t>
            </a:r>
            <a:endParaRPr sz="3200">
              <a:latin typeface="Times New Roman"/>
              <a:cs typeface="Times New Roman"/>
            </a:endParaRPr>
          </a:p>
          <a:p>
            <a:pPr marL="629285" indent="-61722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629285" algn="l"/>
                <a:tab pos="629920" algn="l"/>
              </a:tabLst>
            </a:pPr>
            <a:r>
              <a:rPr sz="3200" spc="-5" dirty="0">
                <a:latin typeface="Times New Roman"/>
                <a:cs typeface="Times New Roman"/>
              </a:rPr>
              <a:t>Composting</a:t>
            </a:r>
            <a:endParaRPr sz="3200">
              <a:latin typeface="Times New Roman"/>
              <a:cs typeface="Times New Roman"/>
            </a:endParaRPr>
          </a:p>
          <a:p>
            <a:pPr marL="629285" indent="-617220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629285" algn="l"/>
                <a:tab pos="629920" algn="l"/>
              </a:tabLst>
            </a:pPr>
            <a:r>
              <a:rPr sz="3200" dirty="0">
                <a:latin typeface="Times New Roman"/>
                <a:cs typeface="Times New Roman"/>
              </a:rPr>
              <a:t>Incineration</a:t>
            </a:r>
            <a:endParaRPr sz="3200">
              <a:latin typeface="Times New Roman"/>
              <a:cs typeface="Times New Roman"/>
            </a:endParaRPr>
          </a:p>
          <a:p>
            <a:pPr marL="629285" indent="-617220">
              <a:lnSpc>
                <a:spcPct val="100000"/>
              </a:lnSpc>
              <a:spcBef>
                <a:spcPts val="740"/>
              </a:spcBef>
              <a:buAutoNum type="arabicPeriod"/>
              <a:tabLst>
                <a:tab pos="629285" algn="l"/>
                <a:tab pos="629920" algn="l"/>
              </a:tabLst>
            </a:pPr>
            <a:r>
              <a:rPr sz="3200" spc="-5" dirty="0">
                <a:latin typeface="Times New Roman"/>
                <a:cs typeface="Times New Roman"/>
              </a:rPr>
              <a:t>Landfilling</a:t>
            </a:r>
            <a:endParaRPr sz="3200">
              <a:latin typeface="Times New Roman"/>
              <a:cs typeface="Times New Roman"/>
            </a:endParaRPr>
          </a:p>
          <a:p>
            <a:pPr marL="629285" indent="-617220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629285" algn="l"/>
                <a:tab pos="629920" algn="l"/>
              </a:tabLst>
            </a:pPr>
            <a:r>
              <a:rPr sz="3200" spc="-5" dirty="0">
                <a:latin typeface="Times New Roman"/>
                <a:cs typeface="Times New Roman"/>
              </a:rPr>
              <a:t>Pyrolysis</a:t>
            </a:r>
            <a:endParaRPr sz="3200">
              <a:latin typeface="Times New Roman"/>
              <a:cs typeface="Times New Roman"/>
            </a:endParaRPr>
          </a:p>
          <a:p>
            <a:pPr marL="629285" indent="-617220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629285" algn="l"/>
                <a:tab pos="629920" algn="l"/>
              </a:tabLst>
            </a:pPr>
            <a:r>
              <a:rPr sz="3200" spc="-5" dirty="0">
                <a:latin typeface="Times New Roman"/>
                <a:cs typeface="Times New Roman"/>
              </a:rPr>
              <a:t>Recycling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7222" y="1022627"/>
            <a:ext cx="7553210" cy="5625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304036"/>
            <a:ext cx="3006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Composting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738" y="1186682"/>
            <a:ext cx="7881620" cy="43091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91795" marR="5080" indent="-378460" algn="just">
              <a:lnSpc>
                <a:spcPct val="100400"/>
              </a:lnSpc>
              <a:spcBef>
                <a:spcPts val="85"/>
              </a:spcBef>
              <a:buFont typeface="Noto Sans Symbols"/>
              <a:buChar char="□"/>
              <a:tabLst>
                <a:tab pos="391795" algn="l"/>
              </a:tabLst>
            </a:pP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a process </a:t>
            </a:r>
            <a:r>
              <a:rPr sz="2800" spc="-5" dirty="0">
                <a:latin typeface="Times New Roman"/>
                <a:cs typeface="Times New Roman"/>
              </a:rPr>
              <a:t>in which </a:t>
            </a:r>
            <a:r>
              <a:rPr sz="2800" dirty="0">
                <a:latin typeface="Times New Roman"/>
                <a:cs typeface="Times New Roman"/>
              </a:rPr>
              <a:t>organic </a:t>
            </a:r>
            <a:r>
              <a:rPr sz="2800" spc="-5" dirty="0">
                <a:latin typeface="Times New Roman"/>
                <a:cs typeface="Times New Roman"/>
              </a:rPr>
              <a:t>matter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solid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waste  is </a:t>
            </a:r>
            <a:r>
              <a:rPr sz="2800" dirty="0">
                <a:latin typeface="Times New Roman"/>
                <a:cs typeface="Times New Roman"/>
              </a:rPr>
              <a:t>decomposed </a:t>
            </a:r>
            <a:r>
              <a:rPr sz="2800" spc="-5" dirty="0">
                <a:latin typeface="Times New Roman"/>
                <a:cs typeface="Times New Roman"/>
              </a:rPr>
              <a:t>and converted to </a:t>
            </a:r>
            <a:r>
              <a:rPr sz="2800" dirty="0">
                <a:latin typeface="Times New Roman"/>
                <a:cs typeface="Times New Roman"/>
              </a:rPr>
              <a:t>humus </a:t>
            </a:r>
            <a:r>
              <a:rPr sz="2800" spc="-5" dirty="0">
                <a:latin typeface="Times New Roman"/>
                <a:cs typeface="Times New Roman"/>
              </a:rPr>
              <a:t>and mineral  compounds.</a:t>
            </a:r>
            <a:endParaRPr sz="2800">
              <a:latin typeface="Times New Roman"/>
              <a:cs typeface="Times New Roman"/>
            </a:endParaRPr>
          </a:p>
          <a:p>
            <a:pPr marL="391795" marR="1364615" indent="-378460" algn="just">
              <a:lnSpc>
                <a:spcPct val="100400"/>
              </a:lnSpc>
              <a:spcBef>
                <a:spcPts val="675"/>
              </a:spcBef>
              <a:buFont typeface="Noto Sans Symbols"/>
              <a:buChar char="□"/>
              <a:tabLst>
                <a:tab pos="39179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Compost </a:t>
            </a:r>
            <a:r>
              <a:rPr sz="2800" spc="-5" dirty="0">
                <a:latin typeface="Times New Roman"/>
                <a:cs typeface="Times New Roman"/>
              </a:rPr>
              <a:t>is the end </a:t>
            </a:r>
            <a:r>
              <a:rPr sz="2800" dirty="0">
                <a:latin typeface="Times New Roman"/>
                <a:cs typeface="Times New Roman"/>
              </a:rPr>
              <a:t>product of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composting,  which </a:t>
            </a:r>
            <a:r>
              <a:rPr sz="2800" dirty="0">
                <a:latin typeface="Times New Roman"/>
                <a:cs typeface="Times New Roman"/>
              </a:rPr>
              <a:t>used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fertilizer.</a:t>
            </a:r>
            <a:endParaRPr sz="2800">
              <a:latin typeface="Times New Roman"/>
              <a:cs typeface="Times New Roman"/>
            </a:endParaRPr>
          </a:p>
          <a:p>
            <a:pPr marL="478155" indent="-465455" algn="just">
              <a:lnSpc>
                <a:spcPct val="100000"/>
              </a:lnSpc>
              <a:spcBef>
                <a:spcPts val="690"/>
              </a:spcBef>
              <a:buFont typeface="Noto Sans Symbols"/>
              <a:buChar char="□"/>
              <a:tabLst>
                <a:tab pos="478155" algn="l"/>
              </a:tabLst>
            </a:pPr>
            <a:r>
              <a:rPr sz="2800" spc="-5" dirty="0">
                <a:latin typeface="Times New Roman"/>
                <a:cs typeface="Times New Roman"/>
              </a:rPr>
              <a:t>Three methods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composting:</a:t>
            </a:r>
            <a:endParaRPr sz="2800">
              <a:latin typeface="Times New Roman"/>
              <a:cs typeface="Times New Roman"/>
            </a:endParaRPr>
          </a:p>
          <a:p>
            <a:pPr marL="2326640" lvl="1" indent="-666750">
              <a:lnSpc>
                <a:spcPct val="100000"/>
              </a:lnSpc>
              <a:spcBef>
                <a:spcPts val="685"/>
              </a:spcBef>
              <a:buAutoNum type="alphaLcParenBoth"/>
              <a:tabLst>
                <a:tab pos="2326005" algn="l"/>
                <a:tab pos="232664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composting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trenching</a:t>
            </a:r>
            <a:endParaRPr sz="2800">
              <a:latin typeface="Times New Roman"/>
              <a:cs typeface="Times New Roman"/>
            </a:endParaRPr>
          </a:p>
          <a:p>
            <a:pPr marL="2357120" lvl="1" indent="-716915">
              <a:lnSpc>
                <a:spcPct val="100000"/>
              </a:lnSpc>
              <a:spcBef>
                <a:spcPts val="695"/>
              </a:spcBef>
              <a:buAutoNum type="alphaLcParenBoth"/>
              <a:tabLst>
                <a:tab pos="2356485" algn="l"/>
                <a:tab pos="2357120" algn="l"/>
              </a:tabLst>
            </a:pPr>
            <a:r>
              <a:rPr sz="2800" dirty="0">
                <a:latin typeface="Times New Roman"/>
                <a:cs typeface="Times New Roman"/>
              </a:rPr>
              <a:t>open </a:t>
            </a:r>
            <a:r>
              <a:rPr sz="2800" spc="-5" dirty="0">
                <a:latin typeface="Times New Roman"/>
                <a:cs typeface="Times New Roman"/>
              </a:rPr>
              <a:t>windrow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composting</a:t>
            </a:r>
            <a:endParaRPr sz="2800">
              <a:latin typeface="Times New Roman"/>
              <a:cs typeface="Times New Roman"/>
            </a:endParaRPr>
          </a:p>
          <a:p>
            <a:pPr marL="2321560" lvl="1" indent="-661670">
              <a:lnSpc>
                <a:spcPct val="100000"/>
              </a:lnSpc>
              <a:spcBef>
                <a:spcPts val="685"/>
              </a:spcBef>
              <a:buAutoNum type="alphaLcParenBoth"/>
              <a:tabLst>
                <a:tab pos="2320925" algn="l"/>
                <a:tab pos="2321560" algn="l"/>
              </a:tabLst>
            </a:pPr>
            <a:r>
              <a:rPr sz="2800" spc="-5" dirty="0">
                <a:latin typeface="Times New Roman"/>
                <a:cs typeface="Times New Roman"/>
              </a:rPr>
              <a:t>mechanical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composting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9" y="203072"/>
            <a:ext cx="61995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Composting by</a:t>
            </a:r>
            <a:r>
              <a:rPr u="heavy" spc="-9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 </a:t>
            </a:r>
            <a:r>
              <a:rPr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trenching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374" y="1183634"/>
            <a:ext cx="8089265" cy="45669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91160" marR="46990" indent="-378460" algn="just">
              <a:lnSpc>
                <a:spcPct val="100400"/>
              </a:lnSpc>
              <a:spcBef>
                <a:spcPts val="85"/>
              </a:spcBef>
              <a:buFont typeface="Noto Sans Symbols"/>
              <a:buChar char="□"/>
              <a:tabLst>
                <a:tab pos="391160" algn="l"/>
              </a:tabLst>
            </a:pPr>
            <a:r>
              <a:rPr sz="2800" spc="-5" dirty="0">
                <a:latin typeface="Times New Roman"/>
                <a:cs typeface="Times New Roman"/>
              </a:rPr>
              <a:t>Trenches </a:t>
            </a:r>
            <a:r>
              <a:rPr sz="2800" dirty="0">
                <a:latin typeface="Times New Roman"/>
                <a:cs typeface="Times New Roman"/>
              </a:rPr>
              <a:t>3 - 12 m </a:t>
            </a:r>
            <a:r>
              <a:rPr sz="2800" spc="-5" dirty="0">
                <a:latin typeface="Times New Roman"/>
                <a:cs typeface="Times New Roman"/>
              </a:rPr>
              <a:t>long, </a:t>
            </a:r>
            <a:r>
              <a:rPr sz="2800" dirty="0">
                <a:latin typeface="Times New Roman"/>
                <a:cs typeface="Times New Roman"/>
              </a:rPr>
              <a:t>2 – 3 m </a:t>
            </a:r>
            <a:r>
              <a:rPr sz="2800" spc="-5" dirty="0">
                <a:latin typeface="Times New Roman"/>
                <a:cs typeface="Times New Roman"/>
              </a:rPr>
              <a:t>wide and </a:t>
            </a:r>
            <a:r>
              <a:rPr sz="2800" dirty="0">
                <a:latin typeface="Times New Roman"/>
                <a:cs typeface="Times New Roman"/>
              </a:rPr>
              <a:t>1- 2 m  deep </a:t>
            </a:r>
            <a:r>
              <a:rPr sz="2800" spc="-5" dirty="0">
                <a:latin typeface="Times New Roman"/>
                <a:cs typeface="Times New Roman"/>
              </a:rPr>
              <a:t>with spacing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m.</a:t>
            </a:r>
            <a:endParaRPr sz="2800">
              <a:latin typeface="Times New Roman"/>
              <a:cs typeface="Times New Roman"/>
            </a:endParaRPr>
          </a:p>
          <a:p>
            <a:pPr marL="391160" marR="5080" indent="-378460" algn="just">
              <a:lnSpc>
                <a:spcPct val="100400"/>
              </a:lnSpc>
              <a:spcBef>
                <a:spcPts val="675"/>
              </a:spcBef>
              <a:buFont typeface="Noto Sans Symbols"/>
              <a:buChar char="□"/>
              <a:tabLst>
                <a:tab pos="391160" algn="l"/>
              </a:tabLst>
            </a:pPr>
            <a:r>
              <a:rPr sz="2800" spc="-5" dirty="0">
                <a:latin typeface="Times New Roman"/>
                <a:cs typeface="Times New Roman"/>
              </a:rPr>
              <a:t>Dry wastes are </a:t>
            </a:r>
            <a:r>
              <a:rPr sz="2800" dirty="0">
                <a:latin typeface="Times New Roman"/>
                <a:cs typeface="Times New Roman"/>
              </a:rPr>
              <a:t>filled up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15 </a:t>
            </a:r>
            <a:r>
              <a:rPr sz="2800" spc="-5" dirty="0">
                <a:latin typeface="Times New Roman"/>
                <a:cs typeface="Times New Roman"/>
              </a:rPr>
              <a:t>cm. On top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each  layer </a:t>
            </a:r>
            <a:r>
              <a:rPr sz="2800" dirty="0">
                <a:latin typeface="Times New Roman"/>
                <a:cs typeface="Times New Roman"/>
              </a:rPr>
              <a:t>5 </a:t>
            </a:r>
            <a:r>
              <a:rPr sz="2800" spc="-5" dirty="0">
                <a:latin typeface="Times New Roman"/>
                <a:cs typeface="Times New Roman"/>
              </a:rPr>
              <a:t>cm thick sandwiching layer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animal </a:t>
            </a:r>
            <a:r>
              <a:rPr sz="2800" dirty="0">
                <a:latin typeface="Times New Roman"/>
                <a:cs typeface="Times New Roman"/>
              </a:rPr>
              <a:t>dung </a:t>
            </a:r>
            <a:r>
              <a:rPr sz="2800" spc="-5" dirty="0">
                <a:latin typeface="Times New Roman"/>
                <a:cs typeface="Times New Roman"/>
              </a:rPr>
              <a:t>is  sprayed in semi liquid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form.</a:t>
            </a:r>
            <a:endParaRPr sz="2800">
              <a:latin typeface="Times New Roman"/>
              <a:cs typeface="Times New Roman"/>
            </a:endParaRPr>
          </a:p>
          <a:p>
            <a:pPr marL="391160" marR="96520" indent="-378460" algn="just">
              <a:lnSpc>
                <a:spcPct val="100400"/>
              </a:lnSpc>
              <a:spcBef>
                <a:spcPts val="680"/>
              </a:spcBef>
              <a:buFont typeface="Noto Sans Symbols"/>
              <a:buChar char="□"/>
              <a:tabLst>
                <a:tab pos="391160" algn="l"/>
              </a:tabLst>
            </a:pPr>
            <a:r>
              <a:rPr sz="2800" spc="-10" dirty="0">
                <a:latin typeface="Times New Roman"/>
                <a:cs typeface="Times New Roman"/>
              </a:rPr>
              <a:t>Biological </a:t>
            </a:r>
            <a:r>
              <a:rPr sz="2800" spc="-5" dirty="0">
                <a:latin typeface="Times New Roman"/>
                <a:cs typeface="Times New Roman"/>
              </a:rPr>
              <a:t>action starts in </a:t>
            </a:r>
            <a:r>
              <a:rPr sz="2800" dirty="0">
                <a:latin typeface="Times New Roman"/>
                <a:cs typeface="Times New Roman"/>
              </a:rPr>
              <a:t>2- 3 days </a:t>
            </a:r>
            <a:r>
              <a:rPr sz="2800" spc="-5" dirty="0">
                <a:latin typeface="Times New Roman"/>
                <a:cs typeface="Times New Roman"/>
              </a:rPr>
              <a:t>and  </a:t>
            </a:r>
            <a:r>
              <a:rPr sz="2800" dirty="0">
                <a:latin typeface="Times New Roman"/>
                <a:cs typeface="Times New Roman"/>
              </a:rPr>
              <a:t>decomposition</a:t>
            </a:r>
            <a:r>
              <a:rPr sz="2800" spc="6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starts.</a:t>
            </a:r>
            <a:endParaRPr sz="2800">
              <a:latin typeface="Times New Roman"/>
              <a:cs typeface="Times New Roman"/>
            </a:endParaRPr>
          </a:p>
          <a:p>
            <a:pPr marL="391160" marR="457834" indent="-378460">
              <a:lnSpc>
                <a:spcPct val="100800"/>
              </a:lnSpc>
              <a:spcBef>
                <a:spcPts val="635"/>
              </a:spcBef>
              <a:buFont typeface="Noto Sans Symbols"/>
              <a:buChar char="□"/>
              <a:tabLst>
                <a:tab pos="390525" algn="l"/>
                <a:tab pos="391160" algn="l"/>
                <a:tab pos="863600" algn="l"/>
                <a:tab pos="1119505" algn="l"/>
              </a:tabLst>
            </a:pPr>
            <a:r>
              <a:rPr sz="2800" spc="-5" dirty="0">
                <a:latin typeface="Times New Roman"/>
                <a:cs typeface="Times New Roman"/>
              </a:rPr>
              <a:t>Solid waste stabilize in </a:t>
            </a:r>
            <a:r>
              <a:rPr sz="2800" dirty="0">
                <a:latin typeface="Times New Roman"/>
                <a:cs typeface="Times New Roman"/>
              </a:rPr>
              <a:t>4- 6 </a:t>
            </a:r>
            <a:r>
              <a:rPr sz="2800" spc="-5" dirty="0">
                <a:latin typeface="Times New Roman"/>
                <a:cs typeface="Times New Roman"/>
              </a:rPr>
              <a:t>months and changed  into	</a:t>
            </a:r>
            <a:r>
              <a:rPr sz="2800" dirty="0">
                <a:latin typeface="Times New Roman"/>
                <a:cs typeface="Times New Roman"/>
              </a:rPr>
              <a:t>brown </a:t>
            </a:r>
            <a:r>
              <a:rPr sz="2800" spc="-5" dirty="0">
                <a:latin typeface="Times New Roman"/>
                <a:cs typeface="Times New Roman"/>
              </a:rPr>
              <a:t>colored </a:t>
            </a:r>
            <a:r>
              <a:rPr sz="2800" dirty="0">
                <a:latin typeface="Times New Roman"/>
                <a:cs typeface="Times New Roman"/>
              </a:rPr>
              <a:t>odorless powdery form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known  </a:t>
            </a:r>
            <a:r>
              <a:rPr sz="2800" spc="-5" dirty="0">
                <a:latin typeface="Times New Roman"/>
                <a:cs typeface="Times New Roman"/>
              </a:rPr>
              <a:t>as	</a:t>
            </a:r>
            <a:r>
              <a:rPr sz="2800" dirty="0">
                <a:latin typeface="Times New Roman"/>
                <a:cs typeface="Times New Roman"/>
              </a:rPr>
              <a:t>humus.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5539" y="404624"/>
            <a:ext cx="8340725" cy="6093460"/>
            <a:chOff x="395539" y="404624"/>
            <a:chExt cx="8340725" cy="6093460"/>
          </a:xfrm>
        </p:grpSpPr>
        <p:sp>
          <p:nvSpPr>
            <p:cNvPr id="3" name="object 3"/>
            <p:cNvSpPr/>
            <p:nvPr/>
          </p:nvSpPr>
          <p:spPr>
            <a:xfrm>
              <a:off x="3913617" y="3428993"/>
              <a:ext cx="4822065" cy="30689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5539" y="404624"/>
              <a:ext cx="4468100" cy="30243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3" y="279272"/>
            <a:ext cx="64185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Open </a:t>
            </a:r>
            <a:r>
              <a:rPr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window</a:t>
            </a:r>
            <a:r>
              <a:rPr u="heavy" spc="-10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 </a:t>
            </a:r>
            <a:r>
              <a:rPr u="heavy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</a:rPr>
              <a:t>composting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374" y="1111625"/>
            <a:ext cx="7680325" cy="52520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91160" marR="537845" indent="-378460">
              <a:lnSpc>
                <a:spcPct val="100400"/>
              </a:lnSpc>
              <a:spcBef>
                <a:spcPts val="85"/>
              </a:spcBef>
              <a:buFont typeface="Noto Sans Symbols"/>
              <a:buChar char="□"/>
              <a:tabLst>
                <a:tab pos="390525" algn="l"/>
                <a:tab pos="391160" algn="l"/>
                <a:tab pos="1590675" algn="l"/>
              </a:tabLst>
            </a:pPr>
            <a:r>
              <a:rPr sz="2800" spc="-5" dirty="0">
                <a:latin typeface="Times New Roman"/>
                <a:cs typeface="Times New Roman"/>
              </a:rPr>
              <a:t>Large materials like </a:t>
            </a:r>
            <a:r>
              <a:rPr sz="2800" dirty="0">
                <a:latin typeface="Times New Roman"/>
                <a:cs typeface="Times New Roman"/>
              </a:rPr>
              <a:t>broken glass, </a:t>
            </a:r>
            <a:r>
              <a:rPr sz="2800" spc="-5" dirty="0">
                <a:latin typeface="Times New Roman"/>
                <a:cs typeface="Times New Roman"/>
              </a:rPr>
              <a:t>stone,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plastic  </a:t>
            </a:r>
            <a:r>
              <a:rPr sz="2800" spc="-5" dirty="0">
                <a:latin typeface="Times New Roman"/>
                <a:cs typeface="Times New Roman"/>
              </a:rPr>
              <a:t>articles	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removed.</a:t>
            </a:r>
            <a:endParaRPr sz="2800">
              <a:latin typeface="Times New Roman"/>
              <a:cs typeface="Times New Roman"/>
            </a:endParaRPr>
          </a:p>
          <a:p>
            <a:pPr marL="391160" marR="445770" indent="-378460">
              <a:lnSpc>
                <a:spcPct val="100400"/>
              </a:lnSpc>
              <a:spcBef>
                <a:spcPts val="675"/>
              </a:spcBef>
              <a:buFont typeface="Noto Sans Symbols"/>
              <a:buChar char="□"/>
              <a:tabLst>
                <a:tab pos="390525" algn="l"/>
                <a:tab pos="391160" algn="l"/>
                <a:tab pos="125984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Remaining </a:t>
            </a:r>
            <a:r>
              <a:rPr sz="2800" spc="-5" dirty="0">
                <a:latin typeface="Times New Roman"/>
                <a:cs typeface="Times New Roman"/>
              </a:rPr>
              <a:t>solid wastes is </a:t>
            </a:r>
            <a:r>
              <a:rPr sz="2800" dirty="0">
                <a:latin typeface="Times New Roman"/>
                <a:cs typeface="Times New Roman"/>
              </a:rPr>
              <a:t>dumped on ground </a:t>
            </a:r>
            <a:r>
              <a:rPr sz="2800" spc="-5" dirty="0">
                <a:latin typeface="Times New Roman"/>
                <a:cs typeface="Times New Roman"/>
              </a:rPr>
              <a:t>in  </a:t>
            </a:r>
            <a:r>
              <a:rPr sz="2800" dirty="0">
                <a:latin typeface="Times New Roman"/>
                <a:cs typeface="Times New Roman"/>
              </a:rPr>
              <a:t>form	of piles of 0.6 – 1 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height.</a:t>
            </a:r>
            <a:endParaRPr sz="2800">
              <a:latin typeface="Times New Roman"/>
              <a:cs typeface="Times New Roman"/>
            </a:endParaRPr>
          </a:p>
          <a:p>
            <a:pPr marL="391160" marR="5080" indent="-378460">
              <a:lnSpc>
                <a:spcPct val="100600"/>
              </a:lnSpc>
              <a:spcBef>
                <a:spcPts val="665"/>
              </a:spcBef>
              <a:buFont typeface="Noto Sans Symbols"/>
              <a:buChar char="□"/>
              <a:tabLst>
                <a:tab pos="390525" algn="l"/>
                <a:tab pos="391160" algn="l"/>
                <a:tab pos="8445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width and length </a:t>
            </a:r>
            <a:r>
              <a:rPr sz="2800" dirty="0">
                <a:latin typeface="Times New Roman"/>
                <a:cs typeface="Times New Roman"/>
              </a:rPr>
              <a:t>of piles </a:t>
            </a: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kept 1- 2 m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  m	respectively.</a:t>
            </a:r>
            <a:endParaRPr sz="280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690"/>
              </a:spcBef>
              <a:buFont typeface="Noto Sans Symbols"/>
              <a:buChar char="□"/>
              <a:tabLst>
                <a:tab pos="390525" algn="l"/>
                <a:tab pos="391160" algn="l"/>
              </a:tabLst>
            </a:pPr>
            <a:r>
              <a:rPr sz="2800" spc="-5" dirty="0">
                <a:latin typeface="Times New Roman"/>
                <a:cs typeface="Times New Roman"/>
              </a:rPr>
              <a:t>Moisture content maintained 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60%.</a:t>
            </a:r>
            <a:endParaRPr sz="280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690"/>
              </a:spcBef>
              <a:buFont typeface="Noto Sans Symbols"/>
              <a:buChar char="□"/>
              <a:tabLst>
                <a:tab pos="390525" algn="l"/>
                <a:tab pos="391160" algn="l"/>
              </a:tabLst>
            </a:pPr>
            <a:r>
              <a:rPr sz="2800" spc="-5" dirty="0">
                <a:latin typeface="Times New Roman"/>
                <a:cs typeface="Times New Roman"/>
              </a:rPr>
              <a:t>Temp. increases in side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pile.</a:t>
            </a:r>
            <a:endParaRPr sz="2800">
              <a:latin typeface="Times New Roman"/>
              <a:cs typeface="Times New Roman"/>
            </a:endParaRPr>
          </a:p>
          <a:p>
            <a:pPr marL="391160" marR="562610" indent="-378460">
              <a:lnSpc>
                <a:spcPct val="100400"/>
              </a:lnSpc>
              <a:spcBef>
                <a:spcPts val="680"/>
              </a:spcBef>
              <a:buFont typeface="Noto Sans Symbols"/>
              <a:buChar char="□"/>
              <a:tabLst>
                <a:tab pos="390525" algn="l"/>
                <a:tab pos="391160" algn="l"/>
                <a:tab pos="1355725" algn="l"/>
              </a:tabLst>
            </a:pPr>
            <a:r>
              <a:rPr sz="2800" spc="-5" dirty="0">
                <a:latin typeface="Times New Roman"/>
                <a:cs typeface="Times New Roman"/>
              </a:rPr>
              <a:t>After </a:t>
            </a:r>
            <a:r>
              <a:rPr sz="2800" dirty="0">
                <a:latin typeface="Times New Roman"/>
                <a:cs typeface="Times New Roman"/>
              </a:rPr>
              <a:t>pile for </a:t>
            </a:r>
            <a:r>
              <a:rPr sz="2800" spc="-5" dirty="0">
                <a:latin typeface="Times New Roman"/>
                <a:cs typeface="Times New Roman"/>
              </a:rPr>
              <a:t>turned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cooling and aeration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 avoid	anaerobic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decomposition.</a:t>
            </a:r>
            <a:endParaRPr sz="280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685"/>
              </a:spcBef>
              <a:buFont typeface="Noto Sans Symbols"/>
              <a:buChar char="□"/>
              <a:tabLst>
                <a:tab pos="390525" algn="l"/>
                <a:tab pos="39116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complete </a:t>
            </a:r>
            <a:r>
              <a:rPr sz="2800" dirty="0">
                <a:latin typeface="Times New Roman"/>
                <a:cs typeface="Times New Roman"/>
              </a:rPr>
              <a:t>process </a:t>
            </a:r>
            <a:r>
              <a:rPr sz="2800" spc="-5" dirty="0">
                <a:latin typeface="Times New Roman"/>
                <a:cs typeface="Times New Roman"/>
              </a:rPr>
              <a:t>may take </a:t>
            </a:r>
            <a:r>
              <a:rPr sz="2800" dirty="0">
                <a:latin typeface="Times New Roman"/>
                <a:cs typeface="Times New Roman"/>
              </a:rPr>
              <a:t>4- 6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week.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563" y="836773"/>
            <a:ext cx="7632809" cy="48964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19" y="434437"/>
            <a:ext cx="7367270" cy="622871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855"/>
              </a:spcBef>
            </a:pP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Mechanical</a:t>
            </a:r>
            <a:r>
              <a:rPr sz="3200" u="heavy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composting</a:t>
            </a:r>
            <a:endParaRPr sz="3200">
              <a:latin typeface="Times New Roman"/>
              <a:cs typeface="Times New Roman"/>
            </a:endParaRPr>
          </a:p>
          <a:p>
            <a:pPr marL="395605" marR="5080" indent="-383540">
              <a:lnSpc>
                <a:spcPts val="3800"/>
              </a:lnSpc>
              <a:spcBef>
                <a:spcPts val="915"/>
              </a:spcBef>
              <a:buFont typeface="Noto Sans Symbols"/>
              <a:buChar char="□"/>
              <a:tabLst>
                <a:tab pos="396240" algn="l"/>
                <a:tab pos="1183640" algn="l"/>
              </a:tabLst>
            </a:pPr>
            <a:r>
              <a:rPr sz="3200" dirty="0">
                <a:latin typeface="Times New Roman"/>
                <a:cs typeface="Times New Roman"/>
              </a:rPr>
              <a:t>It requires </a:t>
            </a:r>
            <a:r>
              <a:rPr sz="3200" spc="-5" dirty="0">
                <a:latin typeface="Times New Roman"/>
                <a:cs typeface="Times New Roman"/>
              </a:rPr>
              <a:t>small </a:t>
            </a:r>
            <a:r>
              <a:rPr sz="3200" spc="-10" dirty="0">
                <a:latin typeface="Times New Roman"/>
                <a:cs typeface="Times New Roman"/>
              </a:rPr>
              <a:t>area compare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trenching  and	</a:t>
            </a:r>
            <a:r>
              <a:rPr sz="3200" dirty="0">
                <a:latin typeface="Times New Roman"/>
                <a:cs typeface="Times New Roman"/>
              </a:rPr>
              <a:t>open </a:t>
            </a:r>
            <a:r>
              <a:rPr sz="3200" spc="-5" dirty="0">
                <a:latin typeface="Times New Roman"/>
                <a:cs typeface="Times New Roman"/>
              </a:rPr>
              <a:t>windrow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composting.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64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stabilization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spc="-10" dirty="0">
                <a:latin typeface="Times New Roman"/>
                <a:cs typeface="Times New Roman"/>
              </a:rPr>
              <a:t>takes </a:t>
            </a:r>
            <a:r>
              <a:rPr sz="3200" dirty="0">
                <a:latin typeface="Times New Roman"/>
                <a:cs typeface="Times New Roman"/>
              </a:rPr>
              <a:t>3- 6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days.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ts val="3820"/>
              </a:lnSpc>
              <a:spcBef>
                <a:spcPts val="73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operation </a:t>
            </a:r>
            <a:r>
              <a:rPr sz="3200" spc="-10" dirty="0">
                <a:latin typeface="Times New Roman"/>
                <a:cs typeface="Times New Roman"/>
              </a:rPr>
              <a:t>involved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endParaRPr sz="3200">
              <a:latin typeface="Times New Roman"/>
              <a:cs typeface="Times New Roman"/>
            </a:endParaRPr>
          </a:p>
          <a:p>
            <a:pPr marL="1881505">
              <a:lnSpc>
                <a:spcPts val="3820"/>
              </a:lnSpc>
            </a:pPr>
            <a:r>
              <a:rPr sz="3200" dirty="0">
                <a:latin typeface="Times New Roman"/>
                <a:cs typeface="Times New Roman"/>
              </a:rPr>
              <a:t>reception 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refuse</a:t>
            </a:r>
            <a:endParaRPr sz="3200">
              <a:latin typeface="Times New Roman"/>
              <a:cs typeface="Times New Roman"/>
            </a:endParaRPr>
          </a:p>
          <a:p>
            <a:pPr marL="1881505" marR="3239135">
              <a:lnSpc>
                <a:spcPct val="119100"/>
              </a:lnSpc>
            </a:pPr>
            <a:r>
              <a:rPr sz="3200" spc="-5" dirty="0">
                <a:latin typeface="Times New Roman"/>
                <a:cs typeface="Times New Roman"/>
              </a:rPr>
              <a:t>segregation  shredding  stabilization  </a:t>
            </a:r>
            <a:r>
              <a:rPr sz="3200" spc="-10" dirty="0">
                <a:latin typeface="Times New Roman"/>
                <a:cs typeface="Times New Roman"/>
              </a:rPr>
              <a:t>marketing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 </a:t>
            </a:r>
            <a:r>
              <a:rPr sz="3200" dirty="0">
                <a:latin typeface="Times New Roman"/>
                <a:cs typeface="Times New Roman"/>
              </a:rPr>
              <a:t>humus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553" y="980780"/>
            <a:ext cx="8109053" cy="48244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492123"/>
            <a:ext cx="29089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Incineration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319" y="1324229"/>
            <a:ext cx="7710170" cy="46970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5605" marR="5080" indent="-383540">
              <a:lnSpc>
                <a:spcPts val="3820"/>
              </a:lnSpc>
              <a:spcBef>
                <a:spcPts val="240"/>
              </a:spcBef>
              <a:buFont typeface="Noto Sans Symbols"/>
              <a:buChar char="□"/>
              <a:tabLst>
                <a:tab pos="396240" algn="l"/>
                <a:tab pos="2336165" algn="l"/>
              </a:tabLst>
            </a:pPr>
            <a:r>
              <a:rPr sz="3200" dirty="0">
                <a:latin typeface="Times New Roman"/>
                <a:cs typeface="Times New Roman"/>
              </a:rPr>
              <a:t>Incineration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spc="-10" dirty="0">
                <a:latin typeface="Times New Roman"/>
                <a:cs typeface="Times New Roman"/>
              </a:rPr>
              <a:t>treatment </a:t>
            </a:r>
            <a:r>
              <a:rPr sz="3200" dirty="0">
                <a:latin typeface="Times New Roman"/>
                <a:cs typeface="Times New Roman"/>
              </a:rPr>
              <a:t>process </a:t>
            </a:r>
            <a:r>
              <a:rPr sz="3200" spc="-10" dirty="0">
                <a:latin typeface="Times New Roman"/>
                <a:cs typeface="Times New Roman"/>
              </a:rPr>
              <a:t>that  involves the combustion </a:t>
            </a:r>
            <a:r>
              <a:rPr sz="3200" dirty="0">
                <a:latin typeface="Times New Roman"/>
                <a:cs typeface="Times New Roman"/>
              </a:rPr>
              <a:t>of organic  </a:t>
            </a:r>
            <a:r>
              <a:rPr sz="3200" spc="-5" dirty="0">
                <a:latin typeface="Times New Roman"/>
                <a:cs typeface="Times New Roman"/>
              </a:rPr>
              <a:t>substances	</a:t>
            </a:r>
            <a:r>
              <a:rPr sz="3200" spc="-10" dirty="0">
                <a:latin typeface="Times New Roman"/>
                <a:cs typeface="Times New Roman"/>
              </a:rPr>
              <a:t>contained </a:t>
            </a:r>
            <a:r>
              <a:rPr sz="3200" spc="-5" dirty="0">
                <a:latin typeface="Times New Roman"/>
                <a:cs typeface="Times New Roman"/>
              </a:rPr>
              <a:t>in waste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materials.</a:t>
            </a:r>
            <a:endParaRPr sz="3200">
              <a:latin typeface="Times New Roman"/>
              <a:cs typeface="Times New Roman"/>
            </a:endParaRPr>
          </a:p>
          <a:p>
            <a:pPr marL="395605" marR="568325" indent="-383540">
              <a:lnSpc>
                <a:spcPct val="99400"/>
              </a:lnSpc>
              <a:spcBef>
                <a:spcPts val="660"/>
              </a:spcBef>
              <a:buFont typeface="Noto Sans Symbols"/>
              <a:buChar char="□"/>
              <a:tabLst>
                <a:tab pos="396240" algn="l"/>
                <a:tab pos="1523365" algn="l"/>
                <a:tab pos="2004695" algn="l"/>
              </a:tabLst>
            </a:pPr>
            <a:r>
              <a:rPr sz="3200" dirty="0">
                <a:latin typeface="Times New Roman"/>
                <a:cs typeface="Times New Roman"/>
              </a:rPr>
              <a:t>Incineration </a:t>
            </a:r>
            <a:r>
              <a:rPr sz="3200" spc="-10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other high </a:t>
            </a:r>
            <a:r>
              <a:rPr sz="3200" spc="-10" dirty="0">
                <a:latin typeface="Times New Roman"/>
                <a:cs typeface="Times New Roman"/>
              </a:rPr>
              <a:t>temperature  </a:t>
            </a:r>
            <a:r>
              <a:rPr sz="3200" spc="-5" dirty="0">
                <a:latin typeface="Times New Roman"/>
                <a:cs typeface="Times New Roman"/>
              </a:rPr>
              <a:t>waste	</a:t>
            </a:r>
            <a:r>
              <a:rPr sz="3200" spc="-10" dirty="0">
                <a:latin typeface="Times New Roman"/>
                <a:cs typeface="Times New Roman"/>
              </a:rPr>
              <a:t>treatment </a:t>
            </a:r>
            <a:r>
              <a:rPr sz="3200" spc="-5" dirty="0">
                <a:latin typeface="Times New Roman"/>
                <a:cs typeface="Times New Roman"/>
              </a:rPr>
              <a:t>systems </a:t>
            </a:r>
            <a:r>
              <a:rPr sz="3200" spc="-10" dirty="0">
                <a:latin typeface="Times New Roman"/>
                <a:cs typeface="Times New Roman"/>
              </a:rPr>
              <a:t>are </a:t>
            </a:r>
            <a:r>
              <a:rPr sz="3200" dirty="0">
                <a:latin typeface="Times New Roman"/>
                <a:cs typeface="Times New Roman"/>
              </a:rPr>
              <a:t>described </a:t>
            </a:r>
            <a:r>
              <a:rPr sz="3200" spc="-10" dirty="0">
                <a:latin typeface="Times New Roman"/>
                <a:cs typeface="Times New Roman"/>
              </a:rPr>
              <a:t>as  </a:t>
            </a:r>
            <a:r>
              <a:rPr sz="3200" spc="-5" dirty="0">
                <a:latin typeface="Times New Roman"/>
                <a:cs typeface="Times New Roman"/>
              </a:rPr>
              <a:t>"thermal	treatment".</a:t>
            </a:r>
            <a:endParaRPr sz="3200">
              <a:latin typeface="Times New Roman"/>
              <a:cs typeface="Times New Roman"/>
            </a:endParaRPr>
          </a:p>
          <a:p>
            <a:pPr marL="395605" marR="817880" indent="-383540">
              <a:lnSpc>
                <a:spcPct val="100899"/>
              </a:lnSpc>
              <a:spcBef>
                <a:spcPts val="725"/>
              </a:spcBef>
              <a:buFont typeface="Noto Sans Symbols"/>
              <a:buChar char="□"/>
              <a:tabLst>
                <a:tab pos="396240" algn="l"/>
                <a:tab pos="1093470" algn="l"/>
              </a:tabLst>
            </a:pPr>
            <a:r>
              <a:rPr sz="3200" dirty="0">
                <a:latin typeface="Times New Roman"/>
                <a:cs typeface="Times New Roman"/>
              </a:rPr>
              <a:t>Incineration of </a:t>
            </a: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spc="-10" dirty="0">
                <a:latin typeface="Times New Roman"/>
                <a:cs typeface="Times New Roman"/>
              </a:rPr>
              <a:t>materials converts  the	</a:t>
            </a: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spc="-10" dirty="0">
                <a:latin typeface="Times New Roman"/>
                <a:cs typeface="Times New Roman"/>
              </a:rPr>
              <a:t>into ash, </a:t>
            </a:r>
            <a:r>
              <a:rPr sz="3200" dirty="0">
                <a:latin typeface="Times New Roman"/>
                <a:cs typeface="Times New Roman"/>
              </a:rPr>
              <a:t>flue gas, </a:t>
            </a:r>
            <a:r>
              <a:rPr sz="3200" spc="-1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heat.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75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dirty="0">
                <a:latin typeface="Times New Roman"/>
                <a:cs typeface="Times New Roman"/>
              </a:rPr>
              <a:t>Incinerators </a:t>
            </a:r>
            <a:r>
              <a:rPr sz="3200" spc="-10" dirty="0">
                <a:latin typeface="Times New Roman"/>
                <a:cs typeface="Times New Roman"/>
              </a:rPr>
              <a:t>are </a:t>
            </a:r>
            <a:r>
              <a:rPr sz="3200" dirty="0">
                <a:latin typeface="Times New Roman"/>
                <a:cs typeface="Times New Roman"/>
              </a:rPr>
              <a:t>used for </a:t>
            </a:r>
            <a:r>
              <a:rPr sz="3200" spc="-10" dirty="0">
                <a:latin typeface="Times New Roman"/>
                <a:cs typeface="Times New Roman"/>
              </a:rPr>
              <a:t>this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536" y="476724"/>
            <a:ext cx="8208870" cy="5832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19" y="550288"/>
            <a:ext cx="6993255" cy="5066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sz="3200" u="heavy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Important </a:t>
            </a: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points </a:t>
            </a:r>
            <a:r>
              <a:rPr sz="3200" u="heavy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regarding</a:t>
            </a:r>
            <a:r>
              <a:rPr sz="3200" u="heavy" spc="-8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 </a:t>
            </a: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incineration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850">
              <a:latin typeface="Arial"/>
              <a:cs typeface="Arial"/>
            </a:endParaRPr>
          </a:p>
          <a:p>
            <a:pPr marL="395605" marR="890905" indent="-383540">
              <a:lnSpc>
                <a:spcPts val="3820"/>
              </a:lnSpc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Supplying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solid waste should </a:t>
            </a:r>
            <a:r>
              <a:rPr sz="3200" dirty="0">
                <a:latin typeface="Times New Roman"/>
                <a:cs typeface="Times New Roman"/>
              </a:rPr>
              <a:t>be  </a:t>
            </a:r>
            <a:r>
              <a:rPr sz="3200" spc="-5" dirty="0">
                <a:latin typeface="Times New Roman"/>
                <a:cs typeface="Times New Roman"/>
              </a:rPr>
              <a:t>continuous.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Noto Sans Symbols"/>
              <a:buChar char="□"/>
            </a:pPr>
            <a:endParaRPr sz="4900">
              <a:latin typeface="Times New Roman"/>
              <a:cs typeface="Times New Roman"/>
            </a:endParaRPr>
          </a:p>
          <a:p>
            <a:pPr marL="395605" marR="73660" indent="-383540">
              <a:lnSpc>
                <a:spcPts val="3820"/>
              </a:lnSpc>
              <a:buFont typeface="Noto Sans Symbols"/>
              <a:buChar char="□"/>
              <a:tabLst>
                <a:tab pos="396240" algn="l"/>
                <a:tab pos="1073150" algn="l"/>
              </a:tabLst>
            </a:pPr>
            <a:r>
              <a:rPr sz="3200" spc="-10" dirty="0">
                <a:latin typeface="Times New Roman"/>
                <a:cs typeface="Times New Roman"/>
              </a:rPr>
              <a:t>Waste </a:t>
            </a:r>
            <a:r>
              <a:rPr sz="3200" spc="-5" dirty="0">
                <a:latin typeface="Times New Roman"/>
                <a:cs typeface="Times New Roman"/>
              </a:rPr>
              <a:t>should </a:t>
            </a:r>
            <a:r>
              <a:rPr sz="3200" dirty="0">
                <a:latin typeface="Times New Roman"/>
                <a:cs typeface="Times New Roman"/>
              </a:rPr>
              <a:t>be proper </a:t>
            </a:r>
            <a:r>
              <a:rPr sz="3200" spc="-10" dirty="0">
                <a:latin typeface="Times New Roman"/>
                <a:cs typeface="Times New Roman"/>
              </a:rPr>
              <a:t>mixed 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dirty="0">
                <a:latin typeface="Times New Roman"/>
                <a:cs typeface="Times New Roman"/>
              </a:rPr>
              <a:t>fuel  for	</a:t>
            </a:r>
            <a:r>
              <a:rPr sz="3200" spc="-10" dirty="0">
                <a:latin typeface="Times New Roman"/>
                <a:cs typeface="Times New Roman"/>
              </a:rPr>
              <a:t>complete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combustion.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Noto Sans Symbols"/>
              <a:buChar char="□"/>
            </a:pPr>
            <a:endParaRPr sz="475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Temp. </a:t>
            </a:r>
            <a:r>
              <a:rPr sz="3200" spc="-5" dirty="0">
                <a:latin typeface="Times New Roman"/>
                <a:cs typeface="Times New Roman"/>
              </a:rPr>
              <a:t>should </a:t>
            </a:r>
            <a:r>
              <a:rPr sz="3200" dirty="0">
                <a:latin typeface="Times New Roman"/>
                <a:cs typeface="Times New Roman"/>
              </a:rPr>
              <a:t>not </a:t>
            </a:r>
            <a:r>
              <a:rPr sz="3200" spc="-10" dirty="0">
                <a:latin typeface="Times New Roman"/>
                <a:cs typeface="Times New Roman"/>
              </a:rPr>
              <a:t>less than </a:t>
            </a:r>
            <a:r>
              <a:rPr sz="3200" dirty="0">
                <a:latin typeface="Times New Roman"/>
                <a:cs typeface="Times New Roman"/>
              </a:rPr>
              <a:t>670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˚C.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19" y="398199"/>
            <a:ext cx="7056755" cy="563118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710"/>
              </a:spcBef>
            </a:pP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Advantages</a:t>
            </a:r>
            <a:endParaRPr sz="3200">
              <a:latin typeface="Arial"/>
              <a:cs typeface="Arial"/>
            </a:endParaRPr>
          </a:p>
          <a:p>
            <a:pPr marL="395605" indent="-383540">
              <a:lnSpc>
                <a:spcPct val="100000"/>
              </a:lnSpc>
              <a:spcBef>
                <a:spcPts val="61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Most </a:t>
            </a:r>
            <a:r>
              <a:rPr sz="3200" dirty="0">
                <a:latin typeface="Times New Roman"/>
                <a:cs typeface="Times New Roman"/>
              </a:rPr>
              <a:t>hygienic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80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Complete </a:t>
            </a:r>
            <a:r>
              <a:rPr sz="3200" dirty="0">
                <a:latin typeface="Times New Roman"/>
                <a:cs typeface="Times New Roman"/>
              </a:rPr>
              <a:t>destruction of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pathogens.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74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No </a:t>
            </a:r>
            <a:r>
              <a:rPr sz="3200" dirty="0">
                <a:latin typeface="Times New Roman"/>
                <a:cs typeface="Times New Roman"/>
              </a:rPr>
              <a:t>odor</a:t>
            </a:r>
            <a:r>
              <a:rPr sz="3200" spc="-5" dirty="0">
                <a:latin typeface="Times New Roman"/>
                <a:cs typeface="Times New Roman"/>
              </a:rPr>
              <a:t> trouble.</a:t>
            </a:r>
            <a:endParaRPr sz="3200">
              <a:latin typeface="Times New Roman"/>
              <a:cs typeface="Times New Roman"/>
            </a:endParaRPr>
          </a:p>
          <a:p>
            <a:pPr marL="395605" marR="448945" indent="-383540">
              <a:lnSpc>
                <a:spcPts val="3800"/>
              </a:lnSpc>
              <a:spcBef>
                <a:spcPts val="89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Heat </a:t>
            </a:r>
            <a:r>
              <a:rPr sz="3200" dirty="0">
                <a:latin typeface="Times New Roman"/>
                <a:cs typeface="Times New Roman"/>
              </a:rPr>
              <a:t>generated </a:t>
            </a:r>
            <a:r>
              <a:rPr sz="3200" spc="-10" dirty="0">
                <a:latin typeface="Times New Roman"/>
                <a:cs typeface="Times New Roman"/>
              </a:rPr>
              <a:t>may </a:t>
            </a:r>
            <a:r>
              <a:rPr sz="3200" dirty="0">
                <a:latin typeface="Times New Roman"/>
                <a:cs typeface="Times New Roman"/>
              </a:rPr>
              <a:t>be used for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steam  </a:t>
            </a:r>
            <a:r>
              <a:rPr sz="3200" dirty="0">
                <a:latin typeface="Times New Roman"/>
                <a:cs typeface="Times New Roman"/>
              </a:rPr>
              <a:t>power.</a:t>
            </a:r>
            <a:endParaRPr sz="3200">
              <a:latin typeface="Times New Roman"/>
              <a:cs typeface="Times New Roman"/>
            </a:endParaRPr>
          </a:p>
          <a:p>
            <a:pPr marL="395605" marR="137795" indent="-383540">
              <a:lnSpc>
                <a:spcPts val="3810"/>
              </a:lnSpc>
              <a:spcBef>
                <a:spcPts val="78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Clinkers </a:t>
            </a:r>
            <a:r>
              <a:rPr sz="3200" dirty="0">
                <a:latin typeface="Times New Roman"/>
                <a:cs typeface="Times New Roman"/>
              </a:rPr>
              <a:t>produced </a:t>
            </a:r>
            <a:r>
              <a:rPr sz="3200" spc="-10" dirty="0">
                <a:latin typeface="Times New Roman"/>
                <a:cs typeface="Times New Roman"/>
              </a:rPr>
              <a:t>may </a:t>
            </a:r>
            <a:r>
              <a:rPr sz="3200" dirty="0">
                <a:latin typeface="Times New Roman"/>
                <a:cs typeface="Times New Roman"/>
              </a:rPr>
              <a:t>be used for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road  </a:t>
            </a:r>
            <a:r>
              <a:rPr sz="3200" spc="-5" dirty="0">
                <a:latin typeface="Times New Roman"/>
                <a:cs typeface="Times New Roman"/>
              </a:rPr>
              <a:t>construction.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64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Less </a:t>
            </a:r>
            <a:r>
              <a:rPr sz="3200" spc="-5" dirty="0">
                <a:latin typeface="Times New Roman"/>
                <a:cs typeface="Times New Roman"/>
              </a:rPr>
              <a:t>space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80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Adverse weather </a:t>
            </a:r>
            <a:r>
              <a:rPr sz="3200" spc="-10" dirty="0">
                <a:latin typeface="Times New Roman"/>
                <a:cs typeface="Times New Roman"/>
              </a:rPr>
              <a:t>condition </a:t>
            </a:r>
            <a:r>
              <a:rPr sz="3200" dirty="0">
                <a:latin typeface="Times New Roman"/>
                <a:cs typeface="Times New Roman"/>
              </a:rPr>
              <a:t>has no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effect.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19" y="613619"/>
            <a:ext cx="6845300" cy="48488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715"/>
              </a:spcBef>
            </a:pP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Disadvantages</a:t>
            </a:r>
            <a:endParaRPr sz="3200">
              <a:latin typeface="Arial"/>
              <a:cs typeface="Arial"/>
            </a:endParaRPr>
          </a:p>
          <a:p>
            <a:pPr marL="395605" indent="-383540">
              <a:lnSpc>
                <a:spcPct val="100000"/>
              </a:lnSpc>
              <a:spcBef>
                <a:spcPts val="61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Large initial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expense.</a:t>
            </a:r>
            <a:endParaRPr sz="3200">
              <a:latin typeface="Times New Roman"/>
              <a:cs typeface="Times New Roman"/>
            </a:endParaRPr>
          </a:p>
          <a:p>
            <a:pPr marL="395605" marR="335915" indent="-383540">
              <a:lnSpc>
                <a:spcPct val="99400"/>
              </a:lnSpc>
              <a:spcBef>
                <a:spcPts val="815"/>
              </a:spcBef>
              <a:buFont typeface="Noto Sans Symbols"/>
              <a:buChar char="□"/>
              <a:tabLst>
                <a:tab pos="396240" algn="l"/>
                <a:tab pos="1025525" algn="l"/>
              </a:tabLst>
            </a:pPr>
            <a:r>
              <a:rPr sz="3200" spc="-10" dirty="0">
                <a:latin typeface="Times New Roman"/>
                <a:cs typeface="Times New Roman"/>
              </a:rPr>
              <a:t>Care and attention </a:t>
            </a:r>
            <a:r>
              <a:rPr sz="3200" dirty="0">
                <a:latin typeface="Times New Roman"/>
                <a:cs typeface="Times New Roman"/>
              </a:rPr>
              <a:t>required otherwise  </a:t>
            </a:r>
            <a:r>
              <a:rPr sz="3200" spc="-10" dirty="0">
                <a:latin typeface="Times New Roman"/>
                <a:cs typeface="Times New Roman"/>
              </a:rPr>
              <a:t>incomplete combustion </a:t>
            </a:r>
            <a:r>
              <a:rPr sz="3200" spc="-5" dirty="0">
                <a:latin typeface="Times New Roman"/>
                <a:cs typeface="Times New Roman"/>
              </a:rPr>
              <a:t>will </a:t>
            </a:r>
            <a:r>
              <a:rPr sz="3200" spc="-10" dirty="0">
                <a:latin typeface="Times New Roman"/>
                <a:cs typeface="Times New Roman"/>
              </a:rPr>
              <a:t>increase  air	</a:t>
            </a:r>
            <a:r>
              <a:rPr sz="3200" dirty="0">
                <a:latin typeface="Times New Roman"/>
                <a:cs typeface="Times New Roman"/>
              </a:rPr>
              <a:t>pollution.</a:t>
            </a:r>
            <a:endParaRPr sz="3200">
              <a:latin typeface="Times New Roman"/>
              <a:cs typeface="Times New Roman"/>
            </a:endParaRPr>
          </a:p>
          <a:p>
            <a:pPr marL="395605" marR="5080" indent="-383540">
              <a:lnSpc>
                <a:spcPts val="3800"/>
              </a:lnSpc>
              <a:spcBef>
                <a:spcPts val="915"/>
              </a:spcBef>
              <a:buFont typeface="Noto Sans Symbols"/>
              <a:buChar char="□"/>
              <a:tabLst>
                <a:tab pos="396240" algn="l"/>
                <a:tab pos="1749425" algn="l"/>
              </a:tabLst>
            </a:pPr>
            <a:r>
              <a:rPr sz="3200" spc="-10" dirty="0">
                <a:latin typeface="Times New Roman"/>
                <a:cs typeface="Times New Roman"/>
              </a:rPr>
              <a:t>Residues </a:t>
            </a:r>
            <a:r>
              <a:rPr sz="3200" dirty="0">
                <a:latin typeface="Times New Roman"/>
                <a:cs typeface="Times New Roman"/>
              </a:rPr>
              <a:t>required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be disposed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which  </a:t>
            </a:r>
            <a:r>
              <a:rPr sz="3200" dirty="0">
                <a:latin typeface="Times New Roman"/>
                <a:cs typeface="Times New Roman"/>
              </a:rPr>
              <a:t>require	</a:t>
            </a:r>
            <a:r>
              <a:rPr sz="3200" spc="-5" dirty="0">
                <a:latin typeface="Times New Roman"/>
                <a:cs typeface="Times New Roman"/>
              </a:rPr>
              <a:t>money.</a:t>
            </a:r>
            <a:endParaRPr sz="3200">
              <a:latin typeface="Times New Roman"/>
              <a:cs typeface="Times New Roman"/>
            </a:endParaRPr>
          </a:p>
          <a:p>
            <a:pPr marL="395605" marR="1659889" indent="-383540">
              <a:lnSpc>
                <a:spcPts val="3800"/>
              </a:lnSpc>
              <a:spcBef>
                <a:spcPts val="800"/>
              </a:spcBef>
              <a:buFont typeface="Noto Sans Symbols"/>
              <a:buChar char="□"/>
              <a:tabLst>
                <a:tab pos="396240" algn="l"/>
                <a:tab pos="1073150" algn="l"/>
              </a:tabLst>
            </a:pPr>
            <a:r>
              <a:rPr sz="3200" spc="-10" dirty="0">
                <a:latin typeface="Times New Roman"/>
                <a:cs typeface="Times New Roman"/>
              </a:rPr>
              <a:t>Large </a:t>
            </a:r>
            <a:r>
              <a:rPr sz="3200" dirty="0">
                <a:latin typeface="Times New Roman"/>
                <a:cs typeface="Times New Roman"/>
              </a:rPr>
              <a:t>no of vehicles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  for	</a:t>
            </a:r>
            <a:r>
              <a:rPr sz="3200" spc="-5" dirty="0">
                <a:latin typeface="Times New Roman"/>
                <a:cs typeface="Times New Roman"/>
              </a:rPr>
              <a:t>transportation.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492123"/>
            <a:ext cx="2541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Landfilling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374" y="1258644"/>
            <a:ext cx="7714615" cy="370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100"/>
              </a:spcBef>
              <a:buFont typeface="Noto Sans Symbols"/>
              <a:buChar char="□"/>
              <a:tabLst>
                <a:tab pos="390525" algn="l"/>
                <a:tab pos="39116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landfill site 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site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disposal</a:t>
            </a:r>
            <a:endParaRPr sz="2800">
              <a:latin typeface="Times New Roman"/>
              <a:cs typeface="Times New Roman"/>
            </a:endParaRPr>
          </a:p>
          <a:p>
            <a:pPr marL="391160" marR="986155">
              <a:lnSpc>
                <a:spcPct val="100400"/>
              </a:lnSpc>
              <a:tabLst>
                <a:tab pos="1259840" algn="l"/>
              </a:tabLst>
            </a:pP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waste materials </a:t>
            </a:r>
            <a:r>
              <a:rPr sz="2800" dirty="0">
                <a:latin typeface="Times New Roman"/>
                <a:cs typeface="Times New Roman"/>
              </a:rPr>
              <a:t>by burial </a:t>
            </a:r>
            <a:r>
              <a:rPr sz="2800" spc="-5" dirty="0">
                <a:latin typeface="Times New Roman"/>
                <a:cs typeface="Times New Roman"/>
              </a:rPr>
              <a:t>and is 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oldest  form	of </a:t>
            </a:r>
            <a:r>
              <a:rPr sz="2800" spc="-5" dirty="0">
                <a:latin typeface="Times New Roman"/>
                <a:cs typeface="Times New Roman"/>
              </a:rPr>
              <a:t>waste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treatment.</a:t>
            </a:r>
            <a:endParaRPr sz="2800">
              <a:latin typeface="Times New Roman"/>
              <a:cs typeface="Times New Roman"/>
            </a:endParaRPr>
          </a:p>
          <a:p>
            <a:pPr marL="391160" marR="5080" indent="-378460">
              <a:lnSpc>
                <a:spcPct val="100400"/>
              </a:lnSpc>
              <a:spcBef>
                <a:spcPts val="675"/>
              </a:spcBef>
              <a:buFont typeface="Noto Sans Symbols"/>
              <a:buChar char="□"/>
              <a:tabLst>
                <a:tab pos="390525" algn="l"/>
                <a:tab pos="391160" algn="l"/>
                <a:tab pos="843915" algn="l"/>
              </a:tabLst>
            </a:pPr>
            <a:r>
              <a:rPr sz="2800" spc="-5" dirty="0">
                <a:latin typeface="Times New Roman"/>
                <a:cs typeface="Times New Roman"/>
              </a:rPr>
              <a:t>Historically, landfills </a:t>
            </a:r>
            <a:r>
              <a:rPr sz="2800" dirty="0">
                <a:latin typeface="Times New Roman"/>
                <a:cs typeface="Times New Roman"/>
              </a:rPr>
              <a:t>have been </a:t>
            </a:r>
            <a:r>
              <a:rPr sz="2800" spc="-5" dirty="0">
                <a:latin typeface="Times New Roman"/>
                <a:cs typeface="Times New Roman"/>
              </a:rPr>
              <a:t>the most common  methods </a:t>
            </a:r>
            <a:r>
              <a:rPr sz="2800" dirty="0">
                <a:latin typeface="Times New Roman"/>
                <a:cs typeface="Times New Roman"/>
              </a:rPr>
              <a:t>of organized </a:t>
            </a:r>
            <a:r>
              <a:rPr sz="2800" spc="-5" dirty="0">
                <a:latin typeface="Times New Roman"/>
                <a:cs typeface="Times New Roman"/>
              </a:rPr>
              <a:t>waste </a:t>
            </a:r>
            <a:r>
              <a:rPr sz="2800" dirty="0">
                <a:latin typeface="Times New Roman"/>
                <a:cs typeface="Times New Roman"/>
              </a:rPr>
              <a:t>disposal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remain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  in	many </a:t>
            </a:r>
            <a:r>
              <a:rPr sz="2800" dirty="0">
                <a:latin typeface="Times New Roman"/>
                <a:cs typeface="Times New Roman"/>
              </a:rPr>
              <a:t>places </a:t>
            </a:r>
            <a:r>
              <a:rPr sz="2800" spc="-5" dirty="0">
                <a:latin typeface="Times New Roman"/>
                <a:cs typeface="Times New Roman"/>
              </a:rPr>
              <a:t>around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world.</a:t>
            </a:r>
            <a:endParaRPr sz="280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690"/>
              </a:spcBef>
              <a:buFont typeface="Noto Sans Symbols"/>
              <a:buChar char="□"/>
              <a:tabLst>
                <a:tab pos="390525" algn="l"/>
                <a:tab pos="39116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dumping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done </a:t>
            </a:r>
            <a:r>
              <a:rPr sz="2800" spc="-5" dirty="0">
                <a:latin typeface="Times New Roman"/>
                <a:cs typeface="Times New Roman"/>
              </a:rPr>
              <a:t>with layers </a:t>
            </a:r>
            <a:r>
              <a:rPr sz="2800" dirty="0">
                <a:latin typeface="Times New Roman"/>
                <a:cs typeface="Times New Roman"/>
              </a:rPr>
              <a:t>of 1- 2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m.</a:t>
            </a:r>
            <a:endParaRPr sz="280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685"/>
              </a:spcBef>
              <a:buFont typeface="Noto Sans Symbols"/>
              <a:buChar char="□"/>
              <a:tabLst>
                <a:tab pos="390525" algn="l"/>
                <a:tab pos="39116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layer is covered with soil </a:t>
            </a:r>
            <a:r>
              <a:rPr sz="2800" dirty="0">
                <a:latin typeface="Times New Roman"/>
                <a:cs typeface="Times New Roman"/>
              </a:rPr>
              <a:t>of 20 </a:t>
            </a:r>
            <a:r>
              <a:rPr sz="2800" spc="-5" dirty="0">
                <a:latin typeface="Times New Roman"/>
                <a:cs typeface="Times New Roman"/>
              </a:rPr>
              <a:t>cm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thickness.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570" y="764753"/>
            <a:ext cx="7801584" cy="52565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19" y="470384"/>
            <a:ext cx="6558280" cy="45548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710"/>
              </a:spcBef>
            </a:pP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Advantages</a:t>
            </a:r>
            <a:endParaRPr sz="3200">
              <a:latin typeface="Arial"/>
              <a:cs typeface="Arial"/>
            </a:endParaRPr>
          </a:p>
          <a:p>
            <a:pPr marL="395605" indent="-383540">
              <a:lnSpc>
                <a:spcPct val="100000"/>
              </a:lnSpc>
              <a:spcBef>
                <a:spcPts val="61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Simple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80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No </a:t>
            </a:r>
            <a:r>
              <a:rPr sz="3200" spc="-10" dirty="0">
                <a:latin typeface="Times New Roman"/>
                <a:cs typeface="Times New Roman"/>
              </a:rPr>
              <a:t>costly </a:t>
            </a:r>
            <a:r>
              <a:rPr sz="3200" dirty="0">
                <a:latin typeface="Times New Roman"/>
                <a:cs typeface="Times New Roman"/>
              </a:rPr>
              <a:t>plant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required.</a:t>
            </a:r>
            <a:endParaRPr sz="3200">
              <a:latin typeface="Times New Roman"/>
              <a:cs typeface="Times New Roman"/>
            </a:endParaRPr>
          </a:p>
          <a:p>
            <a:pPr marL="395605" marR="5080" indent="-383540">
              <a:lnSpc>
                <a:spcPts val="3800"/>
              </a:lnSpc>
              <a:spcBef>
                <a:spcPts val="89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No </a:t>
            </a:r>
            <a:r>
              <a:rPr sz="3200" dirty="0">
                <a:latin typeface="Times New Roman"/>
                <a:cs typeface="Times New Roman"/>
              </a:rPr>
              <a:t>residues or by products need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  disposed.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64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Separation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73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Unused </a:t>
            </a:r>
            <a:r>
              <a:rPr sz="3200" spc="-10" dirty="0">
                <a:latin typeface="Times New Roman"/>
                <a:cs typeface="Times New Roman"/>
              </a:rPr>
              <a:t>land can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73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Methane </a:t>
            </a:r>
            <a:r>
              <a:rPr sz="3200" dirty="0">
                <a:latin typeface="Times New Roman"/>
                <a:cs typeface="Times New Roman"/>
              </a:rPr>
              <a:t>gas </a:t>
            </a:r>
            <a:r>
              <a:rPr sz="3200" spc="-10" dirty="0">
                <a:latin typeface="Times New Roman"/>
                <a:cs typeface="Times New Roman"/>
              </a:rPr>
              <a:t>can </a:t>
            </a:r>
            <a:r>
              <a:rPr sz="3200" dirty="0">
                <a:latin typeface="Times New Roman"/>
                <a:cs typeface="Times New Roman"/>
              </a:rPr>
              <a:t>be used </a:t>
            </a:r>
            <a:r>
              <a:rPr sz="3200" spc="-10" dirty="0">
                <a:latin typeface="Times New Roman"/>
                <a:cs typeface="Times New Roman"/>
              </a:rPr>
              <a:t>ass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fuel.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19" y="325583"/>
            <a:ext cx="6771640" cy="56229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715"/>
              </a:spcBef>
            </a:pPr>
            <a:r>
              <a:rPr sz="3200" u="heavy" spc="-5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Disadvantages</a:t>
            </a:r>
            <a:endParaRPr sz="3200">
              <a:latin typeface="Arial"/>
              <a:cs typeface="Arial"/>
            </a:endParaRPr>
          </a:p>
          <a:p>
            <a:pPr marL="395605" indent="-383540">
              <a:lnSpc>
                <a:spcPct val="100000"/>
              </a:lnSpc>
              <a:spcBef>
                <a:spcPts val="61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Large land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required.</a:t>
            </a:r>
            <a:endParaRPr sz="3200">
              <a:latin typeface="Times New Roman"/>
              <a:cs typeface="Times New Roman"/>
            </a:endParaRPr>
          </a:p>
          <a:p>
            <a:pPr marL="395605" marR="1167130" indent="-383540">
              <a:lnSpc>
                <a:spcPts val="3810"/>
              </a:lnSpc>
              <a:spcBef>
                <a:spcPts val="944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Proper </a:t>
            </a:r>
            <a:r>
              <a:rPr sz="3200" dirty="0">
                <a:latin typeface="Times New Roman"/>
                <a:cs typeface="Times New Roman"/>
              </a:rPr>
              <a:t>dumping </a:t>
            </a:r>
            <a:r>
              <a:rPr sz="3200" spc="-5" dirty="0">
                <a:latin typeface="Times New Roman"/>
                <a:cs typeface="Times New Roman"/>
              </a:rPr>
              <a:t>site </a:t>
            </a:r>
            <a:r>
              <a:rPr sz="3200" spc="-10" dirty="0">
                <a:latin typeface="Times New Roman"/>
                <a:cs typeface="Times New Roman"/>
              </a:rPr>
              <a:t>may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  </a:t>
            </a:r>
            <a:r>
              <a:rPr sz="3200" spc="-5" dirty="0">
                <a:latin typeface="Times New Roman"/>
                <a:cs typeface="Times New Roman"/>
              </a:rPr>
              <a:t>available.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63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Odor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problem.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73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Use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insecticides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73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Leachate </a:t>
            </a:r>
            <a:r>
              <a:rPr sz="3200" spc="-5" dirty="0">
                <a:latin typeface="Times New Roman"/>
                <a:cs typeface="Times New Roman"/>
              </a:rPr>
              <a:t>should </a:t>
            </a:r>
            <a:r>
              <a:rPr sz="3200" dirty="0">
                <a:latin typeface="Times New Roman"/>
                <a:cs typeface="Times New Roman"/>
              </a:rPr>
              <a:t>be </a:t>
            </a:r>
            <a:r>
              <a:rPr sz="3200" spc="-10" dirty="0">
                <a:latin typeface="Times New Roman"/>
                <a:cs typeface="Times New Roman"/>
              </a:rPr>
              <a:t>collected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regularly.</a:t>
            </a:r>
            <a:endParaRPr sz="3200">
              <a:latin typeface="Times New Roman"/>
              <a:cs typeface="Times New Roman"/>
            </a:endParaRPr>
          </a:p>
          <a:p>
            <a:pPr marL="395605" marR="1071245" indent="-383540">
              <a:lnSpc>
                <a:spcPts val="3810"/>
              </a:lnSpc>
              <a:spcBef>
                <a:spcPts val="88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Methane </a:t>
            </a:r>
            <a:r>
              <a:rPr sz="3200" dirty="0">
                <a:latin typeface="Times New Roman"/>
                <a:cs typeface="Times New Roman"/>
              </a:rPr>
              <a:t>gas </a:t>
            </a:r>
            <a:r>
              <a:rPr sz="3200" spc="-5" dirty="0">
                <a:latin typeface="Times New Roman"/>
                <a:cs typeface="Times New Roman"/>
              </a:rPr>
              <a:t>should </a:t>
            </a:r>
            <a:r>
              <a:rPr sz="3200" dirty="0">
                <a:latin typeface="Times New Roman"/>
                <a:cs typeface="Times New Roman"/>
              </a:rPr>
              <a:t>be </a:t>
            </a:r>
            <a:r>
              <a:rPr sz="3200" spc="-10" dirty="0">
                <a:latin typeface="Times New Roman"/>
                <a:cs typeface="Times New Roman"/>
              </a:rPr>
              <a:t>collected  </a:t>
            </a:r>
            <a:r>
              <a:rPr sz="3200" dirty="0">
                <a:latin typeface="Times New Roman"/>
                <a:cs typeface="Times New Roman"/>
              </a:rPr>
              <a:t>properly.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63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Green </a:t>
            </a:r>
            <a:r>
              <a:rPr sz="3200" dirty="0">
                <a:latin typeface="Times New Roman"/>
                <a:cs typeface="Times New Roman"/>
              </a:rPr>
              <a:t>house gas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problem.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419937"/>
            <a:ext cx="22561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Pyrolysis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319" y="1252039"/>
            <a:ext cx="7702550" cy="26492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5605" marR="5080" indent="-383540">
              <a:lnSpc>
                <a:spcPts val="3820"/>
              </a:lnSpc>
              <a:spcBef>
                <a:spcPts val="240"/>
              </a:spcBef>
              <a:buFont typeface="Noto Sans Symbols"/>
              <a:buChar char="□"/>
              <a:tabLst>
                <a:tab pos="396240" algn="l"/>
                <a:tab pos="913765" algn="l"/>
              </a:tabLst>
            </a:pPr>
            <a:r>
              <a:rPr sz="3200" spc="-5" dirty="0">
                <a:latin typeface="Times New Roman"/>
                <a:cs typeface="Times New Roman"/>
              </a:rPr>
              <a:t>Heating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solid waste at </a:t>
            </a:r>
            <a:r>
              <a:rPr sz="3200" dirty="0">
                <a:latin typeface="Times New Roman"/>
                <a:cs typeface="Times New Roman"/>
              </a:rPr>
              <a:t>very high </a:t>
            </a:r>
            <a:r>
              <a:rPr sz="3200" spc="-10" dirty="0">
                <a:latin typeface="Times New Roman"/>
                <a:cs typeface="Times New Roman"/>
              </a:rPr>
              <a:t>temp.  </a:t>
            </a:r>
            <a:r>
              <a:rPr sz="3200" spc="-5" dirty="0">
                <a:latin typeface="Times New Roman"/>
                <a:cs typeface="Times New Roman"/>
              </a:rPr>
              <a:t>in	</a:t>
            </a:r>
            <a:r>
              <a:rPr sz="3200" spc="-10" dirty="0">
                <a:latin typeface="Times New Roman"/>
                <a:cs typeface="Times New Roman"/>
              </a:rPr>
              <a:t>absence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air.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ts val="3820"/>
              </a:lnSpc>
              <a:spcBef>
                <a:spcPts val="640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10" dirty="0">
                <a:latin typeface="Times New Roman"/>
                <a:cs typeface="Times New Roman"/>
              </a:rPr>
              <a:t>Carried </a:t>
            </a:r>
            <a:r>
              <a:rPr sz="3200" dirty="0">
                <a:latin typeface="Times New Roman"/>
                <a:cs typeface="Times New Roman"/>
              </a:rPr>
              <a:t>out </a:t>
            </a:r>
            <a:r>
              <a:rPr sz="3200" spc="-5" dirty="0">
                <a:latin typeface="Times New Roman"/>
                <a:cs typeface="Times New Roman"/>
              </a:rPr>
              <a:t>at </a:t>
            </a:r>
            <a:r>
              <a:rPr sz="3200" spc="-10" dirty="0">
                <a:latin typeface="Times New Roman"/>
                <a:cs typeface="Times New Roman"/>
              </a:rPr>
              <a:t>temp. </a:t>
            </a:r>
            <a:r>
              <a:rPr sz="3200" dirty="0">
                <a:latin typeface="Times New Roman"/>
                <a:cs typeface="Times New Roman"/>
              </a:rPr>
              <a:t>between 500 ˚C –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1000</a:t>
            </a:r>
            <a:endParaRPr sz="3200">
              <a:latin typeface="Times New Roman"/>
              <a:cs typeface="Times New Roman"/>
            </a:endParaRPr>
          </a:p>
          <a:p>
            <a:pPr marL="395605">
              <a:lnSpc>
                <a:spcPts val="3820"/>
              </a:lnSpc>
            </a:pPr>
            <a:r>
              <a:rPr sz="3200" dirty="0">
                <a:latin typeface="Times New Roman"/>
                <a:cs typeface="Times New Roman"/>
              </a:rPr>
              <a:t>˚C.</a:t>
            </a:r>
            <a:endParaRPr sz="3200">
              <a:latin typeface="Times New Roman"/>
              <a:cs typeface="Times New Roman"/>
            </a:endParaRPr>
          </a:p>
          <a:p>
            <a:pPr marL="395605" indent="-383540">
              <a:lnSpc>
                <a:spcPct val="100000"/>
              </a:lnSpc>
              <a:spcBef>
                <a:spcPts val="75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Gas, </a:t>
            </a:r>
            <a:r>
              <a:rPr sz="3200" spc="-10" dirty="0">
                <a:latin typeface="Times New Roman"/>
                <a:cs typeface="Times New Roman"/>
              </a:rPr>
              <a:t>liquid and chars are the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products.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2113" y="4293041"/>
            <a:ext cx="3024368" cy="2062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494" y="692706"/>
            <a:ext cx="7319569" cy="5524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1" y="419937"/>
            <a:ext cx="24472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Recycling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374" y="1186682"/>
            <a:ext cx="6602095" cy="49098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91160" marR="65405" indent="-378460">
              <a:lnSpc>
                <a:spcPct val="100400"/>
              </a:lnSpc>
              <a:spcBef>
                <a:spcPts val="85"/>
              </a:spcBef>
              <a:buFont typeface="Noto Sans Symbols"/>
              <a:buChar char="□"/>
              <a:tabLst>
                <a:tab pos="390525" algn="l"/>
                <a:tab pos="391160" algn="l"/>
                <a:tab pos="116078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Recycling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processing used </a:t>
            </a:r>
            <a:r>
              <a:rPr sz="2800" spc="-5" dirty="0">
                <a:latin typeface="Times New Roman"/>
                <a:cs typeface="Times New Roman"/>
              </a:rPr>
              <a:t>materials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into  </a:t>
            </a:r>
            <a:r>
              <a:rPr sz="2800" dirty="0">
                <a:latin typeface="Times New Roman"/>
                <a:cs typeface="Times New Roman"/>
              </a:rPr>
              <a:t>new	products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91160" marR="152400" indent="-378460">
              <a:lnSpc>
                <a:spcPct val="100400"/>
              </a:lnSpc>
              <a:spcBef>
                <a:spcPts val="675"/>
              </a:spcBef>
              <a:buFont typeface="Noto Sans Symbols"/>
              <a:buChar char="□"/>
              <a:tabLst>
                <a:tab pos="390525" algn="l"/>
                <a:tab pos="391160" algn="l"/>
                <a:tab pos="1955164" algn="l"/>
              </a:tabLst>
            </a:pPr>
            <a:r>
              <a:rPr sz="2800" dirty="0">
                <a:latin typeface="Times New Roman"/>
                <a:cs typeface="Times New Roman"/>
              </a:rPr>
              <a:t>It reduce </a:t>
            </a:r>
            <a:r>
              <a:rPr sz="2800" spc="-5" dirty="0">
                <a:latin typeface="Times New Roman"/>
                <a:cs typeface="Times New Roman"/>
              </a:rPr>
              <a:t>the consumption </a:t>
            </a:r>
            <a:r>
              <a:rPr sz="2800" dirty="0">
                <a:latin typeface="Times New Roman"/>
                <a:cs typeface="Times New Roman"/>
              </a:rPr>
              <a:t>of fresh raw  </a:t>
            </a:r>
            <a:r>
              <a:rPr sz="2800" spc="-5" dirty="0">
                <a:latin typeface="Times New Roman"/>
                <a:cs typeface="Times New Roman"/>
              </a:rPr>
              <a:t>materials,	</a:t>
            </a:r>
            <a:r>
              <a:rPr sz="2800" dirty="0">
                <a:latin typeface="Times New Roman"/>
                <a:cs typeface="Times New Roman"/>
              </a:rPr>
              <a:t>reduce </a:t>
            </a:r>
            <a:r>
              <a:rPr sz="2800" spc="-5" dirty="0">
                <a:latin typeface="Times New Roman"/>
                <a:cs typeface="Times New Roman"/>
              </a:rPr>
              <a:t>energy </a:t>
            </a:r>
            <a:r>
              <a:rPr sz="2800" dirty="0">
                <a:latin typeface="Times New Roman"/>
                <a:cs typeface="Times New Roman"/>
              </a:rPr>
              <a:t>usage, reduce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air  </a:t>
            </a:r>
            <a:r>
              <a:rPr sz="2800" dirty="0">
                <a:latin typeface="Times New Roman"/>
                <a:cs typeface="Times New Roman"/>
              </a:rPr>
              <a:t>pollution</a:t>
            </a:r>
            <a:endParaRPr sz="2800">
              <a:latin typeface="Times New Roman"/>
              <a:cs typeface="Times New Roman"/>
            </a:endParaRPr>
          </a:p>
          <a:p>
            <a:pPr marL="391160" marR="2017395">
              <a:lnSpc>
                <a:spcPct val="100400"/>
              </a:lnSpc>
              <a:spcBef>
                <a:spcPts val="5"/>
              </a:spcBef>
              <a:tabLst>
                <a:tab pos="1852930" algn="l"/>
              </a:tabLst>
            </a:pPr>
            <a:r>
              <a:rPr sz="2800" dirty="0">
                <a:latin typeface="Times New Roman"/>
                <a:cs typeface="Times New Roman"/>
              </a:rPr>
              <a:t>(from </a:t>
            </a:r>
            <a:r>
              <a:rPr sz="2800" spc="-5" dirty="0">
                <a:latin typeface="Times New Roman"/>
                <a:cs typeface="Times New Roman"/>
              </a:rPr>
              <a:t>incineration) and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water  </a:t>
            </a:r>
            <a:r>
              <a:rPr sz="2800" dirty="0">
                <a:latin typeface="Times New Roman"/>
                <a:cs typeface="Times New Roman"/>
              </a:rPr>
              <a:t>pollution	(from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landfilling).</a:t>
            </a:r>
            <a:endParaRPr sz="2800">
              <a:latin typeface="Times New Roman"/>
              <a:cs typeface="Times New Roman"/>
            </a:endParaRPr>
          </a:p>
          <a:p>
            <a:pPr marL="391160" marR="5080" indent="-378460">
              <a:lnSpc>
                <a:spcPct val="100400"/>
              </a:lnSpc>
              <a:spcBef>
                <a:spcPts val="675"/>
              </a:spcBef>
              <a:buFont typeface="Noto Sans Symbols"/>
              <a:buChar char="□"/>
              <a:tabLst>
                <a:tab pos="390525" algn="l"/>
                <a:tab pos="391160" algn="l"/>
                <a:tab pos="137795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Recycling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a key </a:t>
            </a:r>
            <a:r>
              <a:rPr sz="2800" spc="-5" dirty="0">
                <a:latin typeface="Times New Roman"/>
                <a:cs typeface="Times New Roman"/>
              </a:rPr>
              <a:t>component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modern  waste	</a:t>
            </a:r>
            <a:r>
              <a:rPr sz="2800" dirty="0">
                <a:latin typeface="Times New Roman"/>
                <a:cs typeface="Times New Roman"/>
              </a:rPr>
              <a:t>reduction </a:t>
            </a:r>
            <a:r>
              <a:rPr sz="2800" spc="-5" dirty="0">
                <a:latin typeface="Times New Roman"/>
                <a:cs typeface="Times New Roman"/>
              </a:rPr>
              <a:t>and is the third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 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the	"Reduce, </a:t>
            </a:r>
            <a:r>
              <a:rPr sz="2800" spc="-10" dirty="0">
                <a:latin typeface="Times New Roman"/>
                <a:cs typeface="Times New Roman"/>
              </a:rPr>
              <a:t>Reuse, Recycle" </a:t>
            </a:r>
            <a:r>
              <a:rPr sz="2800" spc="-5" dirty="0">
                <a:latin typeface="Times New Roman"/>
                <a:cs typeface="Times New Roman"/>
              </a:rPr>
              <a:t>waste  </a:t>
            </a:r>
            <a:r>
              <a:rPr sz="2800" dirty="0">
                <a:latin typeface="Times New Roman"/>
                <a:cs typeface="Times New Roman"/>
              </a:rPr>
              <a:t>hierarchy.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19" y="604010"/>
            <a:ext cx="8020050" cy="60471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5605" marR="1705610" indent="-383540">
              <a:lnSpc>
                <a:spcPts val="3820"/>
              </a:lnSpc>
              <a:spcBef>
                <a:spcPts val="240"/>
              </a:spcBef>
              <a:buFont typeface="Noto Sans Symbols"/>
              <a:buChar char="□"/>
              <a:tabLst>
                <a:tab pos="396240" algn="l"/>
                <a:tab pos="1479550" algn="l"/>
                <a:tab pos="1868170" algn="l"/>
              </a:tabLst>
            </a:pPr>
            <a:r>
              <a:rPr sz="3200" spc="-10" dirty="0">
                <a:latin typeface="Times New Roman"/>
                <a:cs typeface="Times New Roman"/>
              </a:rPr>
              <a:t>Recyclable materials include many  </a:t>
            </a:r>
            <a:r>
              <a:rPr sz="3200" dirty="0">
                <a:latin typeface="Times New Roman"/>
                <a:cs typeface="Times New Roman"/>
              </a:rPr>
              <a:t>kinds	of glass, paper, </a:t>
            </a:r>
            <a:r>
              <a:rPr sz="3200" spc="-10" dirty="0">
                <a:latin typeface="Times New Roman"/>
                <a:cs typeface="Times New Roman"/>
              </a:rPr>
              <a:t>metal,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plastic,  </a:t>
            </a:r>
            <a:r>
              <a:rPr sz="3200" spc="-10" dirty="0">
                <a:latin typeface="Times New Roman"/>
                <a:cs typeface="Times New Roman"/>
              </a:rPr>
              <a:t>textiles,	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electronics.</a:t>
            </a:r>
            <a:endParaRPr sz="3200">
              <a:latin typeface="Times New Roman"/>
              <a:cs typeface="Times New Roman"/>
            </a:endParaRPr>
          </a:p>
          <a:p>
            <a:pPr marL="395605" marR="725170" indent="-383540">
              <a:lnSpc>
                <a:spcPct val="99400"/>
              </a:lnSpc>
              <a:spcBef>
                <a:spcPts val="660"/>
              </a:spcBef>
              <a:buFont typeface="Noto Sans Symbols"/>
              <a:buChar char="□"/>
              <a:tabLst>
                <a:tab pos="396240" algn="l"/>
                <a:tab pos="937894" algn="l"/>
              </a:tabLst>
            </a:pPr>
            <a:r>
              <a:rPr sz="3200" spc="-5" dirty="0">
                <a:latin typeface="Times New Roman"/>
                <a:cs typeface="Times New Roman"/>
              </a:rPr>
              <a:t>Although similar in </a:t>
            </a:r>
            <a:r>
              <a:rPr sz="3200" spc="-10" dirty="0">
                <a:latin typeface="Times New Roman"/>
                <a:cs typeface="Times New Roman"/>
              </a:rPr>
              <a:t>effect, the composting  </a:t>
            </a:r>
            <a:r>
              <a:rPr sz="3200" dirty="0">
                <a:latin typeface="Times New Roman"/>
                <a:cs typeface="Times New Roman"/>
              </a:rPr>
              <a:t>or	other reuse of biodegradable </a:t>
            </a: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dirty="0">
                <a:latin typeface="Times New Roman"/>
                <a:cs typeface="Times New Roman"/>
              </a:rPr>
              <a:t>–  </a:t>
            </a:r>
            <a:r>
              <a:rPr sz="3200" spc="-5" dirty="0">
                <a:latin typeface="Times New Roman"/>
                <a:cs typeface="Times New Roman"/>
              </a:rPr>
              <a:t>such</a:t>
            </a:r>
            <a:endParaRPr sz="3200">
              <a:latin typeface="Times New Roman"/>
              <a:cs typeface="Times New Roman"/>
            </a:endParaRPr>
          </a:p>
          <a:p>
            <a:pPr marL="395605" marR="2461260">
              <a:lnSpc>
                <a:spcPts val="3820"/>
              </a:lnSpc>
              <a:spcBef>
                <a:spcPts val="135"/>
              </a:spcBef>
              <a:tabLst>
                <a:tab pos="2014855" algn="l"/>
              </a:tabLst>
            </a:pPr>
            <a:r>
              <a:rPr sz="3200" spc="-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food or garden </a:t>
            </a:r>
            <a:r>
              <a:rPr sz="3200" spc="-5" dirty="0">
                <a:latin typeface="Times New Roman"/>
                <a:cs typeface="Times New Roman"/>
              </a:rPr>
              <a:t>waste </a:t>
            </a:r>
            <a:r>
              <a:rPr sz="3200" dirty="0">
                <a:latin typeface="Times New Roman"/>
                <a:cs typeface="Times New Roman"/>
              </a:rPr>
              <a:t>–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  </a:t>
            </a:r>
            <a:r>
              <a:rPr sz="3200" spc="-10" dirty="0">
                <a:latin typeface="Times New Roman"/>
                <a:cs typeface="Times New Roman"/>
              </a:rPr>
              <a:t>typically	considered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recycling.</a:t>
            </a:r>
            <a:endParaRPr sz="3200">
              <a:latin typeface="Times New Roman"/>
              <a:cs typeface="Times New Roman"/>
            </a:endParaRPr>
          </a:p>
          <a:p>
            <a:pPr marL="395605" marR="5080" indent="-383540">
              <a:lnSpc>
                <a:spcPct val="99400"/>
              </a:lnSpc>
              <a:spcBef>
                <a:spcPts val="655"/>
              </a:spcBef>
              <a:buFont typeface="Noto Sans Symbols"/>
              <a:buChar char="□"/>
              <a:tabLst>
                <a:tab pos="396240" algn="l"/>
              </a:tabLst>
            </a:pPr>
            <a:r>
              <a:rPr sz="3200" spc="-5" dirty="0">
                <a:latin typeface="Times New Roman"/>
                <a:cs typeface="Times New Roman"/>
              </a:rPr>
              <a:t>Materials to </a:t>
            </a:r>
            <a:r>
              <a:rPr sz="3200" dirty="0">
                <a:latin typeface="Times New Roman"/>
                <a:cs typeface="Times New Roman"/>
              </a:rPr>
              <a:t>be recycled </a:t>
            </a:r>
            <a:r>
              <a:rPr sz="3200" spc="-10" dirty="0">
                <a:latin typeface="Times New Roman"/>
                <a:cs typeface="Times New Roman"/>
              </a:rPr>
              <a:t>are either </a:t>
            </a:r>
            <a:r>
              <a:rPr sz="3200" dirty="0">
                <a:latin typeface="Times New Roman"/>
                <a:cs typeface="Times New Roman"/>
              </a:rPr>
              <a:t>brought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a  </a:t>
            </a:r>
            <a:r>
              <a:rPr sz="3200" spc="-10" dirty="0">
                <a:latin typeface="Times New Roman"/>
                <a:cs typeface="Times New Roman"/>
              </a:rPr>
              <a:t>collection centre </a:t>
            </a:r>
            <a:r>
              <a:rPr sz="3200" dirty="0">
                <a:latin typeface="Times New Roman"/>
                <a:cs typeface="Times New Roman"/>
              </a:rPr>
              <a:t>or picked up from </a:t>
            </a:r>
            <a:r>
              <a:rPr sz="3200" spc="-10" dirty="0">
                <a:latin typeface="Times New Roman"/>
                <a:cs typeface="Times New Roman"/>
              </a:rPr>
              <a:t>the  curbside, then </a:t>
            </a:r>
            <a:r>
              <a:rPr sz="3200" spc="-5" dirty="0">
                <a:latin typeface="Times New Roman"/>
                <a:cs typeface="Times New Roman"/>
              </a:rPr>
              <a:t>sorted, </a:t>
            </a:r>
            <a:r>
              <a:rPr sz="3200" spc="-10" dirty="0">
                <a:latin typeface="Times New Roman"/>
                <a:cs typeface="Times New Roman"/>
              </a:rPr>
              <a:t>cleaned, and </a:t>
            </a:r>
            <a:r>
              <a:rPr sz="3200" dirty="0">
                <a:latin typeface="Times New Roman"/>
                <a:cs typeface="Times New Roman"/>
              </a:rPr>
              <a:t>reprocessed  </a:t>
            </a:r>
            <a:r>
              <a:rPr sz="3200" spc="-10" dirty="0">
                <a:latin typeface="Times New Roman"/>
                <a:cs typeface="Times New Roman"/>
              </a:rPr>
              <a:t>into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-5" dirty="0">
                <a:latin typeface="Times New Roman"/>
                <a:cs typeface="Times New Roman"/>
              </a:rPr>
              <a:t> materials.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536" y="476724"/>
            <a:ext cx="8208870" cy="5832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6822" y="485397"/>
            <a:ext cx="6800850" cy="6106160"/>
            <a:chOff x="1266822" y="485397"/>
            <a:chExt cx="6800850" cy="6106160"/>
          </a:xfrm>
        </p:grpSpPr>
        <p:sp>
          <p:nvSpPr>
            <p:cNvPr id="3" name="object 3"/>
            <p:cNvSpPr/>
            <p:nvPr/>
          </p:nvSpPr>
          <p:spPr>
            <a:xfrm>
              <a:off x="1954253" y="485397"/>
              <a:ext cx="5425956" cy="42844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6822" y="4752965"/>
              <a:ext cx="6800836" cy="18383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3116</Words>
  <Application>Microsoft Office PowerPoint</Application>
  <PresentationFormat>On-screen Show (4:3)</PresentationFormat>
  <Paragraphs>337</Paragraphs>
  <Slides>91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2" baseType="lpstr">
      <vt:lpstr>Arial</vt:lpstr>
      <vt:lpstr>Arial Black</vt:lpstr>
      <vt:lpstr>Calibri</vt:lpstr>
      <vt:lpstr>Calibri Light</vt:lpstr>
      <vt:lpstr>Carlito</vt:lpstr>
      <vt:lpstr>Comic Sans MS</vt:lpstr>
      <vt:lpstr>Noto Sans Symbols</vt:lpstr>
      <vt:lpstr>Tahoma</vt:lpstr>
      <vt:lpstr>Times New Roman</vt:lpstr>
      <vt:lpstr>Trebuchet MS</vt:lpstr>
      <vt:lpstr>Office Theme</vt:lpstr>
      <vt:lpstr>PowerPoint Presentation</vt:lpstr>
      <vt:lpstr>DEFINITION OF POLLUTION</vt:lpstr>
      <vt:lpstr>Types of Pollution </vt:lpstr>
      <vt:lpstr>What is Atmosphere</vt:lpstr>
      <vt:lpstr>Causes of Air Pollution</vt:lpstr>
      <vt:lpstr>Effects of Air Pollution</vt:lpstr>
      <vt:lpstr>How to Avoid Air  Pollution</vt:lpstr>
      <vt:lpstr>Water God’s Valuable Gift</vt:lpstr>
      <vt:lpstr>Definition of Water  Pollution</vt:lpstr>
      <vt:lpstr>Causes of Water Pollution</vt:lpstr>
      <vt:lpstr>Water Pollution  Pictures</vt:lpstr>
      <vt:lpstr>Effects of Water Pollution</vt:lpstr>
      <vt:lpstr>How to Avoid Water Pollution</vt:lpstr>
      <vt:lpstr>Definition of Land  Pollution</vt:lpstr>
      <vt:lpstr>Causes of Land Pollution</vt:lpstr>
      <vt:lpstr>Land pollution pictures</vt:lpstr>
      <vt:lpstr>Effects of Land  Pollution</vt:lpstr>
      <vt:lpstr>Prevention of Land Pollution</vt:lpstr>
      <vt:lpstr>Dam is a solid barrier constructed at a suitable location across  a river valley to store flowing water.</vt:lpstr>
      <vt:lpstr>PowerPoint Presentation</vt:lpstr>
      <vt:lpstr>PowerPoint Presentation</vt:lpstr>
      <vt:lpstr>PowerPoint Presentation</vt:lpstr>
      <vt:lpstr>PowerPoint Presentation</vt:lpstr>
      <vt:lpstr>□  Especially in urban areas, reservoir storage capacities are used to  supply drinking water or water for industrial purposes.</vt:lpstr>
      <vt:lpstr>As a positive side effect, dam  structures often offer flood  protection by regulating water  discharge and balancing runoff  differences.</vt:lpstr>
      <vt:lpstr>PowerPoint Presentation</vt:lpstr>
      <vt:lpstr>Finally, the lakes created through  water storage can additionally serve  recreational and touristic purposes.</vt:lpstr>
      <vt:lpstr>“60% of total stream flow is regulated by dams and reservoirs for  flood control” (Jiles and Spencer, 1995).</vt:lpstr>
      <vt:lpstr>DISADVANTAGES</vt:lpstr>
      <vt:lpstr>PowerPoint Presentation</vt:lpstr>
      <vt:lpstr>PowerPoint Presentation</vt:lpstr>
      <vt:lpstr>when a dam fails it can be catastrophic.</vt:lpstr>
      <vt:lpstr>PowerPoint Presentation</vt:lpstr>
      <vt:lpstr>Solid Waste</vt:lpstr>
      <vt:lpstr>Basic terms related to solid waste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Kinds of Wastes</vt:lpstr>
      <vt:lpstr>Classification of Wastes according to their Properties</vt:lpstr>
      <vt:lpstr>Classification of Wastes according to their Effects on Human Health and the Environment</vt:lpstr>
      <vt:lpstr>From where these comes???</vt:lpstr>
      <vt:lpstr>Effects of waste if not managed wisely</vt:lpstr>
      <vt:lpstr>PowerPoint Presentation</vt:lpstr>
      <vt:lpstr>PowerPoint Presentation</vt:lpstr>
      <vt:lpstr>PowerPoint Presentation</vt:lpstr>
      <vt:lpstr>SOLID WASTE MANAGEMENT</vt:lpstr>
      <vt:lpstr>Solid waste collection and transport</vt:lpstr>
      <vt:lpstr>PowerPoint Presentation</vt:lpstr>
      <vt:lpstr>v) Collection of SW</vt:lpstr>
      <vt:lpstr>PowerPoint Presentation</vt:lpstr>
      <vt:lpstr>PowerPoint Presentation</vt:lpstr>
      <vt:lpstr>Types of collection</vt:lpstr>
      <vt:lpstr>Curb (Kerb-side)</vt:lpstr>
      <vt:lpstr>Set-out, set back</vt:lpstr>
      <vt:lpstr>Alley service</vt:lpstr>
      <vt:lpstr>Backyard service</vt:lpstr>
      <vt:lpstr>Commercial-Industrial Collection  Services:</vt:lpstr>
      <vt:lpstr>Collection Frequency:</vt:lpstr>
      <vt:lpstr>PowerPoint Presentation</vt:lpstr>
      <vt:lpstr>PowerPoint Presentation</vt:lpstr>
      <vt:lpstr>PowerPoint Presentation</vt:lpstr>
      <vt:lpstr>Treatment and disposal of solid waste</vt:lpstr>
      <vt:lpstr>PowerPoint Presentation</vt:lpstr>
      <vt:lpstr>Composting</vt:lpstr>
      <vt:lpstr>Composting by trenching</vt:lpstr>
      <vt:lpstr>PowerPoint Presentation</vt:lpstr>
      <vt:lpstr>Open window composting</vt:lpstr>
      <vt:lpstr>PowerPoint Presentation</vt:lpstr>
      <vt:lpstr>PowerPoint Presentation</vt:lpstr>
      <vt:lpstr>PowerPoint Presentation</vt:lpstr>
      <vt:lpstr>Incineration</vt:lpstr>
      <vt:lpstr>PowerPoint Presentation</vt:lpstr>
      <vt:lpstr>PowerPoint Presentation</vt:lpstr>
      <vt:lpstr>PowerPoint Presentation</vt:lpstr>
      <vt:lpstr>PowerPoint Presentation</vt:lpstr>
      <vt:lpstr>Landfilling</vt:lpstr>
      <vt:lpstr>PowerPoint Presentation</vt:lpstr>
      <vt:lpstr>PowerPoint Presentation</vt:lpstr>
      <vt:lpstr>PowerPoint Presentation</vt:lpstr>
      <vt:lpstr>Pyrolysis</vt:lpstr>
      <vt:lpstr>PowerPoint Presentation</vt:lpstr>
      <vt:lpstr>Recycling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KANCHI</cp:lastModifiedBy>
  <cp:revision>5</cp:revision>
  <dcterms:created xsi:type="dcterms:W3CDTF">2021-06-05T05:14:53Z</dcterms:created>
  <dcterms:modified xsi:type="dcterms:W3CDTF">2021-06-07T09:35:17Z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2021-06-05T00:00:00Z</vt:filetime>
  </property>
</Properties>
</file>