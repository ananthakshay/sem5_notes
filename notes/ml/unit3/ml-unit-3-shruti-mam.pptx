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BQ278cD0VwAp99Gqfo7NoR0u5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906c7d89fc5fe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1906c7d89fc5fe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1906c7d89fc5fea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1906c7d89fc5fe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096" y="1095108"/>
            <a:ext cx="10913806" cy="440594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4565250" y="753300"/>
            <a:ext cx="27864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en-IN" sz="4500"/>
              <a:t>UNIT-3</a:t>
            </a:r>
            <a:endParaRPr b="1"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2240750" y="2684700"/>
            <a:ext cx="8951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IN" sz="3000">
                <a:solidFill>
                  <a:srgbClr val="FF0000"/>
                </a:solidFill>
              </a:rPr>
              <a:t>Theory and Problems on K-</a:t>
            </a:r>
            <a:r>
              <a:rPr b="1" lang="en-IN" sz="3000">
                <a:solidFill>
                  <a:srgbClr val="FF0000"/>
                </a:solidFill>
              </a:rPr>
              <a:t>Nearest neighbor </a:t>
            </a:r>
            <a:endParaRPr b="1" sz="3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1906c7d89fc5fea1_0_0"/>
          <p:cNvSpPr txBox="1"/>
          <p:nvPr>
            <p:ph type="title"/>
          </p:nvPr>
        </p:nvSpPr>
        <p:spPr>
          <a:xfrm>
            <a:off x="1634375" y="2405200"/>
            <a:ext cx="10022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IN" sz="3000">
                <a:solidFill>
                  <a:srgbClr val="FF0000"/>
                </a:solidFill>
              </a:rPr>
              <a:t>Theory and </a:t>
            </a:r>
            <a:r>
              <a:rPr b="1" lang="en-IN" sz="3000">
                <a:solidFill>
                  <a:srgbClr val="FF0000"/>
                </a:solidFill>
              </a:rPr>
              <a:t>Problems on Linear and multiple linear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1906c7d89fc5fea1_0_5"/>
          <p:cNvSpPr txBox="1"/>
          <p:nvPr>
            <p:ph type="title"/>
          </p:nvPr>
        </p:nvSpPr>
        <p:spPr>
          <a:xfrm>
            <a:off x="1657500" y="2356675"/>
            <a:ext cx="9170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IN" sz="3000">
                <a:solidFill>
                  <a:srgbClr val="FF0000"/>
                </a:solidFill>
              </a:rPr>
              <a:t>Theory and </a:t>
            </a:r>
            <a:r>
              <a:rPr b="1" lang="en-IN" sz="3000">
                <a:solidFill>
                  <a:srgbClr val="FF0000"/>
                </a:solidFill>
              </a:rPr>
              <a:t>Problems on logistic regression and multinomial logistic regression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2026-10-04T08:34:21Z</dcterms:created>
  <dc:creator>Shruthi G</dc:creator>
</cp:coreProperties>
</file>