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</p:sldIdLst>
  <p:notesMasterIdLst>
    <p:notesMasterId r:id="rId15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notesMaster" Target="notesMasters/notesMaster1.xml"/><Relationship Id="rId151" Type="http://schemas.openxmlformats.org/officeDocument/2006/relationships/presProps" Target="presProps.xml"/><Relationship Id="rId152" Type="http://schemas.openxmlformats.org/officeDocument/2006/relationships/viewProps" Target="viewProps.xml"/><Relationship Id="rId153" Type="http://schemas.openxmlformats.org/officeDocument/2006/relationships/theme" Target="theme/theme1.xml"/><Relationship Id="rId1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3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3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3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3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4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4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4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4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4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4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4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4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5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5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5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5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5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5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5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5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6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6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6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6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6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6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6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6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6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7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7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7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7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7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7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7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7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8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8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8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8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8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8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8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8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9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9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9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9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9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9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9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9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9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9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3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3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3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3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4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4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4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4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4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4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4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148</Slides>
  <Notes>148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148</vt:i4>
      </vt:variant>
    </vt:vector>
  </HeadingPairs>
  <TitlesOfParts>
    <vt:vector size="1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- Unit 2 (IS53)</dc:title>
  <dc:subject>PptxGenJS Presentation</dc:subject>
  <dc:creator>PptxGenJS</dc:creator>
  <cp:lastModifiedBy>PptxGenJS</cp:lastModifiedBy>
  <cp:revision>1</cp:revision>
  <dcterms:created xsi:type="dcterms:W3CDTF">2026-10-06T18:35:39Z</dcterms:created>
  <dcterms:modified xsi:type="dcterms:W3CDTF">2026-10-06T18:35:39Z</dcterms:modified>
</cp:coreProperties>
</file>