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</p:sldIdLst>
  <p:notesMasterIdLst>
    <p:notesMasterId r:id="rId18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notesMaster" Target="notesMasters/notesMaster1.xml"/><Relationship Id="rId189" Type="http://schemas.openxmlformats.org/officeDocument/2006/relationships/presProps" Target="presProps.xml"/><Relationship Id="rId190" Type="http://schemas.openxmlformats.org/officeDocument/2006/relationships/viewProps" Target="viewProps.xml"/><Relationship Id="rId191" Type="http://schemas.openxmlformats.org/officeDocument/2006/relationships/theme" Target="theme/theme1.xml"/><Relationship Id="rId1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6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8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8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8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8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9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9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9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9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9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09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6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8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s1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186</Slides>
  <Notes>186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186</vt:i4>
      </vt:variant>
    </vt:vector>
  </HeadingPairs>
  <TitlesOfParts>
    <vt:vector size="1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2026-10-06T13:26:44Z</dcterms:created>
  <dcterms:modified xsi:type="dcterms:W3CDTF">2026-10-06T13:26:44Z</dcterms:modified>
</cp:coreProperties>
</file>