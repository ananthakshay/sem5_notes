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78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0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5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1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0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20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4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65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35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953CD-BA13-4D6F-9EFC-589FB5E37CE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814F9-9347-4F61-AEFA-DE0E00D3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02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58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45" y="422694"/>
            <a:ext cx="11402877" cy="575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9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33" y="508958"/>
            <a:ext cx="10808951" cy="566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7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222" y="414068"/>
            <a:ext cx="10891876" cy="57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56" y="362309"/>
            <a:ext cx="11196229" cy="58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8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562" y="388189"/>
            <a:ext cx="10095412" cy="57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4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578" y="431321"/>
            <a:ext cx="10348320" cy="574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3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420" y="586596"/>
            <a:ext cx="10426345" cy="559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6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762" y="483079"/>
            <a:ext cx="10343072" cy="569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9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906" y="284672"/>
            <a:ext cx="10834433" cy="589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8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21" y="457200"/>
            <a:ext cx="10542303" cy="571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5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860" y="431321"/>
            <a:ext cx="10593238" cy="54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3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48" y="517586"/>
            <a:ext cx="10781346" cy="56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60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46" y="491706"/>
            <a:ext cx="10825248" cy="56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8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010" y="276046"/>
            <a:ext cx="10489582" cy="590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15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31" y="301926"/>
            <a:ext cx="11332580" cy="58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9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99" y="276045"/>
            <a:ext cx="10236871" cy="503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24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395" y="414068"/>
            <a:ext cx="9966907" cy="57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53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210" y="388189"/>
            <a:ext cx="10610492" cy="57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82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660" y="207034"/>
            <a:ext cx="9677878" cy="59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97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136" y="388189"/>
            <a:ext cx="10052663" cy="57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7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885" y="759125"/>
            <a:ext cx="10090002" cy="54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6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50" y="267420"/>
            <a:ext cx="11263208" cy="569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90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54" y="491706"/>
            <a:ext cx="9856489" cy="46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40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2" y="388189"/>
            <a:ext cx="10434590" cy="558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4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2026-10-05T08:53:46Z</dcterms:created>
  <dcterms:modified xsi:type="dcterms:W3CDTF">2026-10-05T09:21:14Z</dcterms:modified>
</cp:coreProperties>
</file>